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62" r:id="rId13"/>
  </p:sldMasterIdLst>
  <p:sldIdLst>
    <p:sldId id="256" r:id="rId15"/>
    <p:sldId id="257" r:id="rId16"/>
    <p:sldId id="258" r:id="rId17"/>
    <p:sldId id="259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napToObjects="1">
      <p:cViewPr varScale="1">
        <p:scale>
          <a:sx n="50" d="100"/>
          <a:sy n="50" d="100"/>
        </p:scale>
        <p:origin x="3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13" Type="http://schemas.openxmlformats.org/officeDocument/2006/relationships/slideMaster" Target="slideMasters/slideMaster1.xml"></Relationship><Relationship Id="rId14" Type="http://schemas.openxmlformats.org/officeDocument/2006/relationships/theme" Target="theme/theme1.xml"></Relationship><Relationship Id="rId15" Type="http://schemas.openxmlformats.org/officeDocument/2006/relationships/slide" Target="slides/slide1.xml"></Relationship><Relationship Id="rId16" Type="http://schemas.openxmlformats.org/officeDocument/2006/relationships/slide" Target="slides/slide2.xml"></Relationship><Relationship Id="rId17" Type="http://schemas.openxmlformats.org/officeDocument/2006/relationships/slide" Target="slides/slide3.xml"></Relationship><Relationship Id="rId18" Type="http://schemas.openxmlformats.org/officeDocument/2006/relationships/slide" Target="slides/slide4.xml"></Relationship><Relationship Id="rId19" Type="http://schemas.openxmlformats.org/officeDocument/2006/relationships/viewProps" Target="viewProps.xml"></Relationship><Relationship Id="rId20" Type="http://schemas.openxmlformats.org/officeDocument/2006/relationships/presProps" Target="presProps.xml"></Relationship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F0DD7D-FA4A-49EB-9A87-587552289C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BDAF17-6922-4EA8-92AE-04CAEC1C7E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45643-5FA0-439B-83B6-82CD0EA5F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C6919B-6206-458A-9167-0456D5635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B96F6B-4731-4FBB-A265-D95FCEC99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7806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84EF51-8159-4A18-A49A-257C696C1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9C2800-F314-423E-A96D-FC63FD7E1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98A88-693D-4466-B9F6-D910BC97A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12A7B8-F042-4B64-A422-3C4F4B7E6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0944DB-CBE0-4A8A-8648-5C6DBC804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2256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D4961A-8884-4493-8410-B56851095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6C239B-B9B4-4D19-B258-0354CA2C9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746FF0-9783-499C-B201-F60C08E3E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0DF9E0-FD61-44C2-8A59-5BDCA965F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6A9768-42A5-4C4D-B2E4-8CC3F1417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374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E8FC19-B703-47A8-8E54-58C5B0E1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0101F2-4DA7-4D93-AC77-5E240F0863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DC3071F-A192-479D-BC7B-7D737E52F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1553C1-FE8E-44EC-B9EB-0CE6887C6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9B5BEC-9EC9-4E84-B49D-B4D1E141B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055309B-F89E-4081-A0D0-E07B97E19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921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865CE4-3D92-4786-9721-27E096135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DEB5A3-3607-4675-A2DA-768E09FD01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84DCB0-CFB2-485C-991C-1B682882C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F48A780-ABDE-4D6B-8DE0-F7FB1302F6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F25A7B-7B83-44FA-9187-E0AFC8600F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BFECB48-DBAC-4811-8AE3-AA6318C9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E26B9A6-AE55-4432-8638-CC779C1C9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DEEAF75-88BA-4974-8AC2-D85BE3C18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00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2CE51-898F-47B1-BD6F-022C52675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249940C-E921-41B2-B20C-967865DCA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0A6C18-FA23-48D8-87D9-D4B9A4D21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47EB2F5-07CD-4FD7-84DC-1A4D5DE9A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565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A258507-0FF1-4A14-8334-DDA9998A4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673EBE-642C-40B0-836D-4C7AAE72A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152747-721B-47EE-A8AF-BA657E5A7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8621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21DDA-C909-4D06-BA69-05242D340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A41549-D943-4B9E-B95E-A540EEA131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EC8D18B-F9EE-4544-AE85-C677B160F8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3BEFE1D-70A0-4D43-88BC-CE2063306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99E3B60-51BF-4ADB-8CDE-EDC27C9C8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0437CBE-CB7D-48A6-91AE-8B98B28A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8378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A014DF-C048-41DC-A8F4-173DED410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D12FF7A-543D-47C5-81B4-C30AFB7B9C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F29F47-2CA5-4461-BE91-CA6E55CCE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DEB71B-02BF-46C2-8711-AE98D6985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E8F305C-DB9B-468C-A110-24AF738E5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FF9966F-CE5A-4E56-8350-4CFB90111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4320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AA82CA-8E92-4205-BEF6-E2D43EC7E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E6AFF2-9195-4752-B5CF-6C96C20AF4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B41745-205B-409D-A638-0714E805F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04F610-5934-42E8-BA7E-3DF59BCD8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554FC4-CCC6-49DA-AFC7-5192CA604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8659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E8A084E-DD6C-43F6-BB2E-A3BB8BCC3F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231955F-5640-4EE1-9A8E-80DBC32BBB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B20D6F-7A99-4591-A88F-1942D885B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034E6-E23C-4D36-851B-73A28FE14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4A8706-52A9-457E-B6C9-DE89B152A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141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C72BD0B-36FB-4F25-A99F-D1A2E7CF3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AAE2A4-B572-4A55-A830-1EF324E40D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D06D7-C88E-42CE-9C73-E0CEAB18D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EB83DD-B5C9-4C4E-8738-6A13F2B10E6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31FB1-4FE9-402E-AE5C-DEF424A20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563284-3809-4857-A7CD-FF732BD21D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6332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19D40DD-2F5B-4FEE-A2F0-59FCF1A6D84E}"/>
              </a:ext>
            </a:extLst>
          </p:cNvPr>
          <p:cNvSpPr/>
          <p:nvPr/>
        </p:nvSpPr>
        <p:spPr>
          <a:xfrm>
            <a:off x="2341245" y="471170"/>
            <a:ext cx="4696460" cy="533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B6E06A-5916-4A46-9CEF-F7F8A9283CE7}"/>
              </a:ext>
            </a:extLst>
          </p:cNvPr>
          <p:cNvSpPr txBox="1"/>
          <p:nvPr/>
        </p:nvSpPr>
        <p:spPr>
          <a:xfrm>
            <a:off x="4071620" y="683895"/>
            <a:ext cx="1236345" cy="3695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Flask </a:t>
            </a:r>
            <a:r>
              <a:rPr lang="ko-KR" altLang="en-US" dirty="0"/>
              <a:t>서버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2BF5056-0603-497D-AD75-19148CB456B5}"/>
              </a:ext>
            </a:extLst>
          </p:cNvPr>
          <p:cNvSpPr/>
          <p:nvPr/>
        </p:nvSpPr>
        <p:spPr>
          <a:xfrm>
            <a:off x="8215630" y="946785"/>
            <a:ext cx="1635125" cy="29883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925700-2255-489E-8846-0BDB06EAD28C}"/>
              </a:ext>
            </a:extLst>
          </p:cNvPr>
          <p:cNvSpPr txBox="1"/>
          <p:nvPr/>
        </p:nvSpPr>
        <p:spPr>
          <a:xfrm>
            <a:off x="8070850" y="471170"/>
            <a:ext cx="1924685" cy="3695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Kakao</a:t>
            </a:r>
            <a:r>
              <a:rPr lang="en-US" altLang="ko-KR" dirty="0"/>
              <a:t> </a:t>
            </a:r>
            <a:r>
              <a:rPr lang="en-US" altLang="ko-KR" dirty="0" err="1"/>
              <a:t>api</a:t>
            </a:r>
            <a:r>
              <a:rPr lang="en-US" altLang="ko-KR" dirty="0"/>
              <a:t> server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2BF4836-3DA6-4738-8795-40BA5491183C}"/>
              </a:ext>
            </a:extLst>
          </p:cNvPr>
          <p:cNvCxnSpPr/>
          <p:nvPr/>
        </p:nvCxnSpPr>
        <p:spPr>
          <a:xfrm>
            <a:off x="7051675" y="1944370"/>
            <a:ext cx="11639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9823FA32-1708-45B1-9ECB-7BBB20863C93}"/>
              </a:ext>
            </a:extLst>
          </p:cNvPr>
          <p:cNvCxnSpPr/>
          <p:nvPr/>
        </p:nvCxnSpPr>
        <p:spPr>
          <a:xfrm>
            <a:off x="7051675" y="3537585"/>
            <a:ext cx="1163955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2B5A556-AE9B-4CD0-A21E-7A8C0F9A830C}"/>
              </a:ext>
            </a:extLst>
          </p:cNvPr>
          <p:cNvSpPr/>
          <p:nvPr/>
        </p:nvSpPr>
        <p:spPr>
          <a:xfrm>
            <a:off x="247650" y="471170"/>
            <a:ext cx="1524000" cy="533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7E6395-D530-4316-96B8-5649B6B42FD2}"/>
              </a:ext>
            </a:extLst>
          </p:cNvPr>
          <p:cNvSpPr txBox="1"/>
          <p:nvPr/>
        </p:nvSpPr>
        <p:spPr>
          <a:xfrm>
            <a:off x="575945" y="683895"/>
            <a:ext cx="742315" cy="3695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client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3FDF2E1-8A95-4AC8-A60A-D93C8586F356}"/>
              </a:ext>
            </a:extLst>
          </p:cNvPr>
          <p:cNvCxnSpPr>
            <a:cxnSpLocks/>
          </p:cNvCxnSpPr>
          <p:nvPr/>
        </p:nvCxnSpPr>
        <p:spPr>
          <a:xfrm>
            <a:off x="1771650" y="2341245"/>
            <a:ext cx="5695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1AA29B6-5C4B-4689-A865-C11C2E0C9963}"/>
              </a:ext>
            </a:extLst>
          </p:cNvPr>
          <p:cNvCxnSpPr>
            <a:cxnSpLocks/>
          </p:cNvCxnSpPr>
          <p:nvPr/>
        </p:nvCxnSpPr>
        <p:spPr>
          <a:xfrm>
            <a:off x="1771650" y="3934460"/>
            <a:ext cx="569595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6790E0D-C935-475B-97D1-F2A8F44500CD}"/>
              </a:ext>
            </a:extLst>
          </p:cNvPr>
          <p:cNvSpPr/>
          <p:nvPr/>
        </p:nvSpPr>
        <p:spPr>
          <a:xfrm>
            <a:off x="8215630" y="4476115"/>
            <a:ext cx="1635125" cy="143573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CA18AE-A74D-48DB-8F1D-5D528B525DFB}"/>
              </a:ext>
            </a:extLst>
          </p:cNvPr>
          <p:cNvSpPr txBox="1"/>
          <p:nvPr/>
        </p:nvSpPr>
        <p:spPr>
          <a:xfrm>
            <a:off x="8634730" y="4112260"/>
            <a:ext cx="796925" cy="3695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mysql</a:t>
            </a:r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29A9830-4691-4EA2-BDB7-BFDC77BC0410}"/>
              </a:ext>
            </a:extLst>
          </p:cNvPr>
          <p:cNvSpPr/>
          <p:nvPr/>
        </p:nvSpPr>
        <p:spPr>
          <a:xfrm>
            <a:off x="10643235" y="1934845"/>
            <a:ext cx="1635125" cy="29883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ED099B-83C3-4133-AE6F-ECFACECEE548}"/>
              </a:ext>
            </a:extLst>
          </p:cNvPr>
          <p:cNvSpPr txBox="1"/>
          <p:nvPr/>
        </p:nvSpPr>
        <p:spPr>
          <a:xfrm>
            <a:off x="10498455" y="1459230"/>
            <a:ext cx="1985645" cy="3695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기상청 </a:t>
            </a:r>
            <a:r>
              <a:rPr lang="en-US" altLang="ko-KR" dirty="0" err="1"/>
              <a:t>api</a:t>
            </a:r>
            <a:r>
              <a:rPr lang="en-US" altLang="ko-KR" dirty="0"/>
              <a:t> server</a:t>
            </a:r>
            <a:endParaRPr lang="ko-KR" altLang="en-US" dirty="0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3E20305-A716-495A-9E73-D0CF1FA9EDB3}"/>
              </a:ext>
            </a:extLst>
          </p:cNvPr>
          <p:cNvCxnSpPr>
            <a:cxnSpLocks/>
          </p:cNvCxnSpPr>
          <p:nvPr/>
        </p:nvCxnSpPr>
        <p:spPr>
          <a:xfrm>
            <a:off x="7051675" y="2096770"/>
            <a:ext cx="35915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E925BEDC-91CC-4344-B10B-74DF9690F371}"/>
              </a:ext>
            </a:extLst>
          </p:cNvPr>
          <p:cNvCxnSpPr>
            <a:cxnSpLocks/>
          </p:cNvCxnSpPr>
          <p:nvPr/>
        </p:nvCxnSpPr>
        <p:spPr>
          <a:xfrm>
            <a:off x="7051675" y="3689985"/>
            <a:ext cx="3591560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FA68B9A-3921-40E2-AF2E-75C54C310034}"/>
              </a:ext>
            </a:extLst>
          </p:cNvPr>
          <p:cNvCxnSpPr/>
          <p:nvPr/>
        </p:nvCxnSpPr>
        <p:spPr>
          <a:xfrm>
            <a:off x="7051675" y="5088255"/>
            <a:ext cx="11639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65A70B0-C116-42D6-8CD4-99372BBD0B15}"/>
              </a:ext>
            </a:extLst>
          </p:cNvPr>
          <p:cNvCxnSpPr/>
          <p:nvPr/>
        </p:nvCxnSpPr>
        <p:spPr>
          <a:xfrm>
            <a:off x="7051675" y="5557520"/>
            <a:ext cx="1163955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8446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19D40DD-2F5B-4FEE-A2F0-59FCF1A6D84E}"/>
              </a:ext>
            </a:extLst>
          </p:cNvPr>
          <p:cNvSpPr/>
          <p:nvPr/>
        </p:nvSpPr>
        <p:spPr>
          <a:xfrm>
            <a:off x="2341245" y="471170"/>
            <a:ext cx="4696460" cy="533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B6E06A-5916-4A46-9CEF-F7F8A9283CE7}"/>
              </a:ext>
            </a:extLst>
          </p:cNvPr>
          <p:cNvSpPr txBox="1"/>
          <p:nvPr/>
        </p:nvSpPr>
        <p:spPr>
          <a:xfrm>
            <a:off x="4071620" y="683895"/>
            <a:ext cx="1108075" cy="3695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추천엔진</a:t>
            </a:r>
          </a:p>
        </p:txBody>
      </p:sp>
    </p:spTree>
    <p:extLst>
      <p:ext uri="{BB962C8B-B14F-4D97-AF65-F5344CB8AC3E}">
        <p14:creationId xmlns:p14="http://schemas.microsoft.com/office/powerpoint/2010/main" val="18626969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 0"/>
          <p:cNvSpPr>
            <a:spLocks/>
          </p:cNvSpPr>
          <p:nvPr/>
        </p:nvSpPr>
        <p:spPr>
          <a:xfrm rot="0">
            <a:off x="2341245" y="471170"/>
            <a:ext cx="4697095" cy="5334635"/>
          </a:xfrm>
          <a:prstGeom prst="rect"/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sp>
        <p:nvSpPr>
          <p:cNvPr id="5" name="Rect 0"/>
          <p:cNvSpPr txBox="1">
            <a:spLocks/>
          </p:cNvSpPr>
          <p:nvPr/>
        </p:nvSpPr>
        <p:spPr>
          <a:xfrm rot="0">
            <a:off x="4071620" y="683895"/>
            <a:ext cx="1236980" cy="3702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Flask </a:t>
            </a:r>
            <a:r>
              <a:rPr lang="ko-KR" altLang="en-US"/>
              <a:t>서버</a:t>
            </a:r>
            <a:endParaRPr lang="ko-KR" altLang="en-US"/>
          </a:p>
        </p:txBody>
      </p:sp>
      <p:sp>
        <p:nvSpPr>
          <p:cNvPr id="6" name="Rect 0"/>
          <p:cNvSpPr>
            <a:spLocks/>
          </p:cNvSpPr>
          <p:nvPr/>
        </p:nvSpPr>
        <p:spPr>
          <a:xfrm rot="0">
            <a:off x="8215630" y="946785"/>
            <a:ext cx="1635760" cy="2988945"/>
          </a:xfrm>
          <a:prstGeom prst="rect"/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8070850" y="471170"/>
            <a:ext cx="1925320" cy="3702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Kakao api server</a:t>
            </a:r>
            <a:endParaRPr lang="ko-KR" altLang="en-US"/>
          </a:p>
        </p:txBody>
      </p:sp>
      <p:cxnSp>
        <p:nvCxnSpPr>
          <p:cNvPr id="9" name="Rect 0"/>
          <p:cNvCxnSpPr/>
          <p:nvPr/>
        </p:nvCxnSpPr>
        <p:spPr>
          <a:xfrm rot="0">
            <a:off x="7051675" y="1944370"/>
            <a:ext cx="1164590" cy="63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Rect 0"/>
          <p:cNvCxnSpPr/>
          <p:nvPr/>
        </p:nvCxnSpPr>
        <p:spPr>
          <a:xfrm rot="0">
            <a:off x="7051675" y="3537585"/>
            <a:ext cx="1164590" cy="635"/>
          </a:xfrm>
          <a:prstGeom prst="straightConnector1"/>
          <a:ln w="6350" cap="flat" cmpd="sng">
            <a:prstDash/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 0"/>
          <p:cNvSpPr>
            <a:spLocks/>
          </p:cNvSpPr>
          <p:nvPr/>
        </p:nvSpPr>
        <p:spPr>
          <a:xfrm rot="0">
            <a:off x="247650" y="471170"/>
            <a:ext cx="1524635" cy="3486785"/>
          </a:xfrm>
          <a:prstGeom prst="rect"/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sp>
        <p:nvSpPr>
          <p:cNvPr id="13" name="Rect 0"/>
          <p:cNvSpPr txBox="1">
            <a:spLocks/>
          </p:cNvSpPr>
          <p:nvPr/>
        </p:nvSpPr>
        <p:spPr>
          <a:xfrm rot="0">
            <a:off x="575945" y="683895"/>
            <a:ext cx="742950" cy="3702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client</a:t>
            </a:r>
            <a:endParaRPr lang="ko-KR" altLang="en-US"/>
          </a:p>
        </p:txBody>
      </p:sp>
      <p:cxnSp>
        <p:nvCxnSpPr>
          <p:cNvPr id="14" name="Rect 0"/>
          <p:cNvCxnSpPr/>
          <p:nvPr/>
        </p:nvCxnSpPr>
        <p:spPr>
          <a:xfrm rot="0">
            <a:off x="1771650" y="2341245"/>
            <a:ext cx="570230" cy="63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Rect 0"/>
          <p:cNvCxnSpPr/>
          <p:nvPr/>
        </p:nvCxnSpPr>
        <p:spPr>
          <a:xfrm rot="0">
            <a:off x="1762760" y="2964815"/>
            <a:ext cx="570230" cy="635"/>
          </a:xfrm>
          <a:prstGeom prst="straightConnector1"/>
          <a:ln w="6350" cap="flat" cmpd="sng">
            <a:prstDash/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 0"/>
          <p:cNvSpPr>
            <a:spLocks/>
          </p:cNvSpPr>
          <p:nvPr/>
        </p:nvSpPr>
        <p:spPr>
          <a:xfrm rot="0">
            <a:off x="8215630" y="4476115"/>
            <a:ext cx="1635760" cy="1436370"/>
          </a:xfrm>
          <a:prstGeom prst="rect"/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sp>
        <p:nvSpPr>
          <p:cNvPr id="21" name="Rect 0"/>
          <p:cNvSpPr txBox="1">
            <a:spLocks/>
          </p:cNvSpPr>
          <p:nvPr/>
        </p:nvSpPr>
        <p:spPr>
          <a:xfrm rot="0">
            <a:off x="8634730" y="4112260"/>
            <a:ext cx="797560" cy="3702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mysql</a:t>
            </a:r>
            <a:endParaRPr lang="ko-KR" altLang="en-US"/>
          </a:p>
        </p:txBody>
      </p:sp>
      <p:sp>
        <p:nvSpPr>
          <p:cNvPr id="22" name="Rect 0"/>
          <p:cNvSpPr>
            <a:spLocks/>
          </p:cNvSpPr>
          <p:nvPr/>
        </p:nvSpPr>
        <p:spPr>
          <a:xfrm rot="0">
            <a:off x="10643235" y="1934845"/>
            <a:ext cx="1635760" cy="2988945"/>
          </a:xfrm>
          <a:prstGeom prst="rect"/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sp>
        <p:nvSpPr>
          <p:cNvPr id="23" name="Rect 0"/>
          <p:cNvSpPr txBox="1">
            <a:spLocks/>
          </p:cNvSpPr>
          <p:nvPr/>
        </p:nvSpPr>
        <p:spPr>
          <a:xfrm rot="0">
            <a:off x="10498455" y="1459230"/>
            <a:ext cx="1986280" cy="3702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/>
              <a:t>기상청 </a:t>
            </a:r>
            <a:r>
              <a:rPr lang="en-US" altLang="ko-KR"/>
              <a:t>api server</a:t>
            </a:r>
            <a:endParaRPr lang="ko-KR" altLang="en-US"/>
          </a:p>
        </p:txBody>
      </p:sp>
      <p:cxnSp>
        <p:nvCxnSpPr>
          <p:cNvPr id="24" name="Rect 0"/>
          <p:cNvCxnSpPr/>
          <p:nvPr/>
        </p:nvCxnSpPr>
        <p:spPr>
          <a:xfrm rot="0">
            <a:off x="7051675" y="2096770"/>
            <a:ext cx="3592195" cy="63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Rect 0"/>
          <p:cNvCxnSpPr/>
          <p:nvPr/>
        </p:nvCxnSpPr>
        <p:spPr>
          <a:xfrm rot="0">
            <a:off x="7051675" y="3689985"/>
            <a:ext cx="3592195" cy="635"/>
          </a:xfrm>
          <a:prstGeom prst="straightConnector1"/>
          <a:ln w="6350" cap="flat" cmpd="sng">
            <a:prstDash/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ect 0"/>
          <p:cNvCxnSpPr/>
          <p:nvPr/>
        </p:nvCxnSpPr>
        <p:spPr>
          <a:xfrm rot="0">
            <a:off x="7051675" y="5088255"/>
            <a:ext cx="1164590" cy="63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ect 0"/>
          <p:cNvCxnSpPr/>
          <p:nvPr/>
        </p:nvCxnSpPr>
        <p:spPr>
          <a:xfrm rot="0">
            <a:off x="7051675" y="5557520"/>
            <a:ext cx="1164590" cy="635"/>
          </a:xfrm>
          <a:prstGeom prst="straightConnector1"/>
          <a:ln w="6350" cap="flat" cmpd="sng">
            <a:prstDash/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도형 1"/>
          <p:cNvSpPr>
            <a:spLocks/>
          </p:cNvSpPr>
          <p:nvPr/>
        </p:nvSpPr>
        <p:spPr>
          <a:xfrm rot="0">
            <a:off x="242570" y="4366260"/>
            <a:ext cx="1541145" cy="1436370"/>
          </a:xfrm>
          <a:prstGeom prst="rect"/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cxnSp>
        <p:nvCxnSpPr>
          <p:cNvPr id="33" name="도형 2"/>
          <p:cNvCxnSpPr/>
          <p:nvPr/>
        </p:nvCxnSpPr>
        <p:spPr>
          <a:xfrm rot="0">
            <a:off x="751205" y="3957320"/>
            <a:ext cx="635" cy="399415"/>
          </a:xfrm>
          <a:prstGeom prst="straightConnector1"/>
          <a:ln w="6350" cap="flat" cmpd="sng">
            <a:prstDash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도형 3"/>
          <p:cNvCxnSpPr/>
          <p:nvPr/>
        </p:nvCxnSpPr>
        <p:spPr>
          <a:xfrm rot="0">
            <a:off x="1167765" y="3940175"/>
            <a:ext cx="635" cy="415925"/>
          </a:xfrm>
          <a:prstGeom prst="straightConnector1"/>
          <a:ln w="6350" cap="flat" cmpd="sng">
            <a:prstDash/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텍스트 상자 6"/>
          <p:cNvSpPr txBox="1">
            <a:spLocks/>
          </p:cNvSpPr>
          <p:nvPr/>
        </p:nvSpPr>
        <p:spPr>
          <a:xfrm rot="0">
            <a:off x="299085" y="4348480"/>
            <a:ext cx="1424305" cy="64579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ko-KR"/>
              <a:t>Geolocation</a:t>
            </a:r>
            <a:endParaRPr lang="ko-KR" altLang="en-US"/>
          </a:p>
          <a:p>
            <a:pPr marL="0" indent="0" latinLnBrk="0">
              <a:buFontTx/>
              <a:buNone/>
            </a:pPr>
            <a:r>
              <a:rPr lang="ko-KR" altLang="ko-KR"/>
              <a:t>      api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 0"/>
          <p:cNvSpPr>
            <a:spLocks/>
          </p:cNvSpPr>
          <p:nvPr/>
        </p:nvSpPr>
        <p:spPr>
          <a:xfrm rot="0">
            <a:off x="2341245" y="471170"/>
            <a:ext cx="4697095" cy="5334635"/>
          </a:xfrm>
          <a:prstGeom prst="rect"/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sp>
        <p:nvSpPr>
          <p:cNvPr id="5" name="Rect 0"/>
          <p:cNvSpPr txBox="1">
            <a:spLocks/>
          </p:cNvSpPr>
          <p:nvPr/>
        </p:nvSpPr>
        <p:spPr>
          <a:xfrm rot="0">
            <a:off x="4071620" y="683895"/>
            <a:ext cx="1108710" cy="370205"/>
          </a:xfrm>
          <a:prstGeom prst="rect"/>
          <a:noFill/>
        </p:spPr>
        <p:txBody>
          <a:bodyPr wrap="none" lIns="91440" tIns="45720" rIns="91440" bIns="45720" numCol="1" vert="horz" anchor="t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/>
              <a:t>추천엔진</a:t>
            </a:r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4</Pages>
  <Paragraphs>6</Paragraphs>
  <Words>11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MYCOM</dc:creator>
  <cp:lastModifiedBy>최연흠</cp:lastModifiedBy>
  <dc:title>PowerPoint 프레젠테이션</dc:title>
  <cp:version>9.103.82.44099</cp:version>
  <dcterms:modified xsi:type="dcterms:W3CDTF">2025-12-17T09:29:48Z</dcterms:modified>
</cp:coreProperties>
</file>