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0DD7D-FA4A-49EB-9A87-587552289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BDAF17-6922-4EA8-92AE-04CAEC1C7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45643-5FA0-439B-83B6-82CD0EA5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C6919B-6206-458A-9167-0456D563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96F6B-4731-4FBB-A265-D95FCEC9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80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4EF51-8159-4A18-A49A-257C696C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C2800-F314-423E-A96D-FC63FD7E1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98A88-693D-4466-B9F6-D910BC97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2A7B8-F042-4B64-A422-3C4F4B7E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944DB-CBE0-4A8A-8648-5C6DBC80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25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4961A-8884-4493-8410-B5685109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6C239B-B9B4-4D19-B258-0354CA2C9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46FF0-9783-499C-B201-F60C08E3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DF9E0-FD61-44C2-8A59-5BDCA965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6A9768-42A5-4C4D-B2E4-8CC3F141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37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8FC19-B703-47A8-8E54-58C5B0E1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0101F2-4DA7-4D93-AC77-5E240F086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C3071F-A192-479D-BC7B-7D737E52F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1553C1-FE8E-44EC-B9EB-0CE68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9B5BEC-9EC9-4E84-B49D-B4D1E141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55309B-F89E-4081-A0D0-E07B97E1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92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65CE4-3D92-4786-9721-27E09613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DEB5A3-3607-4675-A2DA-768E09FD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84DCB0-CFB2-485C-991C-1B682882C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48A780-ABDE-4D6B-8DE0-F7FB1302F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F25A7B-7B83-44FA-9187-E0AFC8600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FECB48-DBAC-4811-8AE3-AA6318C9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26B9A6-AE55-4432-8638-CC779C1C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EEAF75-88BA-4974-8AC2-D85BE3C1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0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2CE51-898F-47B1-BD6F-022C5267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49940C-E921-41B2-B20C-967865DC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0A6C18-FA23-48D8-87D9-D4B9A4D2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7EB2F5-07CD-4FD7-84DC-1A4D5DE9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56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258507-0FF1-4A14-8334-DDA9998A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673EBE-642C-40B0-836D-4C7AAE72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52747-721B-47EE-A8AF-BA657E5A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62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21DDA-C909-4D06-BA69-05242D34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A41549-D943-4B9E-B95E-A540EEA13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C8D18B-F9EE-4544-AE85-C677B160F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BEFE1D-70A0-4D43-88BC-CE206330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9E3B60-51BF-4ADB-8CDE-EDC27C9C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437CBE-CB7D-48A6-91AE-8B98B28A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37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014DF-C048-41DC-A8F4-173DED41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12FF7A-543D-47C5-81B4-C30AFB7B9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F29F47-2CA5-4461-BE91-CA6E55CCE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EB71B-02BF-46C2-8711-AE98D698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8F305C-DB9B-468C-A110-24AF738E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F9966F-CE5A-4E56-8350-4CFB9011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3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A82CA-8E92-4205-BEF6-E2D43EC7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E6AFF2-9195-4752-B5CF-6C96C20AF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41745-205B-409D-A638-0714E805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04F610-5934-42E8-BA7E-3DF59BCD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554FC4-CCC6-49DA-AFC7-5192CA604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65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8A084E-DD6C-43F6-BB2E-A3BB8BCC3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31955F-5640-4EE1-9A8E-80DBC32BB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20D6F-7A99-4591-A88F-1942D885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034E6-E23C-4D36-851B-73A28FE1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4A8706-52A9-457E-B6C9-DE89B152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14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72BD0B-36FB-4F25-A99F-D1A2E7CF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AAE2A4-B572-4A55-A830-1EF324E40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D06D7-C88E-42CE-9C73-E0CEAB18D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B83DD-B5C9-4C4E-8738-6A13F2B10E6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331FB1-4FE9-402E-AE5C-DEF424A20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63284-3809-4857-A7CD-FF732BD2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9E462-9D3C-4CAA-B298-0798D06C4B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33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9D40DD-2F5B-4FEE-A2F0-59FCF1A6D84E}"/>
              </a:ext>
            </a:extLst>
          </p:cNvPr>
          <p:cNvSpPr/>
          <p:nvPr/>
        </p:nvSpPr>
        <p:spPr>
          <a:xfrm>
            <a:off x="2341416" y="471053"/>
            <a:ext cx="4696691" cy="53340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6E06A-5916-4A46-9CEF-F7F8A9283CE7}"/>
              </a:ext>
            </a:extLst>
          </p:cNvPr>
          <p:cNvSpPr txBox="1"/>
          <p:nvPr/>
        </p:nvSpPr>
        <p:spPr>
          <a:xfrm>
            <a:off x="4071643" y="68361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Flask </a:t>
            </a:r>
            <a:r>
              <a:rPr lang="ko-KR" altLang="en-US" dirty="0"/>
              <a:t>서버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BF5056-0603-497D-AD75-19148CB456B5}"/>
              </a:ext>
            </a:extLst>
          </p:cNvPr>
          <p:cNvSpPr/>
          <p:nvPr/>
        </p:nvSpPr>
        <p:spPr>
          <a:xfrm>
            <a:off x="8215745" y="946664"/>
            <a:ext cx="1634839" cy="2988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25700-2255-489E-8846-0BDB06EAD28C}"/>
              </a:ext>
            </a:extLst>
          </p:cNvPr>
          <p:cNvSpPr txBox="1"/>
          <p:nvPr/>
        </p:nvSpPr>
        <p:spPr>
          <a:xfrm>
            <a:off x="8070945" y="471053"/>
            <a:ext cx="192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Kakao</a:t>
            </a:r>
            <a:r>
              <a:rPr lang="en-US" altLang="ko-KR" dirty="0"/>
              <a:t> </a:t>
            </a:r>
            <a:r>
              <a:rPr lang="en-US" altLang="ko-KR" dirty="0" err="1"/>
              <a:t>api</a:t>
            </a:r>
            <a:r>
              <a:rPr lang="en-US" altLang="ko-KR" dirty="0"/>
              <a:t> server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2BF4836-3DA6-4738-8795-40BA5491183C}"/>
              </a:ext>
            </a:extLst>
          </p:cNvPr>
          <p:cNvCxnSpPr/>
          <p:nvPr/>
        </p:nvCxnSpPr>
        <p:spPr>
          <a:xfrm>
            <a:off x="7051967" y="1944191"/>
            <a:ext cx="1163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823FA32-1708-45B1-9ECB-7BBB20863C93}"/>
              </a:ext>
            </a:extLst>
          </p:cNvPr>
          <p:cNvCxnSpPr/>
          <p:nvPr/>
        </p:nvCxnSpPr>
        <p:spPr>
          <a:xfrm>
            <a:off x="7051967" y="3537464"/>
            <a:ext cx="116377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B5A556-AE9B-4CD0-A21E-7A8C0F9A830C}"/>
              </a:ext>
            </a:extLst>
          </p:cNvPr>
          <p:cNvSpPr/>
          <p:nvPr/>
        </p:nvSpPr>
        <p:spPr>
          <a:xfrm>
            <a:off x="247650" y="471053"/>
            <a:ext cx="1524000" cy="53340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7E6395-D530-4316-96B8-5649B6B42FD2}"/>
              </a:ext>
            </a:extLst>
          </p:cNvPr>
          <p:cNvSpPr txBox="1"/>
          <p:nvPr/>
        </p:nvSpPr>
        <p:spPr>
          <a:xfrm>
            <a:off x="575638" y="683614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client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3FDF2E1-8A95-4AC8-A60A-D93C8586F356}"/>
              </a:ext>
            </a:extLst>
          </p:cNvPr>
          <p:cNvCxnSpPr>
            <a:cxnSpLocks/>
          </p:cNvCxnSpPr>
          <p:nvPr/>
        </p:nvCxnSpPr>
        <p:spPr>
          <a:xfrm>
            <a:off x="1771650" y="2341418"/>
            <a:ext cx="569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1AA29B6-5C4B-4689-A865-C11C2E0C9963}"/>
              </a:ext>
            </a:extLst>
          </p:cNvPr>
          <p:cNvCxnSpPr>
            <a:cxnSpLocks/>
          </p:cNvCxnSpPr>
          <p:nvPr/>
        </p:nvCxnSpPr>
        <p:spPr>
          <a:xfrm>
            <a:off x="1771650" y="3934691"/>
            <a:ext cx="569766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790E0D-C935-475B-97D1-F2A8F44500CD}"/>
              </a:ext>
            </a:extLst>
          </p:cNvPr>
          <p:cNvSpPr/>
          <p:nvPr/>
        </p:nvSpPr>
        <p:spPr>
          <a:xfrm>
            <a:off x="8215745" y="4475884"/>
            <a:ext cx="1634839" cy="1435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CA18AE-A74D-48DB-8F1D-5D528B525DFB}"/>
              </a:ext>
            </a:extLst>
          </p:cNvPr>
          <p:cNvSpPr txBox="1"/>
          <p:nvPr/>
        </p:nvSpPr>
        <p:spPr>
          <a:xfrm>
            <a:off x="8634657" y="4111973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mysql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29A9830-4691-4EA2-BDB7-BFDC77BC0410}"/>
              </a:ext>
            </a:extLst>
          </p:cNvPr>
          <p:cNvSpPr/>
          <p:nvPr/>
        </p:nvSpPr>
        <p:spPr>
          <a:xfrm>
            <a:off x="10643270" y="1934986"/>
            <a:ext cx="1634839" cy="29880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ED099B-83C3-4133-AE6F-ECFACECEE548}"/>
              </a:ext>
            </a:extLst>
          </p:cNvPr>
          <p:cNvSpPr txBox="1"/>
          <p:nvPr/>
        </p:nvSpPr>
        <p:spPr>
          <a:xfrm>
            <a:off x="10498470" y="1459375"/>
            <a:ext cx="1985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기상청 </a:t>
            </a:r>
            <a:r>
              <a:rPr lang="en-US" altLang="ko-KR" dirty="0" err="1"/>
              <a:t>api</a:t>
            </a:r>
            <a:r>
              <a:rPr lang="en-US" altLang="ko-KR" dirty="0"/>
              <a:t> server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3E20305-A716-495A-9E73-D0CF1FA9EDB3}"/>
              </a:ext>
            </a:extLst>
          </p:cNvPr>
          <p:cNvCxnSpPr>
            <a:cxnSpLocks/>
          </p:cNvCxnSpPr>
          <p:nvPr/>
        </p:nvCxnSpPr>
        <p:spPr>
          <a:xfrm>
            <a:off x="7051967" y="2096591"/>
            <a:ext cx="3591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925BEDC-91CC-4344-B10B-74DF9690F371}"/>
              </a:ext>
            </a:extLst>
          </p:cNvPr>
          <p:cNvCxnSpPr>
            <a:cxnSpLocks/>
          </p:cNvCxnSpPr>
          <p:nvPr/>
        </p:nvCxnSpPr>
        <p:spPr>
          <a:xfrm>
            <a:off x="7051967" y="3689864"/>
            <a:ext cx="35913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FA68B9A-3921-40E2-AF2E-75C54C310034}"/>
              </a:ext>
            </a:extLst>
          </p:cNvPr>
          <p:cNvCxnSpPr/>
          <p:nvPr/>
        </p:nvCxnSpPr>
        <p:spPr>
          <a:xfrm>
            <a:off x="7051967" y="5088081"/>
            <a:ext cx="1163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65A70B0-C116-42D6-8CD4-99372BBD0B15}"/>
              </a:ext>
            </a:extLst>
          </p:cNvPr>
          <p:cNvCxnSpPr/>
          <p:nvPr/>
        </p:nvCxnSpPr>
        <p:spPr>
          <a:xfrm>
            <a:off x="7051967" y="5557404"/>
            <a:ext cx="116377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44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9D40DD-2F5B-4FEE-A2F0-59FCF1A6D84E}"/>
              </a:ext>
            </a:extLst>
          </p:cNvPr>
          <p:cNvSpPr/>
          <p:nvPr/>
        </p:nvSpPr>
        <p:spPr>
          <a:xfrm>
            <a:off x="2341416" y="471053"/>
            <a:ext cx="4696691" cy="53340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6E06A-5916-4A46-9CEF-F7F8A9283CE7}"/>
              </a:ext>
            </a:extLst>
          </p:cNvPr>
          <p:cNvSpPr txBox="1"/>
          <p:nvPr/>
        </p:nvSpPr>
        <p:spPr>
          <a:xfrm>
            <a:off x="4071643" y="6836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추천엔진</a:t>
            </a:r>
          </a:p>
        </p:txBody>
      </p:sp>
    </p:spTree>
    <p:extLst>
      <p:ext uri="{BB962C8B-B14F-4D97-AF65-F5344CB8AC3E}">
        <p14:creationId xmlns:p14="http://schemas.microsoft.com/office/powerpoint/2010/main" val="1862696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MYCOM</dc:creator>
  <cp:lastModifiedBy>MYCOM</cp:lastModifiedBy>
  <cp:revision>3</cp:revision>
  <dcterms:created xsi:type="dcterms:W3CDTF">2025-12-17T09:12:56Z</dcterms:created>
  <dcterms:modified xsi:type="dcterms:W3CDTF">2025-12-17T09:29:48Z</dcterms:modified>
</cp:coreProperties>
</file>