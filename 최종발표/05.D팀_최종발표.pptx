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2" r:id="rId1"/>
  </p:sldMasterIdLst>
  <p:notesMasterIdLst>
    <p:notesMasterId r:id="rId32"/>
  </p:notesMasterIdLst>
  <p:sldIdLst>
    <p:sldId id="289" r:id="rId2"/>
    <p:sldId id="291" r:id="rId3"/>
    <p:sldId id="333" r:id="rId4"/>
    <p:sldId id="365" r:id="rId5"/>
    <p:sldId id="372" r:id="rId6"/>
    <p:sldId id="364" r:id="rId7"/>
    <p:sldId id="294" r:id="rId8"/>
    <p:sldId id="397" r:id="rId9"/>
    <p:sldId id="295" r:id="rId10"/>
    <p:sldId id="375" r:id="rId11"/>
    <p:sldId id="348" r:id="rId12"/>
    <p:sldId id="376" r:id="rId13"/>
    <p:sldId id="380" r:id="rId14"/>
    <p:sldId id="377" r:id="rId15"/>
    <p:sldId id="378" r:id="rId16"/>
    <p:sldId id="379" r:id="rId17"/>
    <p:sldId id="381" r:id="rId18"/>
    <p:sldId id="382" r:id="rId19"/>
    <p:sldId id="383" r:id="rId20"/>
    <p:sldId id="387" r:id="rId21"/>
    <p:sldId id="385" r:id="rId22"/>
    <p:sldId id="384" r:id="rId23"/>
    <p:sldId id="386" r:id="rId24"/>
    <p:sldId id="398" r:id="rId25"/>
    <p:sldId id="388" r:id="rId26"/>
    <p:sldId id="399" r:id="rId27"/>
    <p:sldId id="392" r:id="rId28"/>
    <p:sldId id="335" r:id="rId29"/>
    <p:sldId id="390" r:id="rId30"/>
    <p:sldId id="400" r:id="rId31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567" userDrawn="1">
          <p15:clr>
            <a:srgbClr val="A4A3A4"/>
          </p15:clr>
        </p15:guide>
        <p15:guide id="2" pos="322" userDrawn="1">
          <p15:clr>
            <a:srgbClr val="A4A3A4"/>
          </p15:clr>
        </p15:guide>
        <p15:guide id="3" pos="7398" userDrawn="1">
          <p15:clr>
            <a:srgbClr val="A4A3A4"/>
          </p15:clr>
        </p15:guide>
        <p15:guide id="4" pos="3837" userDrawn="1">
          <p15:clr>
            <a:srgbClr val="A4A3A4"/>
          </p15:clr>
        </p15:guide>
        <p15:guide id="5" orient="horz" pos="4017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60000"/>
    <a:srgbClr val="000000"/>
    <a:srgbClr val="6E66D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428" autoAdjust="0"/>
    <p:restoredTop sz="85059" autoAdjust="0"/>
  </p:normalViewPr>
  <p:slideViewPr>
    <p:cSldViewPr snapToObjects="1">
      <p:cViewPr varScale="1">
        <p:scale>
          <a:sx n="97" d="100"/>
          <a:sy n="97" d="100"/>
        </p:scale>
        <p:origin x="1548" y="78"/>
      </p:cViewPr>
      <p:guideLst>
        <p:guide orient="horz" pos="1567"/>
        <p:guide pos="322"/>
        <p:guide pos="7398"/>
        <p:guide pos="3837"/>
        <p:guide orient="horz" pos="4017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36004" cy="36004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23D9562-6110-4F8B-BDF1-EEA3A3FF54C6}" type="datetimeFigureOut">
              <a:rPr lang="ko-KR" altLang="en-US" smtClean="0"/>
              <a:t>2025-12-19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73BCE2C-94A3-4A8C-8D80-7DF8828A588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3948319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기존 추천 서비스 분석하여 기획 방향성을 잡았습니다</a:t>
            </a:r>
            <a:r>
              <a:rPr lang="en-US" altLang="ko-KR" dirty="0"/>
              <a:t>. </a:t>
            </a:r>
            <a:r>
              <a:rPr lang="ko-KR" altLang="en-US" dirty="0"/>
              <a:t>해당 사이트는 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73BCE2C-94A3-4A8C-8D80-7DF8828A5884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8101497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기존 서비스의 아쉬운 점들을 보완하고자 위치 정보와 실시간 날씨를 활용해 사용자의 상황에 적합한 항목</a:t>
            </a:r>
            <a:r>
              <a:rPr lang="en-US" altLang="ko-KR" dirty="0"/>
              <a:t>(</a:t>
            </a:r>
            <a:r>
              <a:rPr lang="ko-KR" altLang="en-US" dirty="0"/>
              <a:t>음식과 음식점</a:t>
            </a:r>
            <a:r>
              <a:rPr lang="en-US" altLang="ko-KR" dirty="0"/>
              <a:t>)</a:t>
            </a:r>
            <a:r>
              <a:rPr lang="ko-KR" altLang="en-US" dirty="0"/>
              <a:t>들을 추천</a:t>
            </a:r>
            <a:endParaRPr lang="en-US" altLang="ko-KR" dirty="0"/>
          </a:p>
          <a:p>
            <a:r>
              <a:rPr lang="ko-KR" altLang="en-US" dirty="0"/>
              <a:t>추천 음식과 음식점에 랭킹을 매겨 가장 점수가 높은 항목을 제공하며</a:t>
            </a:r>
            <a:r>
              <a:rPr lang="en-US" altLang="ko-KR" dirty="0"/>
              <a:t>,</a:t>
            </a:r>
            <a:r>
              <a:rPr lang="ko-KR" altLang="en-US" dirty="0"/>
              <a:t> 매일 반복되는 음식 선택 과정이 불쾌한 경험이 되지 않도록 했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마지막 사용자의 검색기록</a:t>
            </a:r>
            <a:r>
              <a:rPr lang="en-US" altLang="ko-KR" dirty="0"/>
              <a:t>, </a:t>
            </a:r>
            <a:r>
              <a:rPr lang="ko-KR" altLang="en-US" dirty="0"/>
              <a:t>추천 히스토리</a:t>
            </a:r>
            <a:r>
              <a:rPr lang="en-US" altLang="ko-KR" dirty="0"/>
              <a:t>, </a:t>
            </a:r>
            <a:r>
              <a:rPr lang="ko-KR" altLang="en-US" dirty="0"/>
              <a:t>선택한 음식과 음식점을 수집하여 추후 서비스의 품질을 고도화 할 수 있도록 했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73BCE2C-94A3-4A8C-8D80-7DF8828A5884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9400238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간단한 서비스 개요</a:t>
            </a:r>
            <a:endParaRPr lang="en-US" altLang="ko-KR" dirty="0"/>
          </a:p>
          <a:p>
            <a:r>
              <a:rPr lang="en-US" altLang="ko-KR" b="1" i="0" dirty="0">
                <a:solidFill>
                  <a:srgbClr val="222222"/>
                </a:solidFill>
                <a:effectLst/>
                <a:latin typeface="-apple-system"/>
              </a:rPr>
              <a:t>LCC(</a:t>
            </a:r>
            <a:r>
              <a:rPr lang="ko-KR" altLang="en-US" b="1" i="0" dirty="0" err="1">
                <a:solidFill>
                  <a:srgbClr val="222222"/>
                </a:solidFill>
                <a:effectLst/>
                <a:latin typeface="-apple-system"/>
              </a:rPr>
              <a:t>람베르트</a:t>
            </a:r>
            <a:r>
              <a:rPr lang="ko-KR" altLang="en-US" b="1" i="0" dirty="0">
                <a:solidFill>
                  <a:srgbClr val="222222"/>
                </a:solidFill>
                <a:effectLst/>
                <a:latin typeface="-apple-system"/>
              </a:rPr>
              <a:t> 정각원추도법</a:t>
            </a:r>
            <a:r>
              <a:rPr lang="en-US" altLang="ko-KR" b="0" i="0" dirty="0">
                <a:solidFill>
                  <a:srgbClr val="222222"/>
                </a:solidFill>
                <a:effectLst/>
                <a:latin typeface="-apple-system"/>
              </a:rPr>
              <a:t>)</a:t>
            </a:r>
            <a:r>
              <a:rPr lang="en-US" altLang="ko-KR" b="1" dirty="0"/>
              <a:t> DFS(</a:t>
            </a:r>
            <a:r>
              <a:rPr lang="ko-KR" altLang="en-US" b="1" dirty="0"/>
              <a:t>기상청 격자</a:t>
            </a:r>
            <a:r>
              <a:rPr lang="en-US" altLang="ko-KR" b="1" dirty="0"/>
              <a:t>)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73BCE2C-94A3-4A8C-8D80-7DF8828A5884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2642820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73BCE2C-94A3-4A8C-8D80-7DF8828A5884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7600214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리뷰 원본에는 평점</a:t>
            </a:r>
            <a:r>
              <a:rPr lang="en-US" altLang="ko-KR" dirty="0"/>
              <a:t>x </a:t>
            </a:r>
            <a:r>
              <a:rPr lang="ko-KR" altLang="en-US" dirty="0"/>
              <a:t>감성 점수를 산출하기 위해 리뷰 </a:t>
            </a:r>
            <a:r>
              <a:rPr lang="ko-KR" altLang="en-US" dirty="0" err="1"/>
              <a:t>라벨링</a:t>
            </a:r>
            <a:r>
              <a:rPr lang="ko-KR" altLang="en-US" dirty="0"/>
              <a:t> 진행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73BCE2C-94A3-4A8C-8D80-7DF8828A5884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60969793"/>
      </p:ext>
    </p:extLst>
  </p:cSld>
  <p:clrMapOvr>
    <a:masterClrMapping/>
  </p:clrMapOvr>
</p:notes>
</file>

<file path=ppt/notesSlides/notesSlide6.xml><?xml version="1.0" encoding="utf-8"?>
<mc:AlternateContent xmlns:mc="http://schemas.openxmlformats.org/markup-compatibility/2006" xmlns:p14="http://schemas.microsoft.com/office/powerpoint/2010/main">
  <mc:Choice Requires="p14">
    <p:notes xmlns:a="http://schemas.openxmlformats.org/drawingml/2006/main" xmlns:r="http://schemas.openxmlformats.org/officeDocument/2006/relationships" xmlns:p="http://schemas.openxmlformats.org/presentationml/2006/main">
      <p:cSld>
        <p:spTree>
          <p:nvGrpSpPr>
            <p:cNvPr id="1" name=""/>
            <p:cNvGrpSpPr/>
            <p:nvPr/>
          </p:nvGrpSpPr>
          <p:grpSpPr>
            <a:xfrm>
              <a:off x="0" y="0"/>
              <a:ext cx="0" cy="0"/>
              <a:chOff x="0" y="0"/>
              <a:chExt cx="0" cy="0"/>
            </a:xfrm>
          </p:grpSpPr>
          <p:sp>
            <p:nvSpPr>
              <p:cNvPr id="2" name="슬라이드 이미지 개체 틀 3"/>
              <p:cNvSpPr>
                <a:spLocks noGrp="1" noRot="1" noChangeAspect="1"/>
              </p:cNvSpPr>
              <p:nvPr>
                <p:ph type="sldImg" idx="2"/>
              </p:nvPr>
            </p:nvSpPr>
            <p:spPr>
              <a:xfrm>
                <a:off x="685800" y="1143000"/>
                <a:ext cx="5486400" cy="3086100"/>
              </a:xfrm>
              <a:prstGeom prst="rect">
                <a:avLst/>
              </a:prstGeom>
              <a:noFill/>
              <a:ln w="12700" cap="flat" cmpd="sng">
                <a:solidFill>
                  <a:srgbClr val="000000">
                    <a:alpha val="100000"/>
                  </a:srgbClr>
                </a:solidFill>
                <a:prstDash val="solid"/>
              </a:ln>
            </p:spPr>
            <p:txBody>
              <a:bodyPr vert="horz" wrap="square" lIns="91440" tIns="45720" rIns="91440" bIns="45720" numCol="1" anchor="ctr">
                <a:noAutofit/>
              </a:bodyPr>
              <a:lstStyle/>
              <a:p>
                <a:pPr marL="0" indent="0" latinLnBrk="0">
                  <a:buFontTx/>
                  <a:buNone/>
                </a:pPr>
                <a:endParaRPr lang="ko-KR" altLang="en-US"/>
              </a:p>
            </p:txBody>
          </p:sp>
          <p:sp>
            <p:nvSpPr>
              <p:cNvPr id="3" name="슬라이드 노트 개체 틀 4"/>
              <p:cNvSpPr txBox="1">
                <a:spLocks noGrp="1"/>
              </p:cNvSpPr>
              <p:nvPr>
                <p:ph type="body" idx="3"/>
              </p:nvPr>
            </p:nvSpPr>
            <p:spPr>
              <a:xfrm>
                <a:off x="685800" y="4400550"/>
                <a:ext cx="5487035" cy="3601085"/>
              </a:xfrm>
              <a:prstGeom prst="rect">
                <a:avLst/>
              </a:prstGeom>
            </p:spPr>
            <p:txBody>
              <a:bodyPr vert="horz" wrap="square" lIns="91440" tIns="45720" rIns="91440" bIns="45720" numCol="1" anchor="t">
                <a:noAutofit/>
              </a:bodyPr>
              <a:lstStyle/>
              <a:p>
                <a:pPr marL="0" indent="0"/>
                <a:r>
                  <a:rPr lang="ko-KR" altLang="en-US"/>
                  <a:t>최신 만족도를 반영 할 수 있는 최근 10개 리뷰를 수집</a:t>
                </a:r>
              </a:p>
            </p:txBody>
          </p:sp>
          <p:sp>
            <p:nvSpPr>
              <p:cNvPr id="4" name="슬라이드 번호 개체 틀 6"/>
              <p:cNvSpPr txBox="1">
                <a:spLocks noGrp="1"/>
              </p:cNvSpPr>
              <p:nvPr>
                <p:ph type="sldNum" idx="5"/>
              </p:nvPr>
            </p:nvSpPr>
            <p:spPr>
              <a:xfrm>
                <a:off x="3884930" y="8685530"/>
                <a:ext cx="2972435" cy="459105"/>
              </a:xfrm>
              <a:prstGeom prst="rect">
                <a:avLst/>
              </a:prstGeom>
            </p:spPr>
            <p:txBody>
              <a:bodyPr vert="horz" wrap="square" lIns="91440" tIns="45720" rIns="91440" bIns="45720" numCol="1" anchor="b">
                <a:noAutofit/>
              </a:bodyPr>
              <a:lstStyle>
                <a:lvl1pPr marL="0" indent="0" algn="r" latinLnBrk="0">
                  <a:buFontTx/>
                  <a:buNone/>
                  <a:defRPr lang="en-GB" altLang="en-US" sz="1200"/>
                </a:lvl1pPr>
              </a:lstStyle>
              <a:p>
                <a:pPr marL="0" indent="0" latinLnBrk="0">
                  <a:buFontTx/>
                  <a:buNone/>
                </a:pPr>
                <a:fld id="{B9320F77-B9A0-41C5-862A-B4B631284C64}" type="slidenum">
                  <a:rPr lang="ko-KR" altLang="en-US"/>
                  <a:t>12</a:t>
                </a:fld>
                <a:endParaRPr lang="ko-KR" altLang="en-US"/>
              </a:p>
            </p:txBody>
          </p:sp>
        </p:spTree>
      </p:cSld>
      <p:clrMapOvr>
        <a:masterClrMapping/>
      </p:clrMapOvr>
    </p:notes>
  </mc:Choice>
  <mc:Fallback xmlns:p14="http://schemas.microsoft.com/office/powerpoint/2010/main" xmlns="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>
    <p:transition spd="slow"/>
  </mc:Fallback>
</mc:AlternateContent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7035" cy="3086735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7035" cy="3601085"/>
          </a:xfrm>
        </p:spPr>
        <p:txBody>
          <a:bodyPr vert="horz" wrap="square" lIns="91440" tIns="45720" rIns="91440" bIns="45720" numCol="1" anchor="t">
            <a:noAutofit/>
          </a:bodyPr>
          <a:lstStyle/>
          <a:p>
            <a:pPr marL="0" indent="0"/>
            <a:r>
              <a:rPr lang="ko-KR" altLang="en-US"/>
              <a:t>음식점 추천 품질을 높이는데 활용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>
          <a:xfrm>
            <a:off x="3884930" y="8685530"/>
            <a:ext cx="2972435" cy="459105"/>
          </a:xfrm>
        </p:spPr>
        <p:txBody>
          <a:bodyPr/>
          <a:lstStyle/>
          <a:p>
            <a:fld id="{173BCE2C-94A3-4A8C-8D80-7DF8828A5884}" type="slidenum">
              <a:rPr lang="ko-KR" altLang="en-US" smtClean="0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20459796"/>
      </p:ext>
    </p:extLst>
  </p:cSld>
  <p:clrMapOvr>
    <a:masterClrMapping/>
  </p:clrMapOvr>
</p:notes>
</file>

<file path=ppt/notesSlides/notesSlide8.xml><?xml version="1.0" encoding="utf-8"?>
<mc:AlternateContent xmlns:mc="http://schemas.openxmlformats.org/markup-compatibility/2006" xmlns:p14="http://schemas.microsoft.com/office/powerpoint/2010/main">
  <mc:Choice Requires="p14">
    <p:notes xmlns:a="http://schemas.openxmlformats.org/drawingml/2006/main" xmlns:r="http://schemas.openxmlformats.org/officeDocument/2006/relationships" xmlns:p="http://schemas.openxmlformats.org/presentationml/2006/main">
      <p:cSld>
        <p:spTree>
          <p:nvGrpSpPr>
            <p:cNvPr id="1" name=""/>
            <p:cNvGrpSpPr/>
            <p:nvPr/>
          </p:nvGrpSpPr>
          <p:grpSpPr>
            <a:xfrm>
              <a:off x="0" y="0"/>
              <a:ext cx="0" cy="0"/>
              <a:chOff x="0" y="0"/>
              <a:chExt cx="0" cy="0"/>
            </a:xfrm>
          </p:grpSpPr>
          <p:sp>
            <p:nvSpPr>
              <p:cNvPr id="2" name="슬라이드 이미지 개체 틀 3"/>
              <p:cNvSpPr>
                <a:spLocks noGrp="1" noRot="1" noChangeAspect="1"/>
              </p:cNvSpPr>
              <p:nvPr>
                <p:ph type="sldImg" idx="2"/>
              </p:nvPr>
            </p:nvSpPr>
            <p:spPr>
              <a:xfrm>
                <a:off x="685800" y="1143000"/>
                <a:ext cx="5487035" cy="3086735"/>
              </a:xfrm>
              <a:prstGeom prst="rect">
                <a:avLst/>
              </a:prstGeom>
              <a:noFill/>
              <a:ln w="12700" cap="flat" cmpd="sng">
                <a:solidFill>
                  <a:srgbClr val="000000">
                    <a:alpha val="100000"/>
                  </a:srgbClr>
                </a:solidFill>
                <a:prstDash val="solid"/>
              </a:ln>
            </p:spPr>
            <p:txBody>
              <a:bodyPr vert="horz" wrap="square" lIns="91440" tIns="45720" rIns="91440" bIns="45720" numCol="1" anchor="ctr">
                <a:noAutofit/>
              </a:bodyPr>
              <a:lstStyle/>
              <a:p>
                <a:pPr marL="0" indent="0" latinLnBrk="0">
                  <a:buFontTx/>
                  <a:buNone/>
                </a:pPr>
                <a:endParaRPr lang="ko-KR" altLang="en-US"/>
              </a:p>
            </p:txBody>
          </p:sp>
          <p:sp>
            <p:nvSpPr>
              <p:cNvPr id="3" name="슬라이드 노트 개체 틀 4"/>
              <p:cNvSpPr txBox="1">
                <a:spLocks noGrp="1"/>
              </p:cNvSpPr>
              <p:nvPr>
                <p:ph type="body" idx="3"/>
              </p:nvPr>
            </p:nvSpPr>
            <p:spPr>
              <a:xfrm>
                <a:off x="685800" y="4400550"/>
                <a:ext cx="5487035" cy="3601085"/>
              </a:xfrm>
              <a:prstGeom prst="rect">
                <a:avLst/>
              </a:prstGeom>
            </p:spPr>
            <p:txBody>
              <a:bodyPr vert="horz" wrap="square" lIns="91440" tIns="45720" rIns="91440" bIns="45720" numCol="1" anchor="t">
                <a:noAutofit/>
              </a:bodyPr>
              <a:lstStyle/>
              <a:p>
                <a:pPr marL="0" indent="0"/>
                <a:r>
                  <a:rPr lang="ko-KR" altLang="en-US" dirty="0"/>
                  <a:t>예측 품질을 높이기 위해 </a:t>
                </a:r>
                <a:r>
                  <a:rPr lang="ko-KR" altLang="en-US" dirty="0" err="1"/>
                  <a:t>konlpy로</a:t>
                </a:r>
                <a:r>
                  <a:rPr lang="ko-KR" altLang="en-US" dirty="0"/>
                  <a:t> </a:t>
                </a:r>
                <a:r>
                  <a:rPr lang="ko-KR" altLang="en-US" dirty="0" err="1"/>
                  <a:t>명사,형용사,동사만</a:t>
                </a:r>
                <a:r>
                  <a:rPr lang="ko-KR" altLang="en-US" dirty="0"/>
                  <a:t> 추출해 토큰화 하였으며</a:t>
                </a:r>
              </a:p>
              <a:p>
                <a:pPr marL="0" indent="0"/>
                <a:r>
                  <a:rPr lang="ko-KR" altLang="en-US" dirty="0"/>
                  <a:t>단어의 빈도와 희귀도를 고려하는 TF-</a:t>
                </a:r>
                <a:r>
                  <a:rPr lang="ko-KR" altLang="en-US" dirty="0" err="1"/>
                  <a:t>IDF벡터화</a:t>
                </a:r>
                <a:r>
                  <a:rPr lang="ko-KR" altLang="en-US" dirty="0"/>
                  <a:t> 사용</a:t>
                </a:r>
              </a:p>
              <a:p>
                <a:pPr marL="0" indent="0"/>
                <a:r>
                  <a:rPr lang="ko-KR" altLang="en-US" dirty="0"/>
                  <a:t>소량의 데이터셋을 </a:t>
                </a:r>
                <a:r>
                  <a:rPr lang="ko-KR" altLang="en-US" dirty="0" err="1"/>
                  <a:t>라벨링하여</a:t>
                </a:r>
                <a:r>
                  <a:rPr lang="ko-KR" altLang="en-US" dirty="0"/>
                  <a:t> </a:t>
                </a:r>
                <a:r>
                  <a:rPr lang="ko-KR" altLang="en-US" dirty="0" err="1"/>
                  <a:t>재학습시키는</a:t>
                </a:r>
                <a:r>
                  <a:rPr lang="ko-KR" altLang="en-US" dirty="0"/>
                  <a:t> 준지도학습 방식 사용</a:t>
                </a:r>
              </a:p>
            </p:txBody>
          </p:sp>
          <p:sp>
            <p:nvSpPr>
              <p:cNvPr id="4" name="슬라이드 번호 개체 틀 6"/>
              <p:cNvSpPr txBox="1">
                <a:spLocks noGrp="1"/>
              </p:cNvSpPr>
              <p:nvPr>
                <p:ph type="sldNum" idx="5"/>
              </p:nvPr>
            </p:nvSpPr>
            <p:spPr>
              <a:xfrm>
                <a:off x="3884930" y="8685530"/>
                <a:ext cx="2972435" cy="459105"/>
              </a:xfrm>
              <a:prstGeom prst="rect">
                <a:avLst/>
              </a:prstGeom>
            </p:spPr>
            <p:txBody>
              <a:bodyPr vert="horz" wrap="square" lIns="91440" tIns="45720" rIns="91440" bIns="45720" numCol="1" anchor="b">
                <a:noAutofit/>
              </a:bodyPr>
              <a:lstStyle>
                <a:lvl1pPr marL="0" indent="0" algn="r" latinLnBrk="0">
                  <a:buFontTx/>
                  <a:buNone/>
                  <a:defRPr lang="en-GB" altLang="en-US" sz="1200"/>
                </a:lvl1pPr>
              </a:lstStyle>
              <a:p>
                <a:pPr marL="0" indent="0" latinLnBrk="0">
                  <a:buFontTx/>
                  <a:buNone/>
                </a:pPr>
                <a:fld id="{B9320F77-B9A0-41C5-862A-B4B631284C64}" type="slidenum">
                  <a:rPr lang="ko-KR" altLang="en-US"/>
                  <a:t>14</a:t>
                </a:fld>
                <a:endParaRPr lang="ko-KR" altLang="en-US"/>
              </a:p>
            </p:txBody>
          </p:sp>
        </p:spTree>
      </p:cSld>
      <p:clrMapOvr>
        <a:masterClrMapping/>
      </p:clrMapOvr>
    </p:notes>
  </mc:Choice>
  <mc:Fallback xmlns:p14="http://schemas.microsoft.com/office/powerpoint/2010/main" xmlns="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>
    <p:transition spd="slow"/>
  </mc:Fallback>
</mc:AlternateContent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지도 객체가 </a:t>
            </a:r>
            <a:r>
              <a:rPr lang="ko-KR" altLang="en-US" dirty="0" err="1"/>
              <a:t>생성되어야만</a:t>
            </a:r>
            <a:r>
              <a:rPr lang="ko-KR" altLang="en-US" dirty="0"/>
              <a:t> 후속 기능 실행</a:t>
            </a:r>
          </a:p>
          <a:p>
            <a:r>
              <a:rPr lang="ko-KR" altLang="en-US" dirty="0"/>
              <a:t>사용자에게 즉시 보이는 화면을 먼저 확보하여 초기 </a:t>
            </a:r>
            <a:r>
              <a:rPr lang="en-US" altLang="ko-KR" dirty="0"/>
              <a:t>UX </a:t>
            </a:r>
            <a:r>
              <a:rPr lang="ko-KR" altLang="en-US" dirty="0"/>
              <a:t>안정성을 향상</a:t>
            </a:r>
          </a:p>
          <a:p>
            <a:endParaRPr lang="en-US" altLang="ko-KR" dirty="0"/>
          </a:p>
          <a:p>
            <a:r>
              <a:rPr lang="ko-KR" altLang="en-US" dirty="0"/>
              <a:t>데이터 의존 기능은 백그라운드에서 외부</a:t>
            </a:r>
            <a:r>
              <a:rPr lang="en-US" altLang="ko-KR" dirty="0"/>
              <a:t>, </a:t>
            </a:r>
            <a:r>
              <a:rPr lang="ko-KR" altLang="en-US" dirty="0"/>
              <a:t>내부 </a:t>
            </a:r>
            <a:r>
              <a:rPr lang="en-US" altLang="ko-KR" dirty="0" err="1"/>
              <a:t>api</a:t>
            </a:r>
            <a:r>
              <a:rPr lang="ko-KR" altLang="en-US" dirty="0"/>
              <a:t>가 병렬로 처리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73BCE2C-94A3-4A8C-8D80-7DF8828A5884}" type="slidenum">
              <a:rPr lang="ko-KR" altLang="en-US" smtClean="0"/>
              <a:t>21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5526056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기상청 </a:t>
            </a:r>
            <a:r>
              <a:rPr lang="en-US" altLang="ko-KR" dirty="0"/>
              <a:t>API</a:t>
            </a:r>
            <a:r>
              <a:rPr lang="ko-KR" altLang="en-US" dirty="0"/>
              <a:t>가 요구하는 격자로 좌표 변환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API </a:t>
            </a:r>
            <a:r>
              <a:rPr lang="ko-KR" altLang="en-US" dirty="0"/>
              <a:t>호출 후 해당 날씨를 </a:t>
            </a:r>
            <a:r>
              <a:rPr lang="ko-KR" altLang="en-US" dirty="0" err="1"/>
              <a:t>캐싱해</a:t>
            </a:r>
            <a:r>
              <a:rPr lang="ko-KR" altLang="en-US" dirty="0"/>
              <a:t> 불필요한 호출을 줄였음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73BCE2C-94A3-4A8C-8D80-7DF8828A5884}" type="slidenum">
              <a:rPr lang="ko-KR" altLang="en-US" smtClean="0"/>
              <a:t>22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3115585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음식 클릭 </a:t>
            </a:r>
            <a:r>
              <a:rPr lang="ko-KR" altLang="en-US" dirty="0" err="1"/>
              <a:t>안해도</a:t>
            </a:r>
            <a:r>
              <a:rPr lang="ko-KR" altLang="en-US" dirty="0"/>
              <a:t> 음식점 목록 추천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73BCE2C-94A3-4A8C-8D80-7DF8828A5884}" type="slidenum">
              <a:rPr lang="ko-KR" altLang="en-US" smtClean="0"/>
              <a:t>23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6402014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음식점 결제 데이터나 시간</a:t>
            </a:r>
            <a:r>
              <a:rPr lang="en-US" altLang="ko-KR" dirty="0"/>
              <a:t>,</a:t>
            </a:r>
            <a:r>
              <a:rPr lang="ko-KR" altLang="en-US" dirty="0"/>
              <a:t>일 단위의 자세한매출을 구할 수 없어</a:t>
            </a:r>
          </a:p>
          <a:p>
            <a:r>
              <a:rPr lang="en-US" altLang="ko-KR" dirty="0"/>
              <a:t>K-Means</a:t>
            </a:r>
            <a:r>
              <a:rPr lang="ko-KR" altLang="en-US" dirty="0"/>
              <a:t>를 통해 구한 군집의 평균 날씨</a:t>
            </a:r>
            <a:r>
              <a:rPr lang="en-US" altLang="ko-KR" dirty="0"/>
              <a:t>, </a:t>
            </a:r>
            <a:r>
              <a:rPr lang="ko-KR" altLang="en-US" dirty="0"/>
              <a:t>시간 등을 분석해 직접 음식 카테고리를 매핑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정답 라벨이 없는 날씨 데이터 특성상</a:t>
            </a:r>
            <a:r>
              <a:rPr lang="en-US" altLang="ko-KR" dirty="0"/>
              <a:t>,</a:t>
            </a:r>
          </a:p>
          <a:p>
            <a:r>
              <a:rPr lang="ko-KR" altLang="en-US" dirty="0"/>
              <a:t>유사한 상황을 묶는 군집 기반 접근이 더 적합하다고 판단</a:t>
            </a:r>
            <a:endParaRPr lang="en-US" altLang="ko-KR" dirty="0"/>
          </a:p>
          <a:p>
            <a:endParaRPr lang="ko-KR" altLang="en-US" dirty="0"/>
          </a:p>
          <a:p>
            <a:r>
              <a:rPr lang="ko-KR" altLang="en-US" dirty="0"/>
              <a:t>사용자의 현재 날씨와 시간을 하나의 상황으로 해석하고</a:t>
            </a:r>
            <a:r>
              <a:rPr lang="en-US" altLang="ko-KR" dirty="0"/>
              <a:t>,</a:t>
            </a:r>
          </a:p>
          <a:p>
            <a:r>
              <a:rPr lang="ko-KR" altLang="en-US" dirty="0"/>
              <a:t>가장 유사한 패턴의 군집을 찾아 음식 카테고리를 추천하는 구조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73BCE2C-94A3-4A8C-8D80-7DF8828A5884}" type="slidenum">
              <a:rPr lang="ko-KR" altLang="en-US" smtClean="0"/>
              <a:t>25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5532317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73BCE2C-94A3-4A8C-8D80-7DF8828A5884}" type="slidenum">
              <a:rPr lang="ko-KR" altLang="en-US" smtClean="0"/>
              <a:t>26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1172143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피드백을 통해 추가함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73BCE2C-94A3-4A8C-8D80-7DF8828A5884}" type="slidenum">
              <a:rPr lang="ko-KR" altLang="en-US" smtClean="0"/>
              <a:t>27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91535947"/>
      </p:ext>
    </p:extLst>
  </p:cSld>
  <p:clrMapOvr>
    <a:masterClrMapping/>
  </p:clrMapOvr>
</p:notes>
</file>

<file path=ppt/notesSlides/notesSlide15.xml><?xml version="1.0" encoding="utf-8"?>
<mc:AlternateContent xmlns:mc="http://schemas.openxmlformats.org/markup-compatibility/2006" xmlns:p14="http://schemas.microsoft.com/office/powerpoint/2010/main">
  <mc:Choice Requires="p14">
    <p:notes xmlns:a="http://schemas.openxmlformats.org/drawingml/2006/main" xmlns:r="http://schemas.openxmlformats.org/officeDocument/2006/relationships" xmlns:p="http://schemas.openxmlformats.org/presentationml/2006/main">
      <p:cSld>
        <p:spTree>
          <p:nvGrpSpPr>
            <p:cNvPr id="1" name=""/>
            <p:cNvGrpSpPr/>
            <p:nvPr/>
          </p:nvGrpSpPr>
          <p:grpSpPr>
            <a:xfrm>
              <a:off x="0" y="0"/>
              <a:ext cx="0" cy="0"/>
              <a:chOff x="0" y="0"/>
              <a:chExt cx="0" cy="0"/>
            </a:xfrm>
          </p:grpSpPr>
          <p:sp>
            <p:nvSpPr>
              <p:cNvPr id="2" name="슬라이드 이미지 개체 틀 3"/>
              <p:cNvSpPr>
                <a:spLocks noGrp="1" noRot="1" noChangeAspect="1"/>
              </p:cNvSpPr>
              <p:nvPr>
                <p:ph type="sldImg" idx="2"/>
              </p:nvPr>
            </p:nvSpPr>
            <p:spPr>
              <a:xfrm>
                <a:off x="685800" y="1143000"/>
                <a:ext cx="5486400" cy="3086100"/>
              </a:xfrm>
              <a:prstGeom prst="rect">
                <a:avLst/>
              </a:prstGeom>
              <a:noFill/>
              <a:ln w="12700" cap="flat" cmpd="sng">
                <a:solidFill>
                  <a:srgbClr val="000000">
                    <a:alpha val="100000"/>
                  </a:srgbClr>
                </a:solidFill>
                <a:prstDash val="solid"/>
              </a:ln>
            </p:spPr>
            <p:txBody>
              <a:bodyPr vert="horz" wrap="square" lIns="91440" tIns="45720" rIns="91440" bIns="45720" numCol="1" anchor="ctr">
                <a:noAutofit/>
              </a:bodyPr>
              <a:lstStyle/>
              <a:p>
                <a:pPr marL="0" indent="0" latinLnBrk="0">
                  <a:buFontTx/>
                  <a:buNone/>
                </a:pPr>
                <a:endParaRPr lang="ko-KR" altLang="en-US"/>
              </a:p>
            </p:txBody>
          </p:sp>
          <p:sp>
            <p:nvSpPr>
              <p:cNvPr id="3" name="슬라이드 노트 개체 틀 4"/>
              <p:cNvSpPr txBox="1">
                <a:spLocks noGrp="1"/>
              </p:cNvSpPr>
              <p:nvPr>
                <p:ph type="body" idx="3"/>
              </p:nvPr>
            </p:nvSpPr>
            <p:spPr>
              <a:xfrm>
                <a:off x="685800" y="4400550"/>
                <a:ext cx="5487035" cy="3601085"/>
              </a:xfrm>
              <a:prstGeom prst="rect">
                <a:avLst/>
              </a:prstGeom>
            </p:spPr>
            <p:txBody>
              <a:bodyPr vert="horz" wrap="square" lIns="91440" tIns="45720" rIns="91440" bIns="45720" numCol="1" anchor="t">
                <a:noAutofit/>
              </a:bodyPr>
              <a:lstStyle/>
              <a:p>
                <a:pPr marL="0" indent="0"/>
                <a:r>
                  <a:rPr lang="ko-KR" altLang="en-US" dirty="0"/>
                  <a:t>이용자 검색로그와 사회적인 이벤트</a:t>
                </a:r>
                <a:r>
                  <a:rPr lang="en-US" altLang="ko-KR" dirty="0"/>
                  <a:t>(</a:t>
                </a:r>
                <a:r>
                  <a:rPr lang="ko-KR" altLang="en-US" dirty="0"/>
                  <a:t>지역행사</a:t>
                </a:r>
                <a:r>
                  <a:rPr lang="en-US" altLang="ko-KR" dirty="0"/>
                  <a:t>, </a:t>
                </a:r>
                <a:r>
                  <a:rPr lang="ko-KR" altLang="en-US" dirty="0"/>
                  <a:t>스포츠 시즌 등</a:t>
                </a:r>
                <a:r>
                  <a:rPr lang="en-US" altLang="ko-KR" dirty="0"/>
                  <a:t>)</a:t>
                </a:r>
                <a:r>
                  <a:rPr lang="ko-KR" altLang="en-US" dirty="0"/>
                  <a:t>의 </a:t>
                </a:r>
              </a:p>
              <a:p>
                <a:pPr marL="0" indent="0"/>
                <a:r>
                  <a:rPr lang="ko-KR" altLang="en-US" dirty="0"/>
                  <a:t>상관관계를 분석하여 향후 뉴스</a:t>
                </a:r>
                <a:r>
                  <a:rPr lang="en-US" altLang="ko-KR" dirty="0"/>
                  <a:t>, </a:t>
                </a:r>
                <a:r>
                  <a:rPr lang="en-US" altLang="ko-KR" dirty="0" err="1"/>
                  <a:t>sns</a:t>
                </a:r>
                <a:r>
                  <a:rPr lang="ko-KR" altLang="en-US" dirty="0"/>
                  <a:t>등의 정보와 연결하여</a:t>
                </a:r>
              </a:p>
              <a:p>
                <a:pPr marL="0" indent="0"/>
                <a:r>
                  <a:rPr lang="ko-KR" altLang="en-US" dirty="0" err="1"/>
                  <a:t>시즌별</a:t>
                </a:r>
                <a:r>
                  <a:rPr lang="ko-KR" altLang="en-US" dirty="0"/>
                  <a:t> 음식 추천기능을 개선할 수 있도록 </a:t>
                </a:r>
              </a:p>
              <a:p>
                <a:pPr marL="0" indent="0"/>
                <a:r>
                  <a:rPr lang="ko-KR" altLang="en-US" dirty="0"/>
                  <a:t>기초데이터 생성</a:t>
                </a:r>
                <a:r>
                  <a:rPr lang="en-US" altLang="ko-KR" dirty="0"/>
                  <a:t>(</a:t>
                </a:r>
                <a:r>
                  <a:rPr lang="ko-KR" altLang="en-US" dirty="0"/>
                  <a:t>이용자 검색로그</a:t>
                </a:r>
                <a:r>
                  <a:rPr lang="en-US" altLang="ko-KR" dirty="0"/>
                  <a:t>)</a:t>
                </a:r>
                <a:r>
                  <a:rPr lang="ko-KR" altLang="en-US" dirty="0"/>
                  <a:t>까지 마쳤다</a:t>
                </a:r>
                <a:endParaRPr lang="en-US" altLang="ko-KR" dirty="0"/>
              </a:p>
              <a:p>
                <a:pPr marL="0" indent="0"/>
                <a:endParaRPr lang="en-US" altLang="ko-KR" dirty="0"/>
              </a:p>
              <a:p>
                <a:pPr marL="0" indent="0"/>
                <a:r>
                  <a:rPr lang="ko-KR" altLang="en-US" dirty="0"/>
                  <a:t>비지도 학습(k-</a:t>
                </a:r>
                <a:r>
                  <a:rPr lang="ko-KR" altLang="en-US" dirty="0" err="1"/>
                  <a:t>means</a:t>
                </a:r>
                <a:r>
                  <a:rPr lang="ko-KR" altLang="en-US" dirty="0"/>
                  <a:t>)이라 정답 보장이 없음 / 클러스터 수(K) 설정이 주관적 / 복잡한 비선형 패턴 표현(LR)에는 한계</a:t>
                </a:r>
              </a:p>
              <a:p>
                <a:pPr marL="0" indent="0"/>
                <a:r>
                  <a:rPr lang="ko-KR" altLang="en-US" dirty="0"/>
                  <a:t>날씨 데이터는 명확한 정답 라벨이 없고, 상황 패턴을 묶는 것이 목적이었기 때문에 K-</a:t>
                </a:r>
                <a:r>
                  <a:rPr lang="ko-KR" altLang="en-US" dirty="0" err="1"/>
                  <a:t>Means가</a:t>
                </a:r>
                <a:r>
                  <a:rPr lang="ko-KR" altLang="en-US" dirty="0"/>
                  <a:t> 문제 정의에 적합한 모델이었다.</a:t>
                </a:r>
              </a:p>
              <a:p>
                <a:pPr marL="0" indent="0"/>
                <a:endParaRPr lang="en-US" altLang="ko-KR" dirty="0"/>
              </a:p>
              <a:p>
                <a:pPr marL="0" indent="0"/>
                <a:r>
                  <a:rPr lang="ko-KR" altLang="en-US" dirty="0"/>
                  <a:t>"최신/</a:t>
                </a:r>
                <a:r>
                  <a:rPr lang="ko-KR" altLang="en-US" dirty="0" err="1"/>
                  <a:t>고성능"은</a:t>
                </a:r>
                <a:r>
                  <a:rPr lang="ko-KR" altLang="en-US" dirty="0"/>
                  <a:t> 아니지만, 프로젝트 </a:t>
                </a:r>
                <a:r>
                  <a:rPr lang="ko-KR" altLang="en-US" dirty="0" err="1"/>
                  <a:t>목적·데이터</a:t>
                </a:r>
                <a:r>
                  <a:rPr lang="ko-KR" altLang="en-US" dirty="0"/>
                  <a:t> </a:t>
                </a:r>
                <a:r>
                  <a:rPr lang="ko-KR" altLang="en-US" dirty="0" err="1"/>
                  <a:t>조건·설명</a:t>
                </a:r>
                <a:r>
                  <a:rPr lang="ko-KR" altLang="en-US" dirty="0"/>
                  <a:t> 가능성 측면에서는 충분히 합리적인 선택이었다고 생각.</a:t>
                </a:r>
              </a:p>
              <a:p>
                <a:pPr marL="0" indent="0"/>
                <a:endParaRPr lang="ko-KR" altLang="en-US" dirty="0"/>
              </a:p>
              <a:p>
                <a:pPr marL="0" indent="0"/>
                <a:r>
                  <a:rPr lang="ko-KR" altLang="en-US" dirty="0"/>
                  <a:t>‘서비스 문제를 어떻게 정의하고 </a:t>
                </a:r>
                <a:r>
                  <a:rPr lang="ko-KR" altLang="en-US" dirty="0" err="1"/>
                  <a:t>해결했는가’에</a:t>
                </a:r>
                <a:r>
                  <a:rPr lang="ko-KR" altLang="en-US" dirty="0"/>
                  <a:t> 초점</a:t>
                </a:r>
              </a:p>
            </p:txBody>
          </p:sp>
          <p:sp>
            <p:nvSpPr>
              <p:cNvPr id="4" name="슬라이드 번호 개체 틀 6"/>
              <p:cNvSpPr txBox="1">
                <a:spLocks noGrp="1"/>
              </p:cNvSpPr>
              <p:nvPr>
                <p:ph type="sldNum" idx="5"/>
              </p:nvPr>
            </p:nvSpPr>
            <p:spPr>
              <a:xfrm>
                <a:off x="3884930" y="8685530"/>
                <a:ext cx="2972435" cy="459105"/>
              </a:xfrm>
              <a:prstGeom prst="rect">
                <a:avLst/>
              </a:prstGeom>
            </p:spPr>
            <p:txBody>
              <a:bodyPr vert="horz" wrap="square" lIns="91440" tIns="45720" rIns="91440" bIns="45720" numCol="1" anchor="b">
                <a:noAutofit/>
              </a:bodyPr>
              <a:lstStyle>
                <a:lvl1pPr marL="0" indent="0" algn="r" latinLnBrk="0">
                  <a:buFontTx/>
                  <a:buNone/>
                  <a:defRPr lang="en-GB" altLang="en-US" sz="1200"/>
                </a:lvl1pPr>
              </a:lstStyle>
              <a:p>
                <a:pPr marL="0" indent="0" latinLnBrk="0">
                  <a:buFontTx/>
                  <a:buNone/>
                </a:pPr>
                <a:fld id="{B9320F77-B9A0-41C5-862A-B4B631284C64}" type="slidenum">
                  <a:rPr lang="ko-KR" altLang="en-US"/>
                  <a:t>29</a:t>
                </a:fld>
                <a:endParaRPr lang="ko-KR" altLang="en-US"/>
              </a:p>
            </p:txBody>
          </p:sp>
        </p:spTree>
      </p:cSld>
      <p:clrMapOvr>
        <a:masterClrMapping/>
      </p:clrMapOvr>
    </p:notes>
  </mc:Choice>
  <mc:Fallback xmlns:p14="http://schemas.microsoft.com/office/powerpoint/2010/main" xmlns="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>
    <p:transition spd="slow"/>
  </mc:Fallback>
</mc:AlternateContent>
</file>

<file path=ppt/notesSlides/notesSlide16.xml><?xml version="1.0" encoding="utf-8"?>
<mc:AlternateContent xmlns:mc="http://schemas.openxmlformats.org/markup-compatibility/2006" xmlns:p14="http://schemas.microsoft.com/office/powerpoint/2010/main">
  <mc:Choice Requires="p14">
    <p:notes xmlns:a="http://schemas.openxmlformats.org/drawingml/2006/main" xmlns:r="http://schemas.openxmlformats.org/officeDocument/2006/relationships" xmlns:p="http://schemas.openxmlformats.org/presentationml/2006/main">
      <p:cSld>
        <p:spTree>
          <p:nvGrpSpPr>
            <p:cNvPr id="1" name=""/>
            <p:cNvGrpSpPr/>
            <p:nvPr/>
          </p:nvGrpSpPr>
          <p:grpSpPr>
            <a:xfrm>
              <a:off x="0" y="0"/>
              <a:ext cx="0" cy="0"/>
              <a:chOff x="0" y="0"/>
              <a:chExt cx="0" cy="0"/>
            </a:xfrm>
          </p:grpSpPr>
          <p:sp>
            <p:nvSpPr>
              <p:cNvPr id="2" name="슬라이드 이미지 개체 틀 3"/>
              <p:cNvSpPr>
                <a:spLocks noGrp="1" noRot="1" noChangeAspect="1"/>
              </p:cNvSpPr>
              <p:nvPr>
                <p:ph type="sldImg" idx="2"/>
              </p:nvPr>
            </p:nvSpPr>
            <p:spPr>
              <a:xfrm>
                <a:off x="685800" y="1143000"/>
                <a:ext cx="5486400" cy="3086100"/>
              </a:xfrm>
              <a:prstGeom prst="rect">
                <a:avLst/>
              </a:prstGeom>
              <a:noFill/>
              <a:ln w="12700" cap="flat" cmpd="sng">
                <a:solidFill>
                  <a:srgbClr val="000000">
                    <a:alpha val="100000"/>
                  </a:srgbClr>
                </a:solidFill>
                <a:prstDash val="solid"/>
              </a:ln>
            </p:spPr>
            <p:txBody>
              <a:bodyPr vert="horz" wrap="square" lIns="91440" tIns="45720" rIns="91440" bIns="45720" numCol="1" anchor="ctr">
                <a:noAutofit/>
              </a:bodyPr>
              <a:lstStyle/>
              <a:p>
                <a:pPr marL="0" indent="0" latinLnBrk="0">
                  <a:buFontTx/>
                  <a:buNone/>
                </a:pPr>
                <a:endParaRPr lang="ko-KR" altLang="en-US"/>
              </a:p>
            </p:txBody>
          </p:sp>
          <p:sp>
            <p:nvSpPr>
              <p:cNvPr id="3" name="슬라이드 노트 개체 틀 4"/>
              <p:cNvSpPr txBox="1">
                <a:spLocks noGrp="1"/>
              </p:cNvSpPr>
              <p:nvPr>
                <p:ph type="body" idx="3"/>
              </p:nvPr>
            </p:nvSpPr>
            <p:spPr>
              <a:xfrm>
                <a:off x="685800" y="4400550"/>
                <a:ext cx="5487035" cy="3601085"/>
              </a:xfrm>
              <a:prstGeom prst="rect">
                <a:avLst/>
              </a:prstGeom>
            </p:spPr>
            <p:txBody>
              <a:bodyPr vert="horz" wrap="square" lIns="91440" tIns="45720" rIns="91440" bIns="45720" numCol="1" anchor="t">
                <a:noAutofit/>
              </a:bodyPr>
              <a:lstStyle/>
              <a:p>
                <a:pPr marL="0" indent="0"/>
                <a:r>
                  <a:rPr lang="ko-KR" altLang="en-US" dirty="0"/>
                  <a:t>지역 행사</a:t>
                </a:r>
                <a:r>
                  <a:rPr lang="en-US" altLang="ko-KR" dirty="0"/>
                  <a:t>(</a:t>
                </a:r>
                <a:r>
                  <a:rPr lang="ko-KR" altLang="en-US" dirty="0"/>
                  <a:t>스포츠</a:t>
                </a:r>
                <a:r>
                  <a:rPr lang="en-US" altLang="ko-KR" dirty="0"/>
                  <a:t> </a:t>
                </a:r>
                <a:r>
                  <a:rPr lang="ko-KR" altLang="en-US" dirty="0"/>
                  <a:t>시즌</a:t>
                </a:r>
                <a:r>
                  <a:rPr lang="en-US" altLang="ko-KR" dirty="0"/>
                  <a:t>)</a:t>
                </a:r>
                <a:r>
                  <a:rPr lang="ko-KR" altLang="en-US" dirty="0"/>
                  <a:t>로깅 데이터를 활용한 모델 학습 </a:t>
                </a:r>
                <a:r>
                  <a:rPr lang="ko-KR" altLang="en-US" dirty="0" err="1"/>
                  <a:t>미반영</a:t>
                </a:r>
                <a:endParaRPr lang="en-US" altLang="ko-KR" dirty="0"/>
              </a:p>
              <a:p>
                <a:pPr marL="0" indent="0"/>
                <a:r>
                  <a:rPr lang="en-US" altLang="ko-KR" dirty="0"/>
                  <a:t>: </a:t>
                </a:r>
                <a:r>
                  <a:rPr lang="ko-KR" altLang="en-US" dirty="0"/>
                  <a:t>이용자 검색로그와 추천선택을 로깅하여 사회적인 이벤트</a:t>
                </a:r>
                <a:r>
                  <a:rPr lang="en-US" altLang="ko-KR" dirty="0"/>
                  <a:t>(</a:t>
                </a:r>
                <a:r>
                  <a:rPr lang="ko-KR" altLang="en-US" dirty="0"/>
                  <a:t>지역행사</a:t>
                </a:r>
                <a:r>
                  <a:rPr lang="en-US" altLang="ko-KR" dirty="0"/>
                  <a:t>, </a:t>
                </a:r>
                <a:r>
                  <a:rPr lang="ko-KR" altLang="en-US" dirty="0"/>
                  <a:t>스포츠 시즌</a:t>
                </a:r>
                <a:r>
                  <a:rPr lang="en-US" altLang="ko-KR" dirty="0"/>
                  <a:t>)</a:t>
                </a:r>
                <a:r>
                  <a:rPr lang="ko-KR" altLang="en-US" dirty="0"/>
                  <a:t>를 반영 할 수 있도록</a:t>
                </a:r>
                <a:endParaRPr lang="en-US" altLang="ko-KR" dirty="0"/>
              </a:p>
              <a:p>
                <a:pPr marL="0" indent="0"/>
                <a:endParaRPr lang="en-US" altLang="ko-KR" dirty="0"/>
              </a:p>
              <a:p>
                <a:pPr marL="0" indent="0"/>
                <a:r>
                  <a:rPr lang="ko-KR" altLang="en-US" dirty="0"/>
                  <a:t>비지도 학습(k-</a:t>
                </a:r>
                <a:r>
                  <a:rPr lang="ko-KR" altLang="en-US" dirty="0" err="1"/>
                  <a:t>means</a:t>
                </a:r>
                <a:r>
                  <a:rPr lang="ko-KR" altLang="en-US" dirty="0"/>
                  <a:t>)이라 정답 보장이 없음 / 클러스터 수(K) 설정이 주관적 / 복잡한 비선형 패턴 표현(LR)에는 한계</a:t>
                </a:r>
              </a:p>
              <a:p>
                <a:pPr marL="0" indent="0"/>
                <a:r>
                  <a:rPr lang="ko-KR" altLang="en-US" dirty="0"/>
                  <a:t>날씨 데이터는 명확한 정답 라벨이 없고, 상황 패턴을 묶는 것이 목적이었기 때문에 K-</a:t>
                </a:r>
                <a:r>
                  <a:rPr lang="ko-KR" altLang="en-US" dirty="0" err="1"/>
                  <a:t>Means가</a:t>
                </a:r>
                <a:r>
                  <a:rPr lang="ko-KR" altLang="en-US" dirty="0"/>
                  <a:t> 문제 정의에 적합한 모델이었다.</a:t>
                </a:r>
              </a:p>
              <a:p>
                <a:pPr marL="0" indent="0"/>
                <a:endParaRPr lang="en-US" altLang="ko-KR" dirty="0"/>
              </a:p>
              <a:p>
                <a:pPr marL="0" indent="0"/>
                <a:r>
                  <a:rPr lang="ko-KR" altLang="en-US" dirty="0"/>
                  <a:t>"최신/</a:t>
                </a:r>
                <a:r>
                  <a:rPr lang="ko-KR" altLang="en-US" dirty="0" err="1"/>
                  <a:t>고성능"은</a:t>
                </a:r>
                <a:r>
                  <a:rPr lang="ko-KR" altLang="en-US" dirty="0"/>
                  <a:t> 아니지만, 프로젝트 </a:t>
                </a:r>
                <a:r>
                  <a:rPr lang="ko-KR" altLang="en-US" dirty="0" err="1"/>
                  <a:t>목적·데이터</a:t>
                </a:r>
                <a:r>
                  <a:rPr lang="ko-KR" altLang="en-US" dirty="0"/>
                  <a:t> </a:t>
                </a:r>
                <a:r>
                  <a:rPr lang="ko-KR" altLang="en-US" dirty="0" err="1"/>
                  <a:t>조건·설명</a:t>
                </a:r>
                <a:r>
                  <a:rPr lang="ko-KR" altLang="en-US" dirty="0"/>
                  <a:t> 가능성 측면에서는 충분히 합리적인 선택이었다고 생각.</a:t>
                </a:r>
              </a:p>
              <a:p>
                <a:pPr marL="0" indent="0"/>
                <a:endParaRPr lang="ko-KR" altLang="en-US" dirty="0"/>
              </a:p>
              <a:p>
                <a:pPr marL="0" indent="0"/>
                <a:r>
                  <a:rPr lang="ko-KR" altLang="en-US" dirty="0"/>
                  <a:t>‘서비스 문제를 어떻게 정의하고 </a:t>
                </a:r>
                <a:r>
                  <a:rPr lang="ko-KR" altLang="en-US" dirty="0" err="1"/>
                  <a:t>해결했는가’에</a:t>
                </a:r>
                <a:r>
                  <a:rPr lang="ko-KR" altLang="en-US" dirty="0"/>
                  <a:t> 초점</a:t>
                </a:r>
              </a:p>
            </p:txBody>
          </p:sp>
          <p:sp>
            <p:nvSpPr>
              <p:cNvPr id="4" name="슬라이드 번호 개체 틀 6"/>
              <p:cNvSpPr txBox="1">
                <a:spLocks noGrp="1"/>
              </p:cNvSpPr>
              <p:nvPr>
                <p:ph type="sldNum" idx="5"/>
              </p:nvPr>
            </p:nvSpPr>
            <p:spPr>
              <a:xfrm>
                <a:off x="3884930" y="8685530"/>
                <a:ext cx="2972435" cy="459105"/>
              </a:xfrm>
              <a:prstGeom prst="rect">
                <a:avLst/>
              </a:prstGeom>
            </p:spPr>
            <p:txBody>
              <a:bodyPr vert="horz" wrap="square" lIns="91440" tIns="45720" rIns="91440" bIns="45720" numCol="1" anchor="b">
                <a:noAutofit/>
              </a:bodyPr>
              <a:lstStyle>
                <a:lvl1pPr marL="0" indent="0" algn="r" latinLnBrk="0">
                  <a:buFontTx/>
                  <a:buNone/>
                  <a:defRPr lang="en-GB" altLang="en-US" sz="1200"/>
                </a:lvl1pPr>
              </a:lstStyle>
              <a:p>
                <a:pPr marL="0" indent="0" latinLnBrk="0">
                  <a:buFontTx/>
                  <a:buNone/>
                </a:pPr>
                <a:fld id="{B9320F77-B9A0-41C5-862A-B4B631284C64}" type="slidenum">
                  <a:rPr lang="ko-KR" altLang="en-US"/>
                  <a:t>30</a:t>
                </a:fld>
                <a:endParaRPr lang="ko-KR" altLang="en-US"/>
              </a:p>
            </p:txBody>
          </p:sp>
        </p:spTree>
        <p:extLst>
          <p:ext uri="{BB962C8B-B14F-4D97-AF65-F5344CB8AC3E}">
            <p14:creationId val="2385625016"/>
          </p:ext>
        </p:extLst>
      </p:cSld>
      <p:clrMapOvr>
        <a:masterClrMapping/>
      </p:clrMapOvr>
    </p:notes>
  </mc:Choice>
  <mc:Fallback xmlns:p14="http://schemas.microsoft.com/office/powerpoint/2010/main" xmlns="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>
    <p:transition spd="slow"/>
  </mc:Fallback>
</mc:AlternateContent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B44013C-7378-DC31-F4ED-B46CA8F56AA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FB76F071-3481-0CC2-1BB9-C4D9A74B033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1B610C4-EDCA-811A-CF06-40D184F4CA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B245E4-741B-46A9-94D1-0E241DD65ACD}" type="datetimeFigureOut">
              <a:rPr lang="ko-KR" altLang="en-US" smtClean="0"/>
              <a:t>2025-12-19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5FDF065-82AC-E640-093E-9FEA2942B2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DE5C52C-1AEA-EBB1-9B82-84E44E1FB5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74A7EC-4654-49B0-A68C-FDC7FC22EF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507768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4EDB432-EAD5-0CA6-D965-3752DE0AB3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025EC77-7408-6520-DCAF-3C9B1B79DD1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93DAE9B-E46C-F5BE-645F-D6291220A1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B245E4-741B-46A9-94D1-0E241DD65ACD}" type="datetimeFigureOut">
              <a:rPr lang="ko-KR" altLang="en-US" smtClean="0"/>
              <a:t>2025-12-19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A687A4E-3016-B306-CD2F-AFDD977E90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9B4D866-21EF-2E55-3B47-B360DCA525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74A7EC-4654-49B0-A68C-FDC7FC22EF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323204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0473F-A5C5-5C8C-4FD2-D1DBD8BCA8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9EF7B6A-6A80-1816-89F7-DCEEC7216D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8356DF7-BB7A-5D84-C7A2-EA89039F25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B245E4-741B-46A9-94D1-0E241DD65ACD}" type="datetimeFigureOut">
              <a:rPr lang="ko-KR" altLang="en-US" smtClean="0"/>
              <a:t>2025-12-19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B437239-72B5-86D6-735B-8518AFB646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1421596-53F4-89AF-FAB9-074AB8F950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74A7EC-4654-49B0-A68C-FDC7FC22EF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02307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9A0FD40-CBE2-BC63-8E2D-B448DBB035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BE86938-4402-AE48-3657-90C063A48E2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FCC3CA31-F616-786B-7DA2-660650A1701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D906531-4539-559E-95E1-731FCC3572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B245E4-741B-46A9-94D1-0E241DD65ACD}" type="datetimeFigureOut">
              <a:rPr lang="ko-KR" altLang="en-US" smtClean="0"/>
              <a:t>2025-12-19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AF6AF8E-3176-55EB-B7B1-C7C3418217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E228E95-121C-6FB7-E60F-817D9088AB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74A7EC-4654-49B0-A68C-FDC7FC22EF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4896944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C8A25C6-60CB-64C6-7657-0DC50FA6BF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BE0342A-6E03-4A86-7563-24A881B6B9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BA5125C8-EF47-0BBD-133E-858DE0B30C1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4E31DF1A-A24A-9645-0BD2-FE2B277929A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5900A206-5CE6-11EE-BDA7-390D85C8DBF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B3A2E132-BFCA-FAF5-53F0-A1D388FA70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B245E4-741B-46A9-94D1-0E241DD65ACD}" type="datetimeFigureOut">
              <a:rPr lang="ko-KR" altLang="en-US" smtClean="0"/>
              <a:t>2025-12-19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F9464187-404B-176C-CDC6-2836B4DDD6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8DD2E746-A421-B21D-E16E-06D48764CD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74A7EC-4654-49B0-A68C-FDC7FC22EF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8540266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C748684-EA1E-6FC0-148A-F24EE687E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399319F2-5E8B-FB8E-1859-85138954CF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B245E4-741B-46A9-94D1-0E241DD65ACD}" type="datetimeFigureOut">
              <a:rPr lang="ko-KR" altLang="en-US" smtClean="0"/>
              <a:t>2025-12-19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E6501846-9DA8-CC3F-B17F-9D8073F511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728BCA64-4FC8-4CF4-55BB-CF4FBB37F5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74A7EC-4654-49B0-A68C-FDC7FC22EF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8260835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D497D02B-85D1-121E-41B2-25E146AACA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B245E4-741B-46A9-94D1-0E241DD65ACD}" type="datetimeFigureOut">
              <a:rPr lang="ko-KR" altLang="en-US" smtClean="0"/>
              <a:t>2025-12-19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66C24959-43CE-0F3B-D945-976A7540BB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C0E18F8-7AE0-0A54-625B-105AC7CD35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74A7EC-4654-49B0-A68C-FDC7FC22EF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796787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D1D68DC-72E3-4FF1-D019-E81F300774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36C3084-BFA0-C0D0-5B0B-79D12AC66B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010468EC-D5A6-7D0F-138F-2490D46CA88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9930B80-8225-BAAF-3C4A-A30DA789FA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B245E4-741B-46A9-94D1-0E241DD65ACD}" type="datetimeFigureOut">
              <a:rPr lang="ko-KR" altLang="en-US" smtClean="0"/>
              <a:t>2025-12-19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7FE4298-D6F6-5261-B063-6B445A63F9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1931DBFA-CEE3-843C-9743-B9DB0D616F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74A7EC-4654-49B0-A68C-FDC7FC22EF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1142179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22007E0-7B9A-3FEE-94D8-8EB9D29A1F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03CBC970-BA98-05D5-4501-CC3D119A59C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FCBF5971-8BB5-D74E-D6A1-055291CB449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D59E5CA-476A-B8E2-8D9F-D1705BE8C7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B245E4-741B-46A9-94D1-0E241DD65ACD}" type="datetimeFigureOut">
              <a:rPr lang="ko-KR" altLang="en-US" smtClean="0"/>
              <a:t>2025-12-19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499DDE8B-9AAF-CEEA-D986-698DF5068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CBA2EBFF-5594-6173-C36D-B41307CCD3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74A7EC-4654-49B0-A68C-FDC7FC22EF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121621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0224B62-1CCE-2109-890A-B8A14002BA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7C1D3EBD-0EDF-09DA-C673-5761B13D4D9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A7A4A84-E915-4790-C063-9137D31C2A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B245E4-741B-46A9-94D1-0E241DD65ACD}" type="datetimeFigureOut">
              <a:rPr lang="ko-KR" altLang="en-US" smtClean="0"/>
              <a:t>2025-12-19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A44CC9E-ECCD-1907-FBDB-4E99CB5605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345CFEB-E7E9-1965-A08E-C58CEB0A6A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74A7EC-4654-49B0-A68C-FDC7FC22EF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598424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27F9625E-D84F-A608-2BF0-57CE6EC9F55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74E5686C-6158-23F3-8F8E-E4C40CA08B2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D42BFE3-F9DD-C38D-29D5-82E06B6AD5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B245E4-741B-46A9-94D1-0E241DD65ACD}" type="datetimeFigureOut">
              <a:rPr lang="ko-KR" altLang="en-US" smtClean="0"/>
              <a:t>2025-12-19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5B9B458-CCEE-F954-78F1-B71BB1528E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F3ACFE7-3E2F-8807-4905-2E7642B0B2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74A7EC-4654-49B0-A68C-FDC7FC22EF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631465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755518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FC5A77C7-A655-F1A4-880A-C617304AC7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8D0EEBC-2EED-2FC9-65F6-082EEBC4A7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8FCCA73-267C-FD7A-C97B-001EC7FC7C5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FB245E4-741B-46A9-94D1-0E241DD65ACD}" type="datetimeFigureOut">
              <a:rPr lang="ko-KR" altLang="en-US" smtClean="0"/>
              <a:t>2025-12-19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861153F-6875-29FF-F12F-3F96ADD6592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2AB6F47-B663-25BC-D896-1BCD76A3E61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874A7EC-4654-49B0-A68C-FDC7FC22EF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483785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svg"/><Relationship Id="rId13" Type="http://schemas.openxmlformats.org/officeDocument/2006/relationships/image" Target="../media/image12.png"/><Relationship Id="rId18" Type="http://schemas.openxmlformats.org/officeDocument/2006/relationships/image" Target="../media/image17.svg"/><Relationship Id="rId3" Type="http://schemas.openxmlformats.org/officeDocument/2006/relationships/image" Target="../media/image2.svg"/><Relationship Id="rId7" Type="http://schemas.openxmlformats.org/officeDocument/2006/relationships/image" Target="../media/image6.png"/><Relationship Id="rId12" Type="http://schemas.openxmlformats.org/officeDocument/2006/relationships/image" Target="../media/image11.svg"/><Relationship Id="rId17" Type="http://schemas.openxmlformats.org/officeDocument/2006/relationships/image" Target="../media/image16.png"/><Relationship Id="rId2" Type="http://schemas.openxmlformats.org/officeDocument/2006/relationships/image" Target="../media/image1.png"/><Relationship Id="rId16" Type="http://schemas.openxmlformats.org/officeDocument/2006/relationships/image" Target="../media/image15.sv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svg"/><Relationship Id="rId15" Type="http://schemas.openxmlformats.org/officeDocument/2006/relationships/image" Target="../media/image14.png"/><Relationship Id="rId10" Type="http://schemas.openxmlformats.org/officeDocument/2006/relationships/image" Target="../media/image9.sv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3.sv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13" Type="http://schemas.openxmlformats.org/officeDocument/2006/relationships/image" Target="../media/image29.svg"/><Relationship Id="rId18" Type="http://schemas.openxmlformats.org/officeDocument/2006/relationships/image" Target="../media/image34.png"/><Relationship Id="rId3" Type="http://schemas.openxmlformats.org/officeDocument/2006/relationships/image" Target="../media/image19.svg"/><Relationship Id="rId21" Type="http://schemas.openxmlformats.org/officeDocument/2006/relationships/image" Target="../media/image37.svg"/><Relationship Id="rId7" Type="http://schemas.openxmlformats.org/officeDocument/2006/relationships/image" Target="../media/image23.svg"/><Relationship Id="rId12" Type="http://schemas.openxmlformats.org/officeDocument/2006/relationships/image" Target="../media/image28.png"/><Relationship Id="rId17" Type="http://schemas.openxmlformats.org/officeDocument/2006/relationships/image" Target="../media/image33.svg"/><Relationship Id="rId2" Type="http://schemas.openxmlformats.org/officeDocument/2006/relationships/image" Target="../media/image18.png"/><Relationship Id="rId16" Type="http://schemas.openxmlformats.org/officeDocument/2006/relationships/image" Target="../media/image32.png"/><Relationship Id="rId20" Type="http://schemas.openxmlformats.org/officeDocument/2006/relationships/image" Target="../media/image36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2.png"/><Relationship Id="rId11" Type="http://schemas.openxmlformats.org/officeDocument/2006/relationships/image" Target="../media/image27.svg"/><Relationship Id="rId5" Type="http://schemas.openxmlformats.org/officeDocument/2006/relationships/image" Target="../media/image21.svg"/><Relationship Id="rId15" Type="http://schemas.openxmlformats.org/officeDocument/2006/relationships/image" Target="../media/image31.svg"/><Relationship Id="rId23" Type="http://schemas.openxmlformats.org/officeDocument/2006/relationships/image" Target="../media/image39.svg"/><Relationship Id="rId10" Type="http://schemas.openxmlformats.org/officeDocument/2006/relationships/image" Target="../media/image26.png"/><Relationship Id="rId19" Type="http://schemas.openxmlformats.org/officeDocument/2006/relationships/image" Target="../media/image35.svg"/><Relationship Id="rId4" Type="http://schemas.openxmlformats.org/officeDocument/2006/relationships/image" Target="../media/image20.png"/><Relationship Id="rId9" Type="http://schemas.openxmlformats.org/officeDocument/2006/relationships/image" Target="../media/image25.svg"/><Relationship Id="rId14" Type="http://schemas.openxmlformats.org/officeDocument/2006/relationships/image" Target="../media/image30.png"/><Relationship Id="rId22" Type="http://schemas.openxmlformats.org/officeDocument/2006/relationships/image" Target="../media/image38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46.svg"/><Relationship Id="rId13" Type="http://schemas.openxmlformats.org/officeDocument/2006/relationships/image" Target="../media/image51.png"/><Relationship Id="rId18" Type="http://schemas.openxmlformats.org/officeDocument/2006/relationships/image" Target="../media/image56.svg"/><Relationship Id="rId26" Type="http://schemas.openxmlformats.org/officeDocument/2006/relationships/image" Target="../media/image62.png"/><Relationship Id="rId3" Type="http://schemas.openxmlformats.org/officeDocument/2006/relationships/image" Target="../media/image41.svg"/><Relationship Id="rId21" Type="http://schemas.openxmlformats.org/officeDocument/2006/relationships/image" Target="../media/image7.svg"/><Relationship Id="rId7" Type="http://schemas.openxmlformats.org/officeDocument/2006/relationships/image" Target="../media/image45.png"/><Relationship Id="rId12" Type="http://schemas.openxmlformats.org/officeDocument/2006/relationships/image" Target="../media/image50.svg"/><Relationship Id="rId17" Type="http://schemas.openxmlformats.org/officeDocument/2006/relationships/image" Target="../media/image55.png"/><Relationship Id="rId25" Type="http://schemas.openxmlformats.org/officeDocument/2006/relationships/image" Target="../media/image61.svg"/><Relationship Id="rId2" Type="http://schemas.openxmlformats.org/officeDocument/2006/relationships/image" Target="../media/image40.png"/><Relationship Id="rId16" Type="http://schemas.openxmlformats.org/officeDocument/2006/relationships/image" Target="../media/image54.svg"/><Relationship Id="rId20" Type="http://schemas.openxmlformats.org/officeDocument/2006/relationships/image" Target="../media/image6.png"/><Relationship Id="rId29" Type="http://schemas.openxmlformats.org/officeDocument/2006/relationships/image" Target="../media/image65.sv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4.svg"/><Relationship Id="rId11" Type="http://schemas.openxmlformats.org/officeDocument/2006/relationships/image" Target="../media/image49.png"/><Relationship Id="rId24" Type="http://schemas.openxmlformats.org/officeDocument/2006/relationships/image" Target="../media/image60.png"/><Relationship Id="rId5" Type="http://schemas.openxmlformats.org/officeDocument/2006/relationships/image" Target="../media/image43.png"/><Relationship Id="rId15" Type="http://schemas.openxmlformats.org/officeDocument/2006/relationships/image" Target="../media/image53.png"/><Relationship Id="rId23" Type="http://schemas.openxmlformats.org/officeDocument/2006/relationships/image" Target="../media/image59.svg"/><Relationship Id="rId28" Type="http://schemas.openxmlformats.org/officeDocument/2006/relationships/image" Target="../media/image64.png"/><Relationship Id="rId10" Type="http://schemas.openxmlformats.org/officeDocument/2006/relationships/image" Target="../media/image48.svg"/><Relationship Id="rId19" Type="http://schemas.openxmlformats.org/officeDocument/2006/relationships/image" Target="../media/image57.png"/><Relationship Id="rId31" Type="http://schemas.openxmlformats.org/officeDocument/2006/relationships/image" Target="../media/image67.svg"/><Relationship Id="rId4" Type="http://schemas.openxmlformats.org/officeDocument/2006/relationships/image" Target="../media/image42.png"/><Relationship Id="rId9" Type="http://schemas.openxmlformats.org/officeDocument/2006/relationships/image" Target="../media/image47.png"/><Relationship Id="rId14" Type="http://schemas.openxmlformats.org/officeDocument/2006/relationships/image" Target="../media/image52.svg"/><Relationship Id="rId22" Type="http://schemas.openxmlformats.org/officeDocument/2006/relationships/image" Target="../media/image58.png"/><Relationship Id="rId27" Type="http://schemas.openxmlformats.org/officeDocument/2006/relationships/image" Target="../media/image63.svg"/><Relationship Id="rId30" Type="http://schemas.openxmlformats.org/officeDocument/2006/relationships/image" Target="../media/image66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42.png"/><Relationship Id="rId13" Type="http://schemas.openxmlformats.org/officeDocument/2006/relationships/image" Target="../media/image7.svg"/><Relationship Id="rId3" Type="http://schemas.openxmlformats.org/officeDocument/2006/relationships/image" Target="../media/image40.png"/><Relationship Id="rId7" Type="http://schemas.openxmlformats.org/officeDocument/2006/relationships/image" Target="../media/image70.svg"/><Relationship Id="rId12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69.png"/><Relationship Id="rId11" Type="http://schemas.openxmlformats.org/officeDocument/2006/relationships/image" Target="../media/image57.png"/><Relationship Id="rId5" Type="http://schemas.openxmlformats.org/officeDocument/2006/relationships/image" Target="../media/image68.png"/><Relationship Id="rId10" Type="http://schemas.openxmlformats.org/officeDocument/2006/relationships/image" Target="../media/image71.svg"/><Relationship Id="rId4" Type="http://schemas.openxmlformats.org/officeDocument/2006/relationships/image" Target="../media/image41.svg"/><Relationship Id="rId9" Type="http://schemas.openxmlformats.org/officeDocument/2006/relationships/image" Target="../media/image43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70.svg"/><Relationship Id="rId7" Type="http://schemas.openxmlformats.org/officeDocument/2006/relationships/image" Target="../media/image57.png"/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71.svg"/><Relationship Id="rId5" Type="http://schemas.openxmlformats.org/officeDocument/2006/relationships/image" Target="../media/image43.png"/><Relationship Id="rId10" Type="http://schemas.openxmlformats.org/officeDocument/2006/relationships/image" Target="../media/image72.png"/><Relationship Id="rId4" Type="http://schemas.openxmlformats.org/officeDocument/2006/relationships/image" Target="../media/image42.png"/><Relationship Id="rId9" Type="http://schemas.openxmlformats.org/officeDocument/2006/relationships/image" Target="../media/image7.sv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.png"/><Relationship Id="rId3" Type="http://schemas.openxmlformats.org/officeDocument/2006/relationships/image" Target="../media/image40.png"/><Relationship Id="rId7" Type="http://schemas.openxmlformats.org/officeDocument/2006/relationships/image" Target="../media/image42.png"/><Relationship Id="rId12" Type="http://schemas.openxmlformats.org/officeDocument/2006/relationships/image" Target="../media/image7.sv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70.svg"/><Relationship Id="rId11" Type="http://schemas.openxmlformats.org/officeDocument/2006/relationships/image" Target="../media/image6.png"/><Relationship Id="rId5" Type="http://schemas.openxmlformats.org/officeDocument/2006/relationships/image" Target="../media/image69.png"/><Relationship Id="rId10" Type="http://schemas.openxmlformats.org/officeDocument/2006/relationships/image" Target="../media/image57.png"/><Relationship Id="rId4" Type="http://schemas.openxmlformats.org/officeDocument/2006/relationships/image" Target="../media/image41.svg"/><Relationship Id="rId9" Type="http://schemas.openxmlformats.org/officeDocument/2006/relationships/image" Target="../media/image71.sv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73.png"/><Relationship Id="rId13" Type="http://schemas.openxmlformats.org/officeDocument/2006/relationships/image" Target="../media/image78.svg"/><Relationship Id="rId18" Type="http://schemas.openxmlformats.org/officeDocument/2006/relationships/image" Target="../media/image82.svg"/><Relationship Id="rId26" Type="http://schemas.openxmlformats.org/officeDocument/2006/relationships/image" Target="../media/image87.png"/><Relationship Id="rId3" Type="http://schemas.openxmlformats.org/officeDocument/2006/relationships/image" Target="../media/image42.png"/><Relationship Id="rId21" Type="http://schemas.openxmlformats.org/officeDocument/2006/relationships/image" Target="../media/image7.svg"/><Relationship Id="rId7" Type="http://schemas.openxmlformats.org/officeDocument/2006/relationships/image" Target="../media/image59.svg"/><Relationship Id="rId12" Type="http://schemas.openxmlformats.org/officeDocument/2006/relationships/image" Target="../media/image77.png"/><Relationship Id="rId17" Type="http://schemas.openxmlformats.org/officeDocument/2006/relationships/image" Target="../media/image81.png"/><Relationship Id="rId25" Type="http://schemas.openxmlformats.org/officeDocument/2006/relationships/image" Target="../media/image86.svg"/><Relationship Id="rId2" Type="http://schemas.openxmlformats.org/officeDocument/2006/relationships/notesSlide" Target="../notesSlides/notesSlide3.xml"/><Relationship Id="rId16" Type="http://schemas.openxmlformats.org/officeDocument/2006/relationships/image" Target="../media/image1.png"/><Relationship Id="rId20" Type="http://schemas.openxmlformats.org/officeDocument/2006/relationships/image" Target="../media/image6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58.png"/><Relationship Id="rId11" Type="http://schemas.openxmlformats.org/officeDocument/2006/relationships/image" Target="../media/image76.svg"/><Relationship Id="rId24" Type="http://schemas.openxmlformats.org/officeDocument/2006/relationships/image" Target="../media/image85.png"/><Relationship Id="rId5" Type="http://schemas.openxmlformats.org/officeDocument/2006/relationships/image" Target="../media/image44.svg"/><Relationship Id="rId15" Type="http://schemas.openxmlformats.org/officeDocument/2006/relationships/image" Target="../media/image80.svg"/><Relationship Id="rId23" Type="http://schemas.openxmlformats.org/officeDocument/2006/relationships/image" Target="../media/image84.svg"/><Relationship Id="rId10" Type="http://schemas.openxmlformats.org/officeDocument/2006/relationships/image" Target="../media/image75.png"/><Relationship Id="rId19" Type="http://schemas.openxmlformats.org/officeDocument/2006/relationships/image" Target="../media/image57.png"/><Relationship Id="rId4" Type="http://schemas.openxmlformats.org/officeDocument/2006/relationships/image" Target="../media/image43.png"/><Relationship Id="rId9" Type="http://schemas.openxmlformats.org/officeDocument/2006/relationships/image" Target="../media/image74.svg"/><Relationship Id="rId14" Type="http://schemas.openxmlformats.org/officeDocument/2006/relationships/image" Target="../media/image79.png"/><Relationship Id="rId22" Type="http://schemas.openxmlformats.org/officeDocument/2006/relationships/image" Target="../media/image83.png"/><Relationship Id="rId27" Type="http://schemas.openxmlformats.org/officeDocument/2006/relationships/image" Target="../media/image88.sv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91.png"/><Relationship Id="rId3" Type="http://schemas.openxmlformats.org/officeDocument/2006/relationships/image" Target="../media/image40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5.png"/><Relationship Id="rId5" Type="http://schemas.openxmlformats.org/officeDocument/2006/relationships/image" Target="../media/image90.png"/><Relationship Id="rId4" Type="http://schemas.openxmlformats.org/officeDocument/2006/relationships/image" Target="../media/image89.png"/><Relationship Id="rId9" Type="http://schemas.openxmlformats.org/officeDocument/2006/relationships/image" Target="../media/image42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57.png"/><Relationship Id="rId13" Type="http://schemas.openxmlformats.org/officeDocument/2006/relationships/image" Target="../media/image97.png"/><Relationship Id="rId3" Type="http://schemas.openxmlformats.org/officeDocument/2006/relationships/image" Target="../media/image41.svg"/><Relationship Id="rId7" Type="http://schemas.openxmlformats.org/officeDocument/2006/relationships/image" Target="../media/image42.png"/><Relationship Id="rId12" Type="http://schemas.openxmlformats.org/officeDocument/2006/relationships/image" Target="../media/image96.sv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94.png"/><Relationship Id="rId11" Type="http://schemas.openxmlformats.org/officeDocument/2006/relationships/image" Target="../media/image95.png"/><Relationship Id="rId5" Type="http://schemas.openxmlformats.org/officeDocument/2006/relationships/image" Target="../media/image93.svg"/><Relationship Id="rId15" Type="http://schemas.openxmlformats.org/officeDocument/2006/relationships/image" Target="../media/image99.png"/><Relationship Id="rId10" Type="http://schemas.openxmlformats.org/officeDocument/2006/relationships/image" Target="../media/image7.svg"/><Relationship Id="rId4" Type="http://schemas.openxmlformats.org/officeDocument/2006/relationships/image" Target="../media/image92.png"/><Relationship Id="rId9" Type="http://schemas.openxmlformats.org/officeDocument/2006/relationships/image" Target="../media/image6.png"/><Relationship Id="rId14" Type="http://schemas.openxmlformats.org/officeDocument/2006/relationships/image" Target="../media/image98.sv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40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90.png"/><Relationship Id="rId5" Type="http://schemas.openxmlformats.org/officeDocument/2006/relationships/image" Target="../media/image42.png"/><Relationship Id="rId4" Type="http://schemas.openxmlformats.org/officeDocument/2006/relationships/image" Target="../media/image89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0.png"/><Relationship Id="rId3" Type="http://schemas.openxmlformats.org/officeDocument/2006/relationships/image" Target="../media/image89.png"/><Relationship Id="rId7" Type="http://schemas.openxmlformats.org/officeDocument/2006/relationships/image" Target="../media/image6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5.png"/><Relationship Id="rId5" Type="http://schemas.openxmlformats.org/officeDocument/2006/relationships/image" Target="../media/image90.png"/><Relationship Id="rId4" Type="http://schemas.openxmlformats.org/officeDocument/2006/relationships/image" Target="../media/image42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40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90.png"/><Relationship Id="rId5" Type="http://schemas.openxmlformats.org/officeDocument/2006/relationships/image" Target="../media/image42.png"/><Relationship Id="rId4" Type="http://schemas.openxmlformats.org/officeDocument/2006/relationships/image" Target="../media/image89.png"/><Relationship Id="rId9" Type="http://schemas.openxmlformats.org/officeDocument/2006/relationships/image" Target="../media/image10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02.png"/><Relationship Id="rId5" Type="http://schemas.openxmlformats.org/officeDocument/2006/relationships/image" Target="../media/image90.png"/><Relationship Id="rId4" Type="http://schemas.openxmlformats.org/officeDocument/2006/relationships/image" Target="../media/image42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40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90.png"/><Relationship Id="rId5" Type="http://schemas.openxmlformats.org/officeDocument/2006/relationships/image" Target="../media/image42.png"/><Relationship Id="rId4" Type="http://schemas.openxmlformats.org/officeDocument/2006/relationships/image" Target="../media/image89.png"/><Relationship Id="rId9" Type="http://schemas.openxmlformats.org/officeDocument/2006/relationships/image" Target="../media/image103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2.png"/><Relationship Id="rId3" Type="http://schemas.openxmlformats.org/officeDocument/2006/relationships/image" Target="../media/image89.png"/><Relationship Id="rId7" Type="http://schemas.openxmlformats.org/officeDocument/2006/relationships/image" Target="../media/image104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90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4.png"/><Relationship Id="rId3" Type="http://schemas.openxmlformats.org/officeDocument/2006/relationships/image" Target="../media/image89.png"/><Relationship Id="rId7" Type="http://schemas.openxmlformats.org/officeDocument/2006/relationships/image" Target="../media/image105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90.png"/><Relationship Id="rId5" Type="http://schemas.openxmlformats.org/officeDocument/2006/relationships/image" Target="../media/image6.png"/><Relationship Id="rId4" Type="http://schemas.openxmlformats.org/officeDocument/2006/relationships/image" Target="../media/image5.png"/><Relationship Id="rId9" Type="http://schemas.openxmlformats.org/officeDocument/2006/relationships/image" Target="../media/image4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42.png"/><Relationship Id="rId2" Type="http://schemas.openxmlformats.org/officeDocument/2006/relationships/image" Target="../media/image89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06.png"/><Relationship Id="rId5" Type="http://schemas.openxmlformats.org/officeDocument/2006/relationships/image" Target="../media/image90.png"/><Relationship Id="rId4" Type="http://schemas.openxmlformats.org/officeDocument/2006/relationships/image" Target="../media/image6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107.png"/><Relationship Id="rId2" Type="http://schemas.openxmlformats.org/officeDocument/2006/relationships/image" Target="../media/image89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2.png"/><Relationship Id="rId5" Type="http://schemas.openxmlformats.org/officeDocument/2006/relationships/image" Target="../media/image90.png"/><Relationship Id="rId4" Type="http://schemas.openxmlformats.org/officeDocument/2006/relationships/image" Target="../media/image6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9.png"/><Relationship Id="rId7" Type="http://schemas.openxmlformats.org/officeDocument/2006/relationships/image" Target="../media/image108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90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9.png"/><Relationship Id="rId7" Type="http://schemas.openxmlformats.org/officeDocument/2006/relationships/image" Target="../media/image109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90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2.png"/><Relationship Id="rId3" Type="http://schemas.openxmlformats.org/officeDocument/2006/relationships/image" Target="../media/image40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5.png"/><Relationship Id="rId5" Type="http://schemas.openxmlformats.org/officeDocument/2006/relationships/image" Target="../media/image90.png"/><Relationship Id="rId4" Type="http://schemas.openxmlformats.org/officeDocument/2006/relationships/image" Target="../media/image89.png"/><Relationship Id="rId9" Type="http://schemas.openxmlformats.org/officeDocument/2006/relationships/image" Target="../media/image110.pn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2.png"/><Relationship Id="rId3" Type="http://schemas.openxmlformats.org/officeDocument/2006/relationships/image" Target="../media/image40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5.png"/><Relationship Id="rId5" Type="http://schemas.openxmlformats.org/officeDocument/2006/relationships/image" Target="../media/image90.png"/><Relationship Id="rId4" Type="http://schemas.openxmlformats.org/officeDocument/2006/relationships/image" Target="../media/image89.png"/><Relationship Id="rId9" Type="http://schemas.openxmlformats.org/officeDocument/2006/relationships/image" Target="../media/image111.pn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42.png"/><Relationship Id="rId3" Type="http://schemas.openxmlformats.org/officeDocument/2006/relationships/image" Target="../media/image40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5.png"/><Relationship Id="rId5" Type="http://schemas.openxmlformats.org/officeDocument/2006/relationships/image" Target="../media/image90.png"/><Relationship Id="rId4" Type="http://schemas.openxmlformats.org/officeDocument/2006/relationships/image" Target="../media/image89.png"/><Relationship Id="rId9" Type="http://schemas.openxmlformats.org/officeDocument/2006/relationships/image" Target="../media/image112.png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3.png"/><Relationship Id="rId3" Type="http://schemas.openxmlformats.org/officeDocument/2006/relationships/image" Target="../media/image89.png"/><Relationship Id="rId7" Type="http://schemas.openxmlformats.org/officeDocument/2006/relationships/image" Target="../media/image42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90.png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2.png"/><Relationship Id="rId3" Type="http://schemas.openxmlformats.org/officeDocument/2006/relationships/image" Target="../media/image40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5.png"/><Relationship Id="rId5" Type="http://schemas.openxmlformats.org/officeDocument/2006/relationships/image" Target="../media/image90.png"/><Relationship Id="rId4" Type="http://schemas.openxmlformats.org/officeDocument/2006/relationships/image" Target="../media/image89.png"/><Relationship Id="rId9" Type="http://schemas.openxmlformats.org/officeDocument/2006/relationships/image" Target="../media/image114.png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2.png"/><Relationship Id="rId3" Type="http://schemas.openxmlformats.org/officeDocument/2006/relationships/image" Target="../media/image40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5.png"/><Relationship Id="rId5" Type="http://schemas.openxmlformats.org/officeDocument/2006/relationships/image" Target="../media/image90.png"/><Relationship Id="rId4" Type="http://schemas.openxmlformats.org/officeDocument/2006/relationships/image" Target="../media/image89.png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image" Target="../media/image42.png"/><Relationship Id="rId3" Type="http://schemas.openxmlformats.org/officeDocument/2006/relationships/image" Target="../media/image40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5.png"/><Relationship Id="rId5" Type="http://schemas.openxmlformats.org/officeDocument/2006/relationships/image" Target="../media/image90.png"/><Relationship Id="rId4" Type="http://schemas.openxmlformats.org/officeDocument/2006/relationships/image" Target="../media/image89.png"/><Relationship Id="rId9" Type="http://schemas.openxmlformats.org/officeDocument/2006/relationships/image" Target="../media/image115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svg"/><Relationship Id="rId7" Type="http://schemas.openxmlformats.org/officeDocument/2006/relationships/image" Target="../media/image7.sv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6.png"/><Relationship Id="rId5" Type="http://schemas.openxmlformats.org/officeDocument/2006/relationships/image" Target="../media/image57.png"/><Relationship Id="rId4" Type="http://schemas.openxmlformats.org/officeDocument/2006/relationships/image" Target="../media/image42.png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9.svg"/><Relationship Id="rId13" Type="http://schemas.openxmlformats.org/officeDocument/2006/relationships/image" Target="../media/image6.png"/><Relationship Id="rId3" Type="http://schemas.openxmlformats.org/officeDocument/2006/relationships/image" Target="../media/image40.png"/><Relationship Id="rId7" Type="http://schemas.openxmlformats.org/officeDocument/2006/relationships/image" Target="../media/image118.png"/><Relationship Id="rId12" Type="http://schemas.openxmlformats.org/officeDocument/2006/relationships/image" Target="../media/image57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17.svg"/><Relationship Id="rId11" Type="http://schemas.openxmlformats.org/officeDocument/2006/relationships/image" Target="../media/image121.svg"/><Relationship Id="rId5" Type="http://schemas.openxmlformats.org/officeDocument/2006/relationships/image" Target="../media/image116.png"/><Relationship Id="rId10" Type="http://schemas.openxmlformats.org/officeDocument/2006/relationships/image" Target="../media/image120.png"/><Relationship Id="rId4" Type="http://schemas.openxmlformats.org/officeDocument/2006/relationships/image" Target="../media/image41.svg"/><Relationship Id="rId9" Type="http://schemas.openxmlformats.org/officeDocument/2006/relationships/image" Target="../media/image42.png"/><Relationship Id="rId14" Type="http://schemas.openxmlformats.org/officeDocument/2006/relationships/image" Target="../media/image7.sv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41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" name="그래픽 40">
            <a:extLst>
              <a:ext uri="{FF2B5EF4-FFF2-40B4-BE49-F238E27FC236}">
                <a16:creationId xmlns:a16="http://schemas.microsoft.com/office/drawing/2014/main" id="{377B7F54-DA4F-B3D9-04F9-D2EBDE1BC07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89" name="그래픽 88">
            <a:extLst>
              <a:ext uri="{FF2B5EF4-FFF2-40B4-BE49-F238E27FC236}">
                <a16:creationId xmlns:a16="http://schemas.microsoft.com/office/drawing/2014/main" id="{74114B4B-F496-60FE-9596-E6AE560E9DC6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t="37985" r="48349"/>
          <a:stretch/>
        </p:blipFill>
        <p:spPr>
          <a:xfrm>
            <a:off x="10333355" y="-635"/>
            <a:ext cx="1858645" cy="2170430"/>
          </a:xfrm>
          <a:prstGeom prst="rect">
            <a:avLst/>
          </a:prstGeom>
        </p:spPr>
      </p:pic>
      <p:grpSp>
        <p:nvGrpSpPr>
          <p:cNvPr id="3" name="그룹 2">
            <a:extLst>
              <a:ext uri="{FF2B5EF4-FFF2-40B4-BE49-F238E27FC236}">
                <a16:creationId xmlns:a16="http://schemas.microsoft.com/office/drawing/2014/main" id="{6BB7F9CF-D2E8-11E8-C21E-3BFA51F0BBAB}"/>
              </a:ext>
            </a:extLst>
          </p:cNvPr>
          <p:cNvGrpSpPr/>
          <p:nvPr/>
        </p:nvGrpSpPr>
        <p:grpSpPr>
          <a:xfrm>
            <a:off x="6747510" y="1370330"/>
            <a:ext cx="5158740" cy="2654935"/>
            <a:chOff x="6747510" y="1370330"/>
            <a:chExt cx="5158740" cy="2654935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A829A270-96EA-F97C-E5A6-A95390C1A2BA}"/>
                </a:ext>
              </a:extLst>
            </p:cNvPr>
            <p:cNvSpPr txBox="1"/>
            <p:nvPr/>
          </p:nvSpPr>
          <p:spPr>
            <a:xfrm>
              <a:off x="6784340" y="1370330"/>
              <a:ext cx="2629535" cy="3695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 eaLnBrk="1" fontAlgn="auto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ko-KR" altLang="en-US" dirty="0" err="1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이젠아카데미</a:t>
              </a:r>
              <a:endParaRPr lang="ko-KR" altLang="en-US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A673C8D9-CE6D-AA17-08C5-62EEC7375D4E}"/>
                </a:ext>
              </a:extLst>
            </p:cNvPr>
            <p:cNvSpPr txBox="1"/>
            <p:nvPr/>
          </p:nvSpPr>
          <p:spPr>
            <a:xfrm>
              <a:off x="6747510" y="1809750"/>
              <a:ext cx="5158740" cy="2216150"/>
            </a:xfrm>
            <a:prstGeom prst="rect">
              <a:avLst/>
            </a:prstGeom>
            <a:noFill/>
          </p:spPr>
          <p:txBody>
            <a:bodyPr wrap="square" tIns="0" bIns="0">
              <a:spAutoFit/>
            </a:bodyPr>
            <a:lstStyle/>
            <a:p>
              <a:pPr eaLnBrk="1" fontAlgn="auto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ko-KR" sz="48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EZEN </a:t>
              </a:r>
              <a:r>
                <a:rPr lang="ko-KR" altLang="en-US" sz="48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뭐 먹지</a:t>
              </a:r>
              <a:br>
                <a:rPr lang="en-US" altLang="ko-KR" sz="48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</a:br>
              <a:r>
                <a:rPr lang="en-US" altLang="ko-KR" sz="32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(</a:t>
              </a:r>
              <a:r>
                <a:rPr lang="ko-KR" altLang="en-US" sz="32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날씨정보와 위치 정보를 활용한 음식점 추천 지능형 웹사이트</a:t>
              </a:r>
              <a:r>
                <a:rPr lang="en-US" altLang="ko-KR" sz="32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)</a:t>
              </a:r>
              <a:endParaRPr lang="ko-KR" altLang="en-US" sz="32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AC6A9F18-1841-DEC0-E8F7-05B5795B476E}"/>
              </a:ext>
            </a:extLst>
          </p:cNvPr>
          <p:cNvSpPr txBox="1"/>
          <p:nvPr/>
        </p:nvSpPr>
        <p:spPr>
          <a:xfrm>
            <a:off x="0" y="0"/>
            <a:ext cx="12192000" cy="431165"/>
          </a:xfrm>
          <a:prstGeom prst="rect">
            <a:avLst/>
          </a:prstGeom>
          <a:solidFill>
            <a:srgbClr val="FFD85C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r>
              <a:rPr lang="en-US" altLang="ko-KR" sz="1600" b="1" spc="6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K-Digital Training</a:t>
            </a:r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grpSp>
        <p:nvGrpSpPr>
          <p:cNvPr id="37" name="그룹 36">
            <a:extLst>
              <a:ext uri="{FF2B5EF4-FFF2-40B4-BE49-F238E27FC236}">
                <a16:creationId xmlns:a16="http://schemas.microsoft.com/office/drawing/2014/main" id="{77676DE3-7328-57E8-8B39-BD8F02E8E18B}"/>
              </a:ext>
            </a:extLst>
          </p:cNvPr>
          <p:cNvGrpSpPr/>
          <p:nvPr/>
        </p:nvGrpSpPr>
        <p:grpSpPr>
          <a:xfrm>
            <a:off x="8757920" y="6027420"/>
            <a:ext cx="2679700" cy="375920"/>
            <a:chOff x="8757920" y="6027420"/>
            <a:chExt cx="2679700" cy="375920"/>
          </a:xfrm>
        </p:grpSpPr>
        <p:pic>
          <p:nvPicPr>
            <p:cNvPr id="7" name="_x278651016">
              <a:extLst>
                <a:ext uri="{FF2B5EF4-FFF2-40B4-BE49-F238E27FC236}">
                  <a16:creationId xmlns:a16="http://schemas.microsoft.com/office/drawing/2014/main" id="{4DCE3619-3918-2F61-1012-6E0DDFBCE9A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257790" y="6027420"/>
              <a:ext cx="1180465" cy="37592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6" name="그래픽 23">
              <a:extLst>
                <a:ext uri="{FF2B5EF4-FFF2-40B4-BE49-F238E27FC236}">
                  <a16:creationId xmlns:a16="http://schemas.microsoft.com/office/drawing/2014/main" id="{020FDD6C-3DBB-FB83-FA79-DA13219A18B9}"/>
                </a:ext>
              </a:extLst>
            </p:cNvPr>
            <p:cNvPicPr>
              <a:picLocks noChangeAspect="1"/>
            </p:cNvPicPr>
            <p:nvPr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8757920" y="6027420"/>
              <a:ext cx="1190625" cy="353695"/>
            </a:xfrm>
            <a:prstGeom prst="rect">
              <a:avLst/>
            </a:prstGeom>
          </p:spPr>
        </p:pic>
      </p:grpSp>
      <p:pic>
        <p:nvPicPr>
          <p:cNvPr id="83" name="그래픽 82">
            <a:extLst>
              <a:ext uri="{FF2B5EF4-FFF2-40B4-BE49-F238E27FC236}">
                <a16:creationId xmlns:a16="http://schemas.microsoft.com/office/drawing/2014/main" id="{C8CDCDEF-234C-3475-E28B-71872D494B05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-160020" y="3915410"/>
            <a:ext cx="7470140" cy="3683000"/>
          </a:xfrm>
          <a:prstGeom prst="rect">
            <a:avLst/>
          </a:prstGeom>
        </p:spPr>
      </p:pic>
      <p:pic>
        <p:nvPicPr>
          <p:cNvPr id="35" name="그래픽 34">
            <a:extLst>
              <a:ext uri="{FF2B5EF4-FFF2-40B4-BE49-F238E27FC236}">
                <a16:creationId xmlns:a16="http://schemas.microsoft.com/office/drawing/2014/main" id="{0D726EA1-BE16-120A-6ADB-5C5AB1216ACF}"/>
              </a:ext>
            </a:extLst>
          </p:cNvPr>
          <p:cNvPicPr>
            <a:picLocks noChangeAspect="1"/>
          </p:cNvPicPr>
          <p:nvPr/>
        </p:nvPicPr>
        <p:blipFill rotWithShape="1"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rcRect l="21662" t="1" b="17379"/>
          <a:stretch/>
        </p:blipFill>
        <p:spPr>
          <a:xfrm>
            <a:off x="0" y="1229360"/>
            <a:ext cx="6616065" cy="5641340"/>
          </a:xfrm>
          <a:prstGeom prst="rect">
            <a:avLst/>
          </a:prstGeom>
        </p:spPr>
      </p:pic>
      <p:grpSp>
        <p:nvGrpSpPr>
          <p:cNvPr id="47" name="그룹 46">
            <a:extLst>
              <a:ext uri="{FF2B5EF4-FFF2-40B4-BE49-F238E27FC236}">
                <a16:creationId xmlns:a16="http://schemas.microsoft.com/office/drawing/2014/main" id="{483AC635-D27B-44AF-C252-C231B6D1D76F}"/>
              </a:ext>
            </a:extLst>
          </p:cNvPr>
          <p:cNvGrpSpPr/>
          <p:nvPr/>
        </p:nvGrpSpPr>
        <p:grpSpPr>
          <a:xfrm>
            <a:off x="396240" y="2177415"/>
            <a:ext cx="1047115" cy="1047750"/>
            <a:chOff x="396240" y="2177415"/>
            <a:chExt cx="1047115" cy="1047750"/>
          </a:xfrm>
        </p:grpSpPr>
        <p:sp>
          <p:nvSpPr>
            <p:cNvPr id="45" name="자유형: 도형 44">
              <a:extLst>
                <a:ext uri="{FF2B5EF4-FFF2-40B4-BE49-F238E27FC236}">
                  <a16:creationId xmlns:a16="http://schemas.microsoft.com/office/drawing/2014/main" id="{A355785C-5147-8E5C-8C08-D78A66EB5980}"/>
                </a:ext>
              </a:extLst>
            </p:cNvPr>
            <p:cNvSpPr/>
            <p:nvPr/>
          </p:nvSpPr>
          <p:spPr>
            <a:xfrm>
              <a:off x="396240" y="2177415"/>
              <a:ext cx="1047115" cy="1047750"/>
            </a:xfrm>
            <a:custGeom>
              <a:avLst/>
              <a:gdLst>
                <a:gd name="connsiteX0" fmla="*/ 1047155 w 1047217"/>
                <a:gd name="connsiteY0" fmla="*/ 563441 h 1047469"/>
                <a:gd name="connsiteX1" fmla="*/ 1047155 w 1047217"/>
                <a:gd name="connsiteY1" fmla="*/ 483903 h 1047469"/>
                <a:gd name="connsiteX2" fmla="*/ 992095 w 1047217"/>
                <a:gd name="connsiteY2" fmla="*/ 428842 h 1047469"/>
                <a:gd name="connsiteX3" fmla="*/ 942257 w 1047217"/>
                <a:gd name="connsiteY3" fmla="*/ 428842 h 1047469"/>
                <a:gd name="connsiteX4" fmla="*/ 889651 w 1047217"/>
                <a:gd name="connsiteY4" fmla="*/ 391967 h 1047469"/>
                <a:gd name="connsiteX5" fmla="*/ 875555 w 1047217"/>
                <a:gd name="connsiteY5" fmla="*/ 356666 h 1047469"/>
                <a:gd name="connsiteX6" fmla="*/ 886127 w 1047217"/>
                <a:gd name="connsiteY6" fmla="*/ 295250 h 1047469"/>
                <a:gd name="connsiteX7" fmla="*/ 921995 w 1047217"/>
                <a:gd name="connsiteY7" fmla="*/ 259382 h 1047469"/>
                <a:gd name="connsiteX8" fmla="*/ 921995 w 1047217"/>
                <a:gd name="connsiteY8" fmla="*/ 181479 h 1047469"/>
                <a:gd name="connsiteX9" fmla="*/ 865739 w 1047217"/>
                <a:gd name="connsiteY9" fmla="*/ 125223 h 1047469"/>
                <a:gd name="connsiteX10" fmla="*/ 787836 w 1047217"/>
                <a:gd name="connsiteY10" fmla="*/ 125223 h 1047469"/>
                <a:gd name="connsiteX11" fmla="*/ 755870 w 1047217"/>
                <a:gd name="connsiteY11" fmla="*/ 157190 h 1047469"/>
                <a:gd name="connsiteX12" fmla="*/ 692692 w 1047217"/>
                <a:gd name="connsiteY12" fmla="*/ 167698 h 1047469"/>
                <a:gd name="connsiteX13" fmla="*/ 653866 w 1047217"/>
                <a:gd name="connsiteY13" fmla="*/ 150897 h 1047469"/>
                <a:gd name="connsiteX14" fmla="*/ 618439 w 1047217"/>
                <a:gd name="connsiteY14" fmla="*/ 99486 h 1047469"/>
                <a:gd name="connsiteX15" fmla="*/ 618439 w 1047217"/>
                <a:gd name="connsiteY15" fmla="*/ 55060 h 1047469"/>
                <a:gd name="connsiteX16" fmla="*/ 563378 w 1047217"/>
                <a:gd name="connsiteY16" fmla="*/ 0 h 1047469"/>
                <a:gd name="connsiteX17" fmla="*/ 483840 w 1047217"/>
                <a:gd name="connsiteY17" fmla="*/ 0 h 1047469"/>
                <a:gd name="connsiteX18" fmla="*/ 428779 w 1047217"/>
                <a:gd name="connsiteY18" fmla="*/ 55060 h 1047469"/>
                <a:gd name="connsiteX19" fmla="*/ 428779 w 1047217"/>
                <a:gd name="connsiteY19" fmla="*/ 95522 h 1047469"/>
                <a:gd name="connsiteX20" fmla="*/ 391904 w 1047217"/>
                <a:gd name="connsiteY20" fmla="*/ 147499 h 1047469"/>
                <a:gd name="connsiteX21" fmla="*/ 349555 w 1047217"/>
                <a:gd name="connsiteY21" fmla="*/ 164615 h 1047469"/>
                <a:gd name="connsiteX22" fmla="*/ 287636 w 1047217"/>
                <a:gd name="connsiteY22" fmla="*/ 153540 h 1047469"/>
                <a:gd name="connsiteX23" fmla="*/ 259382 w 1047217"/>
                <a:gd name="connsiteY23" fmla="*/ 125286 h 1047469"/>
                <a:gd name="connsiteX24" fmla="*/ 181479 w 1047217"/>
                <a:gd name="connsiteY24" fmla="*/ 125286 h 1047469"/>
                <a:gd name="connsiteX25" fmla="*/ 125223 w 1047217"/>
                <a:gd name="connsiteY25" fmla="*/ 181542 h 1047469"/>
                <a:gd name="connsiteX26" fmla="*/ 125223 w 1047217"/>
                <a:gd name="connsiteY26" fmla="*/ 259445 h 1047469"/>
                <a:gd name="connsiteX27" fmla="*/ 152785 w 1047217"/>
                <a:gd name="connsiteY27" fmla="*/ 287006 h 1047469"/>
                <a:gd name="connsiteX28" fmla="*/ 163734 w 1047217"/>
                <a:gd name="connsiteY28" fmla="*/ 349240 h 1047469"/>
                <a:gd name="connsiteX29" fmla="*/ 146052 w 1047217"/>
                <a:gd name="connsiteY29" fmla="*/ 392345 h 1047469"/>
                <a:gd name="connsiteX30" fmla="*/ 94201 w 1047217"/>
                <a:gd name="connsiteY30" fmla="*/ 428905 h 1047469"/>
                <a:gd name="connsiteX31" fmla="*/ 55060 w 1047217"/>
                <a:gd name="connsiteY31" fmla="*/ 428905 h 1047469"/>
                <a:gd name="connsiteX32" fmla="*/ 0 w 1047217"/>
                <a:gd name="connsiteY32" fmla="*/ 483965 h 1047469"/>
                <a:gd name="connsiteX33" fmla="*/ 0 w 1047217"/>
                <a:gd name="connsiteY33" fmla="*/ 563504 h 1047469"/>
                <a:gd name="connsiteX34" fmla="*/ 55060 w 1047217"/>
                <a:gd name="connsiteY34" fmla="*/ 618565 h 1047469"/>
                <a:gd name="connsiteX35" fmla="*/ 96781 w 1047217"/>
                <a:gd name="connsiteY35" fmla="*/ 618565 h 1047469"/>
                <a:gd name="connsiteX36" fmla="*/ 148254 w 1047217"/>
                <a:gd name="connsiteY36" fmla="*/ 654118 h 1047469"/>
                <a:gd name="connsiteX37" fmla="*/ 165748 w 1047217"/>
                <a:gd name="connsiteY37" fmla="*/ 694894 h 1047469"/>
                <a:gd name="connsiteX38" fmla="*/ 155239 w 1047217"/>
                <a:gd name="connsiteY38" fmla="*/ 758009 h 1047469"/>
                <a:gd name="connsiteX39" fmla="*/ 125223 w 1047217"/>
                <a:gd name="connsiteY39" fmla="*/ 788025 h 1047469"/>
                <a:gd name="connsiteX40" fmla="*/ 125223 w 1047217"/>
                <a:gd name="connsiteY40" fmla="*/ 865928 h 1047469"/>
                <a:gd name="connsiteX41" fmla="*/ 181479 w 1047217"/>
                <a:gd name="connsiteY41" fmla="*/ 922184 h 1047469"/>
                <a:gd name="connsiteX42" fmla="*/ 259382 w 1047217"/>
                <a:gd name="connsiteY42" fmla="*/ 922184 h 1047469"/>
                <a:gd name="connsiteX43" fmla="*/ 292733 w 1047217"/>
                <a:gd name="connsiteY43" fmla="*/ 888833 h 1047469"/>
                <a:gd name="connsiteX44" fmla="*/ 355218 w 1047217"/>
                <a:gd name="connsiteY44" fmla="*/ 878072 h 1047469"/>
                <a:gd name="connsiteX45" fmla="*/ 391149 w 1047217"/>
                <a:gd name="connsiteY45" fmla="*/ 892357 h 1047469"/>
                <a:gd name="connsiteX46" fmla="*/ 428779 w 1047217"/>
                <a:gd name="connsiteY46" fmla="*/ 943956 h 1047469"/>
                <a:gd name="connsiteX47" fmla="*/ 428779 w 1047217"/>
                <a:gd name="connsiteY47" fmla="*/ 992409 h 1047469"/>
                <a:gd name="connsiteX48" fmla="*/ 483840 w 1047217"/>
                <a:gd name="connsiteY48" fmla="*/ 1047470 h 1047469"/>
                <a:gd name="connsiteX49" fmla="*/ 563378 w 1047217"/>
                <a:gd name="connsiteY49" fmla="*/ 1047470 h 1047469"/>
                <a:gd name="connsiteX50" fmla="*/ 618439 w 1047217"/>
                <a:gd name="connsiteY50" fmla="*/ 992409 h 1047469"/>
                <a:gd name="connsiteX51" fmla="*/ 618439 w 1047217"/>
                <a:gd name="connsiteY51" fmla="*/ 939992 h 1047469"/>
                <a:gd name="connsiteX52" fmla="*/ 654621 w 1047217"/>
                <a:gd name="connsiteY52" fmla="*/ 888896 h 1047469"/>
                <a:gd name="connsiteX53" fmla="*/ 688853 w 1047217"/>
                <a:gd name="connsiteY53" fmla="*/ 874360 h 1047469"/>
                <a:gd name="connsiteX54" fmla="*/ 751024 w 1047217"/>
                <a:gd name="connsiteY54" fmla="*/ 885372 h 1047469"/>
                <a:gd name="connsiteX55" fmla="*/ 787899 w 1047217"/>
                <a:gd name="connsiteY55" fmla="*/ 922247 h 1047469"/>
                <a:gd name="connsiteX56" fmla="*/ 865802 w 1047217"/>
                <a:gd name="connsiteY56" fmla="*/ 922247 h 1047469"/>
                <a:gd name="connsiteX57" fmla="*/ 922058 w 1047217"/>
                <a:gd name="connsiteY57" fmla="*/ 865990 h 1047469"/>
                <a:gd name="connsiteX58" fmla="*/ 922058 w 1047217"/>
                <a:gd name="connsiteY58" fmla="*/ 788088 h 1047469"/>
                <a:gd name="connsiteX59" fmla="*/ 884428 w 1047217"/>
                <a:gd name="connsiteY59" fmla="*/ 750458 h 1047469"/>
                <a:gd name="connsiteX60" fmla="*/ 873290 w 1047217"/>
                <a:gd name="connsiteY60" fmla="*/ 688602 h 1047469"/>
                <a:gd name="connsiteX61" fmla="*/ 887511 w 1047217"/>
                <a:gd name="connsiteY61" fmla="*/ 654621 h 1047469"/>
                <a:gd name="connsiteX62" fmla="*/ 939803 w 1047217"/>
                <a:gd name="connsiteY62" fmla="*/ 618628 h 1047469"/>
                <a:gd name="connsiteX63" fmla="*/ 992158 w 1047217"/>
                <a:gd name="connsiteY63" fmla="*/ 618628 h 1047469"/>
                <a:gd name="connsiteX64" fmla="*/ 1047218 w 1047217"/>
                <a:gd name="connsiteY64" fmla="*/ 563567 h 10474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</a:cxnLst>
              <a:rect l="l" t="t" r="r" b="b"/>
              <a:pathLst>
                <a:path w="1047217" h="1047469">
                  <a:moveTo>
                    <a:pt x="1047155" y="563441"/>
                  </a:moveTo>
                  <a:lnTo>
                    <a:pt x="1047155" y="483903"/>
                  </a:lnTo>
                  <a:cubicBezTo>
                    <a:pt x="1047155" y="453509"/>
                    <a:pt x="1022488" y="428842"/>
                    <a:pt x="992095" y="428842"/>
                  </a:cubicBezTo>
                  <a:lnTo>
                    <a:pt x="942257" y="428842"/>
                  </a:lnTo>
                  <a:cubicBezTo>
                    <a:pt x="918723" y="428842"/>
                    <a:pt x="897328" y="414243"/>
                    <a:pt x="889651" y="391967"/>
                  </a:cubicBezTo>
                  <a:cubicBezTo>
                    <a:pt x="885498" y="379948"/>
                    <a:pt x="880778" y="368181"/>
                    <a:pt x="875555" y="356666"/>
                  </a:cubicBezTo>
                  <a:cubicBezTo>
                    <a:pt x="866053" y="335900"/>
                    <a:pt x="869955" y="311422"/>
                    <a:pt x="886127" y="295250"/>
                  </a:cubicBezTo>
                  <a:lnTo>
                    <a:pt x="921995" y="259382"/>
                  </a:lnTo>
                  <a:cubicBezTo>
                    <a:pt x="943516" y="237861"/>
                    <a:pt x="943516" y="203000"/>
                    <a:pt x="921995" y="181479"/>
                  </a:cubicBezTo>
                  <a:lnTo>
                    <a:pt x="865739" y="125223"/>
                  </a:lnTo>
                  <a:cubicBezTo>
                    <a:pt x="844218" y="103702"/>
                    <a:pt x="809357" y="103702"/>
                    <a:pt x="787836" y="125223"/>
                  </a:cubicBezTo>
                  <a:lnTo>
                    <a:pt x="755870" y="157190"/>
                  </a:lnTo>
                  <a:cubicBezTo>
                    <a:pt x="739194" y="173865"/>
                    <a:pt x="713772" y="178144"/>
                    <a:pt x="692692" y="167698"/>
                  </a:cubicBezTo>
                  <a:cubicBezTo>
                    <a:pt x="680106" y="161406"/>
                    <a:pt x="667144" y="155805"/>
                    <a:pt x="653866" y="150897"/>
                  </a:cubicBezTo>
                  <a:cubicBezTo>
                    <a:pt x="632471" y="142968"/>
                    <a:pt x="618439" y="122266"/>
                    <a:pt x="618439" y="99486"/>
                  </a:cubicBezTo>
                  <a:lnTo>
                    <a:pt x="618439" y="55060"/>
                  </a:lnTo>
                  <a:cubicBezTo>
                    <a:pt x="618439" y="24667"/>
                    <a:pt x="593772" y="0"/>
                    <a:pt x="563378" y="0"/>
                  </a:cubicBezTo>
                  <a:lnTo>
                    <a:pt x="483840" y="0"/>
                  </a:lnTo>
                  <a:cubicBezTo>
                    <a:pt x="453446" y="0"/>
                    <a:pt x="428779" y="24667"/>
                    <a:pt x="428779" y="55060"/>
                  </a:cubicBezTo>
                  <a:lnTo>
                    <a:pt x="428779" y="95522"/>
                  </a:lnTo>
                  <a:cubicBezTo>
                    <a:pt x="428779" y="118931"/>
                    <a:pt x="414054" y="140011"/>
                    <a:pt x="391904" y="147499"/>
                  </a:cubicBezTo>
                  <a:cubicBezTo>
                    <a:pt x="377368" y="152407"/>
                    <a:pt x="363210" y="158134"/>
                    <a:pt x="349555" y="164615"/>
                  </a:cubicBezTo>
                  <a:cubicBezTo>
                    <a:pt x="328727" y="174494"/>
                    <a:pt x="303934" y="169838"/>
                    <a:pt x="287636" y="153540"/>
                  </a:cubicBezTo>
                  <a:lnTo>
                    <a:pt x="259382" y="125286"/>
                  </a:lnTo>
                  <a:cubicBezTo>
                    <a:pt x="237861" y="103765"/>
                    <a:pt x="203000" y="103765"/>
                    <a:pt x="181479" y="125286"/>
                  </a:cubicBezTo>
                  <a:lnTo>
                    <a:pt x="125223" y="181542"/>
                  </a:lnTo>
                  <a:cubicBezTo>
                    <a:pt x="103702" y="203063"/>
                    <a:pt x="103702" y="237924"/>
                    <a:pt x="125223" y="259445"/>
                  </a:cubicBezTo>
                  <a:lnTo>
                    <a:pt x="152785" y="287006"/>
                  </a:lnTo>
                  <a:cubicBezTo>
                    <a:pt x="169146" y="303367"/>
                    <a:pt x="173802" y="328349"/>
                    <a:pt x="163734" y="349240"/>
                  </a:cubicBezTo>
                  <a:cubicBezTo>
                    <a:pt x="157001" y="363147"/>
                    <a:pt x="151149" y="377557"/>
                    <a:pt x="146052" y="392345"/>
                  </a:cubicBezTo>
                  <a:cubicBezTo>
                    <a:pt x="138501" y="414369"/>
                    <a:pt x="117483" y="428905"/>
                    <a:pt x="94201" y="428905"/>
                  </a:cubicBezTo>
                  <a:lnTo>
                    <a:pt x="55060" y="428905"/>
                  </a:lnTo>
                  <a:cubicBezTo>
                    <a:pt x="24667" y="428905"/>
                    <a:pt x="0" y="453572"/>
                    <a:pt x="0" y="483965"/>
                  </a:cubicBezTo>
                  <a:lnTo>
                    <a:pt x="0" y="563504"/>
                  </a:lnTo>
                  <a:cubicBezTo>
                    <a:pt x="0" y="593898"/>
                    <a:pt x="24667" y="618565"/>
                    <a:pt x="55060" y="618565"/>
                  </a:cubicBezTo>
                  <a:lnTo>
                    <a:pt x="96781" y="618565"/>
                  </a:lnTo>
                  <a:cubicBezTo>
                    <a:pt x="119686" y="618565"/>
                    <a:pt x="140451" y="632597"/>
                    <a:pt x="148254" y="654118"/>
                  </a:cubicBezTo>
                  <a:cubicBezTo>
                    <a:pt x="153351" y="668088"/>
                    <a:pt x="159203" y="681680"/>
                    <a:pt x="165748" y="694894"/>
                  </a:cubicBezTo>
                  <a:cubicBezTo>
                    <a:pt x="176256" y="715974"/>
                    <a:pt x="171851" y="741397"/>
                    <a:pt x="155239" y="758009"/>
                  </a:cubicBezTo>
                  <a:lnTo>
                    <a:pt x="125223" y="788025"/>
                  </a:lnTo>
                  <a:cubicBezTo>
                    <a:pt x="103702" y="809546"/>
                    <a:pt x="103702" y="844407"/>
                    <a:pt x="125223" y="865928"/>
                  </a:cubicBezTo>
                  <a:lnTo>
                    <a:pt x="181479" y="922184"/>
                  </a:lnTo>
                  <a:cubicBezTo>
                    <a:pt x="203000" y="943704"/>
                    <a:pt x="237861" y="943704"/>
                    <a:pt x="259382" y="922184"/>
                  </a:cubicBezTo>
                  <a:lnTo>
                    <a:pt x="292733" y="888833"/>
                  </a:lnTo>
                  <a:cubicBezTo>
                    <a:pt x="309219" y="872346"/>
                    <a:pt x="334075" y="868382"/>
                    <a:pt x="355218" y="878072"/>
                  </a:cubicBezTo>
                  <a:cubicBezTo>
                    <a:pt x="366923" y="883421"/>
                    <a:pt x="378879" y="888140"/>
                    <a:pt x="391149" y="892357"/>
                  </a:cubicBezTo>
                  <a:cubicBezTo>
                    <a:pt x="413425" y="899971"/>
                    <a:pt x="428779" y="920422"/>
                    <a:pt x="428779" y="943956"/>
                  </a:cubicBezTo>
                  <a:lnTo>
                    <a:pt x="428779" y="992409"/>
                  </a:lnTo>
                  <a:cubicBezTo>
                    <a:pt x="428779" y="1022803"/>
                    <a:pt x="453446" y="1047470"/>
                    <a:pt x="483840" y="1047470"/>
                  </a:cubicBezTo>
                  <a:lnTo>
                    <a:pt x="563378" y="1047470"/>
                  </a:lnTo>
                  <a:cubicBezTo>
                    <a:pt x="593772" y="1047470"/>
                    <a:pt x="618439" y="1022803"/>
                    <a:pt x="618439" y="992409"/>
                  </a:cubicBezTo>
                  <a:lnTo>
                    <a:pt x="618439" y="939992"/>
                  </a:lnTo>
                  <a:cubicBezTo>
                    <a:pt x="618439" y="917024"/>
                    <a:pt x="633038" y="896887"/>
                    <a:pt x="654621" y="888896"/>
                  </a:cubicBezTo>
                  <a:cubicBezTo>
                    <a:pt x="666326" y="884554"/>
                    <a:pt x="677715" y="879708"/>
                    <a:pt x="688853" y="874360"/>
                  </a:cubicBezTo>
                  <a:cubicBezTo>
                    <a:pt x="709682" y="864291"/>
                    <a:pt x="734663" y="869011"/>
                    <a:pt x="751024" y="885372"/>
                  </a:cubicBezTo>
                  <a:lnTo>
                    <a:pt x="787899" y="922247"/>
                  </a:lnTo>
                  <a:cubicBezTo>
                    <a:pt x="809420" y="943767"/>
                    <a:pt x="844281" y="943767"/>
                    <a:pt x="865802" y="922247"/>
                  </a:cubicBezTo>
                  <a:lnTo>
                    <a:pt x="922058" y="865990"/>
                  </a:lnTo>
                  <a:cubicBezTo>
                    <a:pt x="943578" y="844470"/>
                    <a:pt x="943578" y="809609"/>
                    <a:pt x="922058" y="788088"/>
                  </a:cubicBezTo>
                  <a:lnTo>
                    <a:pt x="884428" y="750458"/>
                  </a:lnTo>
                  <a:cubicBezTo>
                    <a:pt x="868130" y="734160"/>
                    <a:pt x="863410" y="709367"/>
                    <a:pt x="873290" y="688602"/>
                  </a:cubicBezTo>
                  <a:cubicBezTo>
                    <a:pt x="878576" y="677526"/>
                    <a:pt x="883295" y="666200"/>
                    <a:pt x="887511" y="654621"/>
                  </a:cubicBezTo>
                  <a:cubicBezTo>
                    <a:pt x="895440" y="632849"/>
                    <a:pt x="916583" y="618628"/>
                    <a:pt x="939803" y="618628"/>
                  </a:cubicBezTo>
                  <a:lnTo>
                    <a:pt x="992158" y="618628"/>
                  </a:lnTo>
                  <a:cubicBezTo>
                    <a:pt x="1022551" y="618628"/>
                    <a:pt x="1047218" y="593960"/>
                    <a:pt x="1047218" y="563567"/>
                  </a:cubicBezTo>
                  <a:close/>
                </a:path>
              </a:pathLst>
            </a:custGeom>
            <a:solidFill>
              <a:srgbClr val="FFD85C"/>
            </a:solidFill>
            <a:ln w="625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46" name="자유형: 도형 45">
              <a:extLst>
                <a:ext uri="{FF2B5EF4-FFF2-40B4-BE49-F238E27FC236}">
                  <a16:creationId xmlns:a16="http://schemas.microsoft.com/office/drawing/2014/main" id="{4CF8A4C2-E2E9-4801-D878-CC415D2530BD}"/>
                </a:ext>
              </a:extLst>
            </p:cNvPr>
            <p:cNvSpPr/>
            <p:nvPr/>
          </p:nvSpPr>
          <p:spPr>
            <a:xfrm>
              <a:off x="720725" y="2501900"/>
              <a:ext cx="397510" cy="397510"/>
            </a:xfrm>
            <a:custGeom>
              <a:avLst/>
              <a:gdLst>
                <a:gd name="connsiteX0" fmla="*/ 397819 w 397819"/>
                <a:gd name="connsiteY0" fmla="*/ 198910 h 397819"/>
                <a:gd name="connsiteX1" fmla="*/ 198910 w 397819"/>
                <a:gd name="connsiteY1" fmla="*/ 397819 h 397819"/>
                <a:gd name="connsiteX2" fmla="*/ 0 w 397819"/>
                <a:gd name="connsiteY2" fmla="*/ 198910 h 397819"/>
                <a:gd name="connsiteX3" fmla="*/ 198910 w 397819"/>
                <a:gd name="connsiteY3" fmla="*/ 0 h 397819"/>
                <a:gd name="connsiteX4" fmla="*/ 397819 w 397819"/>
                <a:gd name="connsiteY4" fmla="*/ 198910 h 3978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97819" h="397819">
                  <a:moveTo>
                    <a:pt x="397819" y="198910"/>
                  </a:moveTo>
                  <a:cubicBezTo>
                    <a:pt x="397819" y="308779"/>
                    <a:pt x="308779" y="397819"/>
                    <a:pt x="198910" y="397819"/>
                  </a:cubicBezTo>
                  <a:cubicBezTo>
                    <a:pt x="89041" y="397819"/>
                    <a:pt x="0" y="308779"/>
                    <a:pt x="0" y="198910"/>
                  </a:cubicBezTo>
                  <a:cubicBezTo>
                    <a:pt x="0" y="89041"/>
                    <a:pt x="89041" y="0"/>
                    <a:pt x="198910" y="0"/>
                  </a:cubicBezTo>
                  <a:cubicBezTo>
                    <a:pt x="308779" y="0"/>
                    <a:pt x="397819" y="89041"/>
                    <a:pt x="397819" y="198910"/>
                  </a:cubicBezTo>
                  <a:close/>
                </a:path>
              </a:pathLst>
            </a:custGeom>
            <a:solidFill>
              <a:srgbClr val="3378C8"/>
            </a:solidFill>
            <a:ln w="625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</p:grpSp>
      <p:pic>
        <p:nvPicPr>
          <p:cNvPr id="81" name="그래픽 80">
            <a:extLst>
              <a:ext uri="{FF2B5EF4-FFF2-40B4-BE49-F238E27FC236}">
                <a16:creationId xmlns:a16="http://schemas.microsoft.com/office/drawing/2014/main" id="{EB909586-6D08-0A01-846F-B0B934F70FD9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4528820" y="5509260"/>
            <a:ext cx="335915" cy="335915"/>
          </a:xfrm>
          <a:prstGeom prst="rect">
            <a:avLst/>
          </a:prstGeom>
        </p:spPr>
      </p:pic>
      <p:grpSp>
        <p:nvGrpSpPr>
          <p:cNvPr id="79" name="그룹 78">
            <a:extLst>
              <a:ext uri="{FF2B5EF4-FFF2-40B4-BE49-F238E27FC236}">
                <a16:creationId xmlns:a16="http://schemas.microsoft.com/office/drawing/2014/main" id="{7D2B4F00-41E1-A77B-F9A9-76AD04614A19}"/>
              </a:ext>
            </a:extLst>
          </p:cNvPr>
          <p:cNvGrpSpPr/>
          <p:nvPr/>
        </p:nvGrpSpPr>
        <p:grpSpPr>
          <a:xfrm>
            <a:off x="1277620" y="2615565"/>
            <a:ext cx="3935730" cy="4307840"/>
            <a:chOff x="1277620" y="2615565"/>
            <a:chExt cx="3935730" cy="4307840"/>
          </a:xfrm>
        </p:grpSpPr>
        <p:sp>
          <p:nvSpPr>
            <p:cNvPr id="49" name="자유형: 도형 48">
              <a:extLst>
                <a:ext uri="{FF2B5EF4-FFF2-40B4-BE49-F238E27FC236}">
                  <a16:creationId xmlns:a16="http://schemas.microsoft.com/office/drawing/2014/main" id="{F1F2C982-81B7-AE60-7DB9-47427F96BC48}"/>
                </a:ext>
              </a:extLst>
            </p:cNvPr>
            <p:cNvSpPr/>
            <p:nvPr/>
          </p:nvSpPr>
          <p:spPr>
            <a:xfrm>
              <a:off x="3136900" y="2615565"/>
              <a:ext cx="762635" cy="1329690"/>
            </a:xfrm>
            <a:custGeom>
              <a:avLst/>
              <a:gdLst>
                <a:gd name="connsiteX0" fmla="*/ 138971 w 869869"/>
                <a:gd name="connsiteY0" fmla="*/ 613285 h 1517209"/>
                <a:gd name="connsiteX1" fmla="*/ 352505 w 869869"/>
                <a:gd name="connsiteY1" fmla="*/ 132813 h 1517209"/>
                <a:gd name="connsiteX2" fmla="*/ 518023 w 869869"/>
                <a:gd name="connsiteY2" fmla="*/ 5462 h 1517209"/>
                <a:gd name="connsiteX3" fmla="*/ 538800 w 869869"/>
                <a:gd name="connsiteY3" fmla="*/ 224691 h 1517209"/>
                <a:gd name="connsiteX4" fmla="*/ 446076 w 869869"/>
                <a:gd name="connsiteY4" fmla="*/ 428453 h 1517209"/>
                <a:gd name="connsiteX5" fmla="*/ 619981 w 869869"/>
                <a:gd name="connsiteY5" fmla="*/ 394287 h 1517209"/>
                <a:gd name="connsiteX6" fmla="*/ 678694 w 869869"/>
                <a:gd name="connsiteY6" fmla="*/ 504479 h 1517209"/>
                <a:gd name="connsiteX7" fmla="*/ 852599 w 869869"/>
                <a:gd name="connsiteY7" fmla="*/ 510942 h 1517209"/>
                <a:gd name="connsiteX8" fmla="*/ 791040 w 869869"/>
                <a:gd name="connsiteY8" fmla="*/ 672305 h 1517209"/>
                <a:gd name="connsiteX9" fmla="*/ 823974 w 869869"/>
                <a:gd name="connsiteY9" fmla="*/ 837593 h 1517209"/>
                <a:gd name="connsiteX10" fmla="*/ 720554 w 869869"/>
                <a:gd name="connsiteY10" fmla="*/ 957403 h 1517209"/>
                <a:gd name="connsiteX11" fmla="*/ 635679 w 869869"/>
                <a:gd name="connsiteY11" fmla="*/ 1273280 h 1517209"/>
                <a:gd name="connsiteX12" fmla="*/ 519024 w 869869"/>
                <a:gd name="connsiteY12" fmla="*/ 1517210 h 1517209"/>
                <a:gd name="connsiteX13" fmla="*/ 0 w 869869"/>
                <a:gd name="connsiteY13" fmla="*/ 1223879 h 1517209"/>
                <a:gd name="connsiteX14" fmla="*/ 139124 w 869869"/>
                <a:gd name="connsiteY14" fmla="*/ 613362 h 15172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69869" h="1517209">
                  <a:moveTo>
                    <a:pt x="138971" y="613285"/>
                  </a:moveTo>
                  <a:cubicBezTo>
                    <a:pt x="165903" y="518176"/>
                    <a:pt x="333499" y="170903"/>
                    <a:pt x="352505" y="132813"/>
                  </a:cubicBezTo>
                  <a:cubicBezTo>
                    <a:pt x="391672" y="54094"/>
                    <a:pt x="447307" y="-21163"/>
                    <a:pt x="518023" y="5462"/>
                  </a:cubicBezTo>
                  <a:cubicBezTo>
                    <a:pt x="584815" y="30547"/>
                    <a:pt x="575658" y="135198"/>
                    <a:pt x="538800" y="224691"/>
                  </a:cubicBezTo>
                  <a:cubicBezTo>
                    <a:pt x="501941" y="314183"/>
                    <a:pt x="446076" y="428453"/>
                    <a:pt x="446076" y="428453"/>
                  </a:cubicBezTo>
                  <a:cubicBezTo>
                    <a:pt x="446076" y="428453"/>
                    <a:pt x="535491" y="355043"/>
                    <a:pt x="619981" y="394287"/>
                  </a:cubicBezTo>
                  <a:cubicBezTo>
                    <a:pt x="704472" y="433608"/>
                    <a:pt x="678694" y="504479"/>
                    <a:pt x="678694" y="504479"/>
                  </a:cubicBezTo>
                  <a:cubicBezTo>
                    <a:pt x="678694" y="504479"/>
                    <a:pt x="806892" y="435224"/>
                    <a:pt x="852599" y="510942"/>
                  </a:cubicBezTo>
                  <a:cubicBezTo>
                    <a:pt x="888227" y="570040"/>
                    <a:pt x="869220" y="634446"/>
                    <a:pt x="791040" y="672305"/>
                  </a:cubicBezTo>
                  <a:cubicBezTo>
                    <a:pt x="791040" y="672305"/>
                    <a:pt x="913620" y="742637"/>
                    <a:pt x="823974" y="837593"/>
                  </a:cubicBezTo>
                  <a:cubicBezTo>
                    <a:pt x="823974" y="837593"/>
                    <a:pt x="828283" y="934241"/>
                    <a:pt x="720554" y="957403"/>
                  </a:cubicBezTo>
                  <a:cubicBezTo>
                    <a:pt x="720554" y="957403"/>
                    <a:pt x="756028" y="1135926"/>
                    <a:pt x="635679" y="1273280"/>
                  </a:cubicBezTo>
                  <a:lnTo>
                    <a:pt x="519024" y="1517210"/>
                  </a:lnTo>
                  <a:lnTo>
                    <a:pt x="0" y="1223879"/>
                  </a:lnTo>
                  <a:cubicBezTo>
                    <a:pt x="0" y="1223879"/>
                    <a:pt x="124119" y="666226"/>
                    <a:pt x="139124" y="613362"/>
                  </a:cubicBezTo>
                  <a:close/>
                </a:path>
              </a:pathLst>
            </a:custGeom>
            <a:solidFill>
              <a:srgbClr val="FFBDBD"/>
            </a:solidFill>
            <a:ln w="768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50" name="자유형: 도형 49">
              <a:extLst>
                <a:ext uri="{FF2B5EF4-FFF2-40B4-BE49-F238E27FC236}">
                  <a16:creationId xmlns:a16="http://schemas.microsoft.com/office/drawing/2014/main" id="{E30FDFB5-140E-D717-EDDB-C1DE7E25E4EA}"/>
                </a:ext>
              </a:extLst>
            </p:cNvPr>
            <p:cNvSpPr/>
            <p:nvPr/>
          </p:nvSpPr>
          <p:spPr>
            <a:xfrm>
              <a:off x="3395345" y="3034665"/>
              <a:ext cx="358775" cy="102870"/>
            </a:xfrm>
            <a:custGeom>
              <a:avLst/>
              <a:gdLst>
                <a:gd name="connsiteX0" fmla="*/ 25888 w 409589"/>
                <a:gd name="connsiteY0" fmla="*/ 117283 h 117360"/>
                <a:gd name="connsiteX1" fmla="*/ 417 w 409589"/>
                <a:gd name="connsiteY1" fmla="*/ 96045 h 117360"/>
                <a:gd name="connsiteX2" fmla="*/ 21194 w 409589"/>
                <a:gd name="connsiteY2" fmla="*/ 65958 h 117360"/>
                <a:gd name="connsiteX3" fmla="*/ 379085 w 409589"/>
                <a:gd name="connsiteY3" fmla="*/ 397 h 117360"/>
                <a:gd name="connsiteX4" fmla="*/ 409173 w 409589"/>
                <a:gd name="connsiteY4" fmla="*/ 21174 h 117360"/>
                <a:gd name="connsiteX5" fmla="*/ 388396 w 409589"/>
                <a:gd name="connsiteY5" fmla="*/ 51338 h 117360"/>
                <a:gd name="connsiteX6" fmla="*/ 30505 w 409589"/>
                <a:gd name="connsiteY6" fmla="*/ 116899 h 117360"/>
                <a:gd name="connsiteX7" fmla="*/ 25811 w 409589"/>
                <a:gd name="connsiteY7" fmla="*/ 117360 h 1173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09589" h="117360">
                  <a:moveTo>
                    <a:pt x="25888" y="117283"/>
                  </a:moveTo>
                  <a:cubicBezTo>
                    <a:pt x="13653" y="117283"/>
                    <a:pt x="2726" y="108511"/>
                    <a:pt x="417" y="96045"/>
                  </a:cubicBezTo>
                  <a:cubicBezTo>
                    <a:pt x="-2122" y="81964"/>
                    <a:pt x="7189" y="68497"/>
                    <a:pt x="21194" y="65958"/>
                  </a:cubicBezTo>
                  <a:lnTo>
                    <a:pt x="379085" y="397"/>
                  </a:lnTo>
                  <a:cubicBezTo>
                    <a:pt x="393167" y="-2065"/>
                    <a:pt x="406633" y="7169"/>
                    <a:pt x="409173" y="21174"/>
                  </a:cubicBezTo>
                  <a:cubicBezTo>
                    <a:pt x="411712" y="35255"/>
                    <a:pt x="402401" y="48721"/>
                    <a:pt x="388396" y="51338"/>
                  </a:cubicBezTo>
                  <a:lnTo>
                    <a:pt x="30505" y="116899"/>
                  </a:lnTo>
                  <a:cubicBezTo>
                    <a:pt x="28889" y="117206"/>
                    <a:pt x="27350" y="117360"/>
                    <a:pt x="25811" y="117360"/>
                  </a:cubicBezTo>
                  <a:close/>
                </a:path>
              </a:pathLst>
            </a:custGeom>
            <a:solidFill>
              <a:srgbClr val="ED5858"/>
            </a:solidFill>
            <a:ln w="768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51" name="자유형: 도형 50">
              <a:extLst>
                <a:ext uri="{FF2B5EF4-FFF2-40B4-BE49-F238E27FC236}">
                  <a16:creationId xmlns:a16="http://schemas.microsoft.com/office/drawing/2014/main" id="{84884597-6325-8470-947A-4ED8D9F70171}"/>
                </a:ext>
              </a:extLst>
            </p:cNvPr>
            <p:cNvSpPr/>
            <p:nvPr/>
          </p:nvSpPr>
          <p:spPr>
            <a:xfrm>
              <a:off x="3549015" y="3181985"/>
              <a:ext cx="304165" cy="446405"/>
            </a:xfrm>
            <a:custGeom>
              <a:avLst/>
              <a:gdLst>
                <a:gd name="connsiteX0" fmla="*/ 31052 w 346934"/>
                <a:gd name="connsiteY0" fmla="*/ 509343 h 509420"/>
                <a:gd name="connsiteX1" fmla="*/ 14661 w 346934"/>
                <a:gd name="connsiteY1" fmla="*/ 503495 h 509420"/>
                <a:gd name="connsiteX2" fmla="*/ 11045 w 346934"/>
                <a:gd name="connsiteY2" fmla="*/ 467098 h 509420"/>
                <a:gd name="connsiteX3" fmla="*/ 5504 w 346934"/>
                <a:gd name="connsiteY3" fmla="*/ 154684 h 509420"/>
                <a:gd name="connsiteX4" fmla="*/ 964 w 346934"/>
                <a:gd name="connsiteY4" fmla="*/ 131830 h 509420"/>
                <a:gd name="connsiteX5" fmla="*/ 16662 w 346934"/>
                <a:gd name="connsiteY5" fmla="*/ 114593 h 509420"/>
                <a:gd name="connsiteX6" fmla="*/ 311840 w 346934"/>
                <a:gd name="connsiteY6" fmla="*/ 1708 h 509420"/>
                <a:gd name="connsiteX7" fmla="*/ 345236 w 346934"/>
                <a:gd name="connsiteY7" fmla="*/ 16636 h 509420"/>
                <a:gd name="connsiteX8" fmla="*/ 330308 w 346934"/>
                <a:gd name="connsiteY8" fmla="*/ 50032 h 509420"/>
                <a:gd name="connsiteX9" fmla="*/ 65063 w 346934"/>
                <a:gd name="connsiteY9" fmla="*/ 151529 h 509420"/>
                <a:gd name="connsiteX10" fmla="*/ 51059 w 346934"/>
                <a:gd name="connsiteY10" fmla="*/ 499956 h 509420"/>
                <a:gd name="connsiteX11" fmla="*/ 31052 w 346934"/>
                <a:gd name="connsiteY11" fmla="*/ 509420 h 5094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46934" h="509420">
                  <a:moveTo>
                    <a:pt x="31052" y="509343"/>
                  </a:moveTo>
                  <a:cubicBezTo>
                    <a:pt x="25281" y="509343"/>
                    <a:pt x="19432" y="507420"/>
                    <a:pt x="14661" y="503495"/>
                  </a:cubicBezTo>
                  <a:cubicBezTo>
                    <a:pt x="3581" y="494415"/>
                    <a:pt x="1965" y="478102"/>
                    <a:pt x="11045" y="467098"/>
                  </a:cubicBezTo>
                  <a:cubicBezTo>
                    <a:pt x="131625" y="320202"/>
                    <a:pt x="10737" y="161378"/>
                    <a:pt x="5504" y="154684"/>
                  </a:cubicBezTo>
                  <a:cubicBezTo>
                    <a:pt x="426" y="148220"/>
                    <a:pt x="-1267" y="139755"/>
                    <a:pt x="964" y="131830"/>
                  </a:cubicBezTo>
                  <a:cubicBezTo>
                    <a:pt x="3196" y="123904"/>
                    <a:pt x="8967" y="117517"/>
                    <a:pt x="16662" y="114593"/>
                  </a:cubicBezTo>
                  <a:lnTo>
                    <a:pt x="311840" y="1708"/>
                  </a:lnTo>
                  <a:cubicBezTo>
                    <a:pt x="325229" y="-3371"/>
                    <a:pt x="340157" y="3247"/>
                    <a:pt x="345236" y="16636"/>
                  </a:cubicBezTo>
                  <a:cubicBezTo>
                    <a:pt x="350315" y="30025"/>
                    <a:pt x="343620" y="44954"/>
                    <a:pt x="330308" y="50032"/>
                  </a:cubicBezTo>
                  <a:lnTo>
                    <a:pt x="65063" y="151529"/>
                  </a:lnTo>
                  <a:cubicBezTo>
                    <a:pt x="100691" y="212626"/>
                    <a:pt x="164944" y="361293"/>
                    <a:pt x="51059" y="499956"/>
                  </a:cubicBezTo>
                  <a:cubicBezTo>
                    <a:pt x="45903" y="506188"/>
                    <a:pt x="38516" y="509420"/>
                    <a:pt x="31052" y="509420"/>
                  </a:cubicBezTo>
                  <a:close/>
                </a:path>
              </a:pathLst>
            </a:custGeom>
            <a:solidFill>
              <a:srgbClr val="ED5858"/>
            </a:solidFill>
            <a:ln w="768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52" name="자유형: 도형 51">
              <a:extLst>
                <a:ext uri="{FF2B5EF4-FFF2-40B4-BE49-F238E27FC236}">
                  <a16:creationId xmlns:a16="http://schemas.microsoft.com/office/drawing/2014/main" id="{68D39D24-17FA-708B-EAC2-6E679123CF0C}"/>
                </a:ext>
              </a:extLst>
            </p:cNvPr>
            <p:cNvSpPr/>
            <p:nvPr/>
          </p:nvSpPr>
          <p:spPr>
            <a:xfrm>
              <a:off x="3602355" y="3408045"/>
              <a:ext cx="199390" cy="93980"/>
            </a:xfrm>
            <a:custGeom>
              <a:avLst/>
              <a:gdLst>
                <a:gd name="connsiteX0" fmla="*/ 105326 w 227778"/>
                <a:gd name="connsiteY0" fmla="*/ 106821 h 106897"/>
                <a:gd name="connsiteX1" fmla="*/ 54154 w 227778"/>
                <a:gd name="connsiteY1" fmla="*/ 95894 h 106897"/>
                <a:gd name="connsiteX2" fmla="*/ 675 w 227778"/>
                <a:gd name="connsiteY2" fmla="*/ 31718 h 106897"/>
                <a:gd name="connsiteX3" fmla="*/ 20066 w 227778"/>
                <a:gd name="connsiteY3" fmla="*/ 708 h 106897"/>
                <a:gd name="connsiteX4" fmla="*/ 50999 w 227778"/>
                <a:gd name="connsiteY4" fmla="*/ 19791 h 106897"/>
                <a:gd name="connsiteX5" fmla="*/ 77162 w 227778"/>
                <a:gd name="connsiteY5" fmla="*/ 49571 h 106897"/>
                <a:gd name="connsiteX6" fmla="*/ 190509 w 227778"/>
                <a:gd name="connsiteY6" fmla="*/ 30564 h 106897"/>
                <a:gd name="connsiteX7" fmla="*/ 225136 w 227778"/>
                <a:gd name="connsiteY7" fmla="*/ 42491 h 106897"/>
                <a:gd name="connsiteX8" fmla="*/ 213209 w 227778"/>
                <a:gd name="connsiteY8" fmla="*/ 77118 h 106897"/>
                <a:gd name="connsiteX9" fmla="*/ 105249 w 227778"/>
                <a:gd name="connsiteY9" fmla="*/ 106898 h 1068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27778" h="106897">
                  <a:moveTo>
                    <a:pt x="105326" y="106821"/>
                  </a:moveTo>
                  <a:cubicBezTo>
                    <a:pt x="86473" y="106821"/>
                    <a:pt x="69390" y="103204"/>
                    <a:pt x="54154" y="95894"/>
                  </a:cubicBezTo>
                  <a:cubicBezTo>
                    <a:pt x="11909" y="75733"/>
                    <a:pt x="1675" y="36181"/>
                    <a:pt x="675" y="31718"/>
                  </a:cubicBezTo>
                  <a:cubicBezTo>
                    <a:pt x="-2557" y="17790"/>
                    <a:pt x="6138" y="3940"/>
                    <a:pt x="20066" y="708"/>
                  </a:cubicBezTo>
                  <a:cubicBezTo>
                    <a:pt x="33686" y="-2601"/>
                    <a:pt x="47690" y="6017"/>
                    <a:pt x="50999" y="19791"/>
                  </a:cubicBezTo>
                  <a:cubicBezTo>
                    <a:pt x="51307" y="21022"/>
                    <a:pt x="56771" y="40183"/>
                    <a:pt x="77162" y="49571"/>
                  </a:cubicBezTo>
                  <a:cubicBezTo>
                    <a:pt x="102171" y="61036"/>
                    <a:pt x="141415" y="54495"/>
                    <a:pt x="190509" y="30564"/>
                  </a:cubicBezTo>
                  <a:cubicBezTo>
                    <a:pt x="203282" y="24177"/>
                    <a:pt x="218826" y="29641"/>
                    <a:pt x="225136" y="42491"/>
                  </a:cubicBezTo>
                  <a:cubicBezTo>
                    <a:pt x="231446" y="55342"/>
                    <a:pt x="226059" y="70809"/>
                    <a:pt x="213209" y="77118"/>
                  </a:cubicBezTo>
                  <a:cubicBezTo>
                    <a:pt x="172579" y="96971"/>
                    <a:pt x="136490" y="106898"/>
                    <a:pt x="105249" y="106898"/>
                  </a:cubicBezTo>
                  <a:close/>
                </a:path>
              </a:pathLst>
            </a:custGeom>
            <a:solidFill>
              <a:srgbClr val="ED5858"/>
            </a:solidFill>
            <a:ln w="768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53" name="자유형: 도형 52">
              <a:extLst>
                <a:ext uri="{FF2B5EF4-FFF2-40B4-BE49-F238E27FC236}">
                  <a16:creationId xmlns:a16="http://schemas.microsoft.com/office/drawing/2014/main" id="{EA62B1EA-FD2C-FFE5-55AA-44E8CD48B4BA}"/>
                </a:ext>
              </a:extLst>
            </p:cNvPr>
            <p:cNvSpPr/>
            <p:nvPr/>
          </p:nvSpPr>
          <p:spPr>
            <a:xfrm>
              <a:off x="3445510" y="2946400"/>
              <a:ext cx="114300" cy="175260"/>
            </a:xfrm>
            <a:custGeom>
              <a:avLst/>
              <a:gdLst>
                <a:gd name="connsiteX0" fmla="*/ 25865 w 130142"/>
                <a:gd name="connsiteY0" fmla="*/ 200122 h 200121"/>
                <a:gd name="connsiteX1" fmla="*/ 13784 w 130142"/>
                <a:gd name="connsiteY1" fmla="*/ 197121 h 200121"/>
                <a:gd name="connsiteX2" fmla="*/ 3011 w 130142"/>
                <a:gd name="connsiteY2" fmla="*/ 162109 h 200121"/>
                <a:gd name="connsiteX3" fmla="*/ 81346 w 130142"/>
                <a:gd name="connsiteY3" fmla="*/ 13750 h 200121"/>
                <a:gd name="connsiteX4" fmla="*/ 116358 w 130142"/>
                <a:gd name="connsiteY4" fmla="*/ 2977 h 200121"/>
                <a:gd name="connsiteX5" fmla="*/ 127131 w 130142"/>
                <a:gd name="connsiteY5" fmla="*/ 37989 h 200121"/>
                <a:gd name="connsiteX6" fmla="*/ 48796 w 130142"/>
                <a:gd name="connsiteY6" fmla="*/ 186348 h 200121"/>
                <a:gd name="connsiteX7" fmla="*/ 25865 w 130142"/>
                <a:gd name="connsiteY7" fmla="*/ 200122 h 2001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30142" h="200121">
                  <a:moveTo>
                    <a:pt x="25865" y="200122"/>
                  </a:moveTo>
                  <a:cubicBezTo>
                    <a:pt x="21787" y="200122"/>
                    <a:pt x="17632" y="199121"/>
                    <a:pt x="13784" y="197121"/>
                  </a:cubicBezTo>
                  <a:cubicBezTo>
                    <a:pt x="1165" y="190426"/>
                    <a:pt x="-3683" y="174805"/>
                    <a:pt x="3011" y="162109"/>
                  </a:cubicBezTo>
                  <a:lnTo>
                    <a:pt x="81346" y="13750"/>
                  </a:lnTo>
                  <a:cubicBezTo>
                    <a:pt x="88040" y="1131"/>
                    <a:pt x="103738" y="-3640"/>
                    <a:pt x="116358" y="2977"/>
                  </a:cubicBezTo>
                  <a:cubicBezTo>
                    <a:pt x="128978" y="9672"/>
                    <a:pt x="133825" y="25293"/>
                    <a:pt x="127131" y="37989"/>
                  </a:cubicBezTo>
                  <a:lnTo>
                    <a:pt x="48796" y="186348"/>
                  </a:lnTo>
                  <a:cubicBezTo>
                    <a:pt x="44179" y="195120"/>
                    <a:pt x="35176" y="200122"/>
                    <a:pt x="25865" y="200122"/>
                  </a:cubicBezTo>
                  <a:close/>
                </a:path>
              </a:pathLst>
            </a:custGeom>
            <a:solidFill>
              <a:srgbClr val="ED5858"/>
            </a:solidFill>
            <a:ln w="768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54" name="자유형: 도형 53">
              <a:extLst>
                <a:ext uri="{FF2B5EF4-FFF2-40B4-BE49-F238E27FC236}">
                  <a16:creationId xmlns:a16="http://schemas.microsoft.com/office/drawing/2014/main" id="{B66BF755-ADE5-A9D9-6764-7587F67B8D4E}"/>
                </a:ext>
              </a:extLst>
            </p:cNvPr>
            <p:cNvSpPr/>
            <p:nvPr/>
          </p:nvSpPr>
          <p:spPr>
            <a:xfrm>
              <a:off x="3606800" y="3291840"/>
              <a:ext cx="291465" cy="114935"/>
            </a:xfrm>
            <a:custGeom>
              <a:avLst/>
              <a:gdLst>
                <a:gd name="connsiteX0" fmla="*/ 117101 w 332646"/>
                <a:gd name="connsiteY0" fmla="*/ 131363 h 131363"/>
                <a:gd name="connsiteX1" fmla="*/ 20760 w 332646"/>
                <a:gd name="connsiteY1" fmla="*/ 122591 h 131363"/>
                <a:gd name="connsiteX2" fmla="*/ 522 w 332646"/>
                <a:gd name="connsiteY2" fmla="*/ 92119 h 131363"/>
                <a:gd name="connsiteX3" fmla="*/ 30994 w 332646"/>
                <a:gd name="connsiteY3" fmla="*/ 71804 h 131363"/>
                <a:gd name="connsiteX4" fmla="*/ 284158 w 332646"/>
                <a:gd name="connsiteY4" fmla="*/ 13323 h 131363"/>
                <a:gd name="connsiteX5" fmla="*/ 319324 w 332646"/>
                <a:gd name="connsiteY5" fmla="*/ 3242 h 131363"/>
                <a:gd name="connsiteX6" fmla="*/ 329404 w 332646"/>
                <a:gd name="connsiteY6" fmla="*/ 38408 h 131363"/>
                <a:gd name="connsiteX7" fmla="*/ 117101 w 332646"/>
                <a:gd name="connsiteY7" fmla="*/ 131286 h 1313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32646" h="131363">
                  <a:moveTo>
                    <a:pt x="117101" y="131363"/>
                  </a:moveTo>
                  <a:cubicBezTo>
                    <a:pt x="65468" y="131363"/>
                    <a:pt x="24761" y="123360"/>
                    <a:pt x="20760" y="122591"/>
                  </a:cubicBezTo>
                  <a:cubicBezTo>
                    <a:pt x="6755" y="119744"/>
                    <a:pt x="-2325" y="106124"/>
                    <a:pt x="522" y="92119"/>
                  </a:cubicBezTo>
                  <a:cubicBezTo>
                    <a:pt x="3369" y="78114"/>
                    <a:pt x="16989" y="69034"/>
                    <a:pt x="30994" y="71804"/>
                  </a:cubicBezTo>
                  <a:cubicBezTo>
                    <a:pt x="32995" y="72189"/>
                    <a:pt x="230216" y="110433"/>
                    <a:pt x="284158" y="13323"/>
                  </a:cubicBezTo>
                  <a:cubicBezTo>
                    <a:pt x="291083" y="857"/>
                    <a:pt x="306858" y="-3683"/>
                    <a:pt x="319324" y="3242"/>
                  </a:cubicBezTo>
                  <a:cubicBezTo>
                    <a:pt x="331789" y="10168"/>
                    <a:pt x="336329" y="25942"/>
                    <a:pt x="329404" y="38408"/>
                  </a:cubicBezTo>
                  <a:cubicBezTo>
                    <a:pt x="286851" y="114973"/>
                    <a:pt x="190895" y="131286"/>
                    <a:pt x="117101" y="131286"/>
                  </a:cubicBezTo>
                  <a:close/>
                </a:path>
              </a:pathLst>
            </a:custGeom>
            <a:solidFill>
              <a:srgbClr val="ED5858"/>
            </a:solidFill>
            <a:ln w="768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55" name="자유형: 도형 54">
              <a:extLst>
                <a:ext uri="{FF2B5EF4-FFF2-40B4-BE49-F238E27FC236}">
                  <a16:creationId xmlns:a16="http://schemas.microsoft.com/office/drawing/2014/main" id="{2EBF63A3-4C25-D74C-B13B-401FB57463EE}"/>
                </a:ext>
              </a:extLst>
            </p:cNvPr>
            <p:cNvSpPr/>
            <p:nvPr/>
          </p:nvSpPr>
          <p:spPr>
            <a:xfrm>
              <a:off x="4330700" y="2822575"/>
              <a:ext cx="845820" cy="1231900"/>
            </a:xfrm>
            <a:custGeom>
              <a:avLst/>
              <a:gdLst>
                <a:gd name="connsiteX0" fmla="*/ 479226 w 964871"/>
                <a:gd name="connsiteY0" fmla="*/ 745535 h 1405376"/>
                <a:gd name="connsiteX1" fmla="*/ 288622 w 964871"/>
                <a:gd name="connsiteY1" fmla="*/ 748767 h 1405376"/>
                <a:gd name="connsiteX2" fmla="*/ 29841 w 964871"/>
                <a:gd name="connsiteY2" fmla="*/ 548083 h 1405376"/>
                <a:gd name="connsiteX3" fmla="*/ 137185 w 964871"/>
                <a:gd name="connsiteY3" fmla="*/ 909053 h 1405376"/>
                <a:gd name="connsiteX4" fmla="*/ 308090 w 964871"/>
                <a:gd name="connsiteY4" fmla="*/ 1405376 h 1405376"/>
                <a:gd name="connsiteX5" fmla="*/ 888211 w 964871"/>
                <a:gd name="connsiteY5" fmla="*/ 1266944 h 1405376"/>
                <a:gd name="connsiteX6" fmla="*/ 964853 w 964871"/>
                <a:gd name="connsiteY6" fmla="*/ 748767 h 1405376"/>
                <a:gd name="connsiteX7" fmla="*/ 847582 w 964871"/>
                <a:gd name="connsiteY7" fmla="*/ 580325 h 1405376"/>
                <a:gd name="connsiteX8" fmla="*/ 751319 w 964871"/>
                <a:gd name="connsiteY8" fmla="*/ 137250 h 1405376"/>
                <a:gd name="connsiteX9" fmla="*/ 607577 w 964871"/>
                <a:gd name="connsiteY9" fmla="*/ 5821 h 1405376"/>
                <a:gd name="connsiteX10" fmla="*/ 607577 w 964871"/>
                <a:gd name="connsiteY10" fmla="*/ 476443 h 1405376"/>
                <a:gd name="connsiteX11" fmla="*/ 479303 w 964871"/>
                <a:gd name="connsiteY11" fmla="*/ 745458 h 14053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964871" h="1405376">
                  <a:moveTo>
                    <a:pt x="479226" y="745535"/>
                  </a:moveTo>
                  <a:cubicBezTo>
                    <a:pt x="435210" y="839106"/>
                    <a:pt x="338023" y="839644"/>
                    <a:pt x="288622" y="748767"/>
                  </a:cubicBezTo>
                  <a:cubicBezTo>
                    <a:pt x="165656" y="522459"/>
                    <a:pt x="111715" y="490063"/>
                    <a:pt x="29841" y="548083"/>
                  </a:cubicBezTo>
                  <a:cubicBezTo>
                    <a:pt x="-45493" y="601486"/>
                    <a:pt x="33457" y="706984"/>
                    <a:pt x="137185" y="909053"/>
                  </a:cubicBezTo>
                  <a:cubicBezTo>
                    <a:pt x="195359" y="1022399"/>
                    <a:pt x="308090" y="1405376"/>
                    <a:pt x="308090" y="1405376"/>
                  </a:cubicBezTo>
                  <a:cubicBezTo>
                    <a:pt x="308090" y="1405376"/>
                    <a:pt x="884749" y="1275871"/>
                    <a:pt x="888211" y="1266944"/>
                  </a:cubicBezTo>
                  <a:cubicBezTo>
                    <a:pt x="891674" y="1258018"/>
                    <a:pt x="964007" y="801708"/>
                    <a:pt x="964853" y="748767"/>
                  </a:cubicBezTo>
                  <a:cubicBezTo>
                    <a:pt x="966084" y="666354"/>
                    <a:pt x="904679" y="580710"/>
                    <a:pt x="847582" y="580325"/>
                  </a:cubicBezTo>
                  <a:cubicBezTo>
                    <a:pt x="847582" y="580325"/>
                    <a:pt x="799874" y="377178"/>
                    <a:pt x="751319" y="137250"/>
                  </a:cubicBezTo>
                  <a:cubicBezTo>
                    <a:pt x="737545" y="69227"/>
                    <a:pt x="696531" y="-24344"/>
                    <a:pt x="607577" y="5821"/>
                  </a:cubicBezTo>
                  <a:cubicBezTo>
                    <a:pt x="521240" y="35138"/>
                    <a:pt x="572488" y="199271"/>
                    <a:pt x="607577" y="476443"/>
                  </a:cubicBezTo>
                  <a:cubicBezTo>
                    <a:pt x="608808" y="486370"/>
                    <a:pt x="485535" y="732069"/>
                    <a:pt x="479303" y="745458"/>
                  </a:cubicBezTo>
                  <a:close/>
                </a:path>
              </a:pathLst>
            </a:custGeom>
            <a:solidFill>
              <a:srgbClr val="FFBDBD"/>
            </a:solidFill>
            <a:ln w="768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56" name="자유형: 도형 55">
              <a:extLst>
                <a:ext uri="{FF2B5EF4-FFF2-40B4-BE49-F238E27FC236}">
                  <a16:creationId xmlns:a16="http://schemas.microsoft.com/office/drawing/2014/main" id="{EAC25415-31CC-4EDB-57EB-7052111540CF}"/>
                </a:ext>
              </a:extLst>
            </p:cNvPr>
            <p:cNvSpPr/>
            <p:nvPr/>
          </p:nvSpPr>
          <p:spPr>
            <a:xfrm>
              <a:off x="4642485" y="3194685"/>
              <a:ext cx="260350" cy="396240"/>
            </a:xfrm>
            <a:custGeom>
              <a:avLst/>
              <a:gdLst>
                <a:gd name="connsiteX0" fmla="*/ 77 w 297244"/>
                <a:gd name="connsiteY0" fmla="*/ 405252 h 452344"/>
                <a:gd name="connsiteX1" fmla="*/ 6002 w 297244"/>
                <a:gd name="connsiteY1" fmla="*/ 227422 h 452344"/>
                <a:gd name="connsiteX2" fmla="*/ 134816 w 297244"/>
                <a:gd name="connsiteY2" fmla="*/ 10194 h 452344"/>
                <a:gd name="connsiteX3" fmla="*/ 293639 w 297244"/>
                <a:gd name="connsiteY3" fmla="*/ 62904 h 452344"/>
                <a:gd name="connsiteX4" fmla="*/ 238081 w 297244"/>
                <a:gd name="connsiteY4" fmla="*/ 385322 h 452344"/>
                <a:gd name="connsiteX5" fmla="*/ 31011 w 297244"/>
                <a:gd name="connsiteY5" fmla="*/ 452345 h 452344"/>
                <a:gd name="connsiteX6" fmla="*/ 0 w 297244"/>
                <a:gd name="connsiteY6" fmla="*/ 405252 h 4523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97244" h="452344">
                  <a:moveTo>
                    <a:pt x="77" y="405252"/>
                  </a:moveTo>
                  <a:cubicBezTo>
                    <a:pt x="2616" y="389016"/>
                    <a:pt x="-3232" y="281133"/>
                    <a:pt x="6002" y="227422"/>
                  </a:cubicBezTo>
                  <a:cubicBezTo>
                    <a:pt x="15236" y="173711"/>
                    <a:pt x="96956" y="46129"/>
                    <a:pt x="134816" y="10194"/>
                  </a:cubicBezTo>
                  <a:cubicBezTo>
                    <a:pt x="172674" y="-25742"/>
                    <a:pt x="272786" y="43359"/>
                    <a:pt x="293639" y="62904"/>
                  </a:cubicBezTo>
                  <a:cubicBezTo>
                    <a:pt x="314492" y="82526"/>
                    <a:pt x="238081" y="385322"/>
                    <a:pt x="238081" y="385322"/>
                  </a:cubicBezTo>
                  <a:lnTo>
                    <a:pt x="31011" y="452345"/>
                  </a:lnTo>
                  <a:lnTo>
                    <a:pt x="0" y="405252"/>
                  </a:lnTo>
                  <a:close/>
                </a:path>
              </a:pathLst>
            </a:custGeom>
            <a:solidFill>
              <a:srgbClr val="FFBDBD"/>
            </a:solidFill>
            <a:ln w="768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57" name="자유형: 도형 56">
              <a:extLst>
                <a:ext uri="{FF2B5EF4-FFF2-40B4-BE49-F238E27FC236}">
                  <a16:creationId xmlns:a16="http://schemas.microsoft.com/office/drawing/2014/main" id="{6DB9C800-B07D-EC33-FE34-FB8DE59E3F36}"/>
                </a:ext>
              </a:extLst>
            </p:cNvPr>
            <p:cNvSpPr/>
            <p:nvPr/>
          </p:nvSpPr>
          <p:spPr>
            <a:xfrm>
              <a:off x="2134870" y="3569970"/>
              <a:ext cx="1713230" cy="2122170"/>
            </a:xfrm>
            <a:custGeom>
              <a:avLst/>
              <a:gdLst>
                <a:gd name="connsiteX0" fmla="*/ 1076237 w 1954614"/>
                <a:gd name="connsiteY0" fmla="*/ 154 h 2421561"/>
                <a:gd name="connsiteX1" fmla="*/ 522509 w 1954614"/>
                <a:gd name="connsiteY1" fmla="*/ 1107610 h 2421561"/>
                <a:gd name="connsiteX2" fmla="*/ 2562 w 1954614"/>
                <a:gd name="connsiteY2" fmla="*/ 2115878 h 2421561"/>
                <a:gd name="connsiteX3" fmla="*/ 1075159 w 1954614"/>
                <a:gd name="connsiteY3" fmla="*/ 2284474 h 2421561"/>
                <a:gd name="connsiteX4" fmla="*/ 1954614 w 1954614"/>
                <a:gd name="connsiteY4" fmla="*/ 263936 h 2421561"/>
                <a:gd name="connsiteX5" fmla="*/ 1512617 w 1954614"/>
                <a:gd name="connsiteY5" fmla="*/ 101342 h 2421561"/>
                <a:gd name="connsiteX6" fmla="*/ 1076237 w 1954614"/>
                <a:gd name="connsiteY6" fmla="*/ 0 h 24215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954614" h="2421561">
                  <a:moveTo>
                    <a:pt x="1076237" y="154"/>
                  </a:moveTo>
                  <a:cubicBezTo>
                    <a:pt x="827074" y="528104"/>
                    <a:pt x="522509" y="1107610"/>
                    <a:pt x="522509" y="1107610"/>
                  </a:cubicBezTo>
                  <a:cubicBezTo>
                    <a:pt x="-62307" y="331113"/>
                    <a:pt x="1407" y="2172974"/>
                    <a:pt x="2562" y="2115878"/>
                  </a:cubicBezTo>
                  <a:cubicBezTo>
                    <a:pt x="299125" y="2549719"/>
                    <a:pt x="897329" y="2439527"/>
                    <a:pt x="1075159" y="2284474"/>
                  </a:cubicBezTo>
                  <a:cubicBezTo>
                    <a:pt x="1346714" y="2047701"/>
                    <a:pt x="1388189" y="1995144"/>
                    <a:pt x="1954614" y="263936"/>
                  </a:cubicBezTo>
                  <a:cubicBezTo>
                    <a:pt x="1954614" y="263936"/>
                    <a:pt x="1821876" y="187680"/>
                    <a:pt x="1512617" y="101342"/>
                  </a:cubicBezTo>
                  <a:cubicBezTo>
                    <a:pt x="1169346" y="5540"/>
                    <a:pt x="1076237" y="0"/>
                    <a:pt x="1076237" y="0"/>
                  </a:cubicBezTo>
                  <a:close/>
                </a:path>
              </a:pathLst>
            </a:custGeom>
            <a:solidFill>
              <a:srgbClr val="000000"/>
            </a:solidFill>
            <a:ln w="768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58" name="자유형: 도형 57">
              <a:extLst>
                <a:ext uri="{FF2B5EF4-FFF2-40B4-BE49-F238E27FC236}">
                  <a16:creationId xmlns:a16="http://schemas.microsoft.com/office/drawing/2014/main" id="{11F1F2D8-FAC1-388E-6F42-F34F94DD4849}"/>
                </a:ext>
              </a:extLst>
            </p:cNvPr>
            <p:cNvSpPr/>
            <p:nvPr/>
          </p:nvSpPr>
          <p:spPr>
            <a:xfrm>
              <a:off x="1782445" y="2731770"/>
              <a:ext cx="1021715" cy="956310"/>
            </a:xfrm>
            <a:custGeom>
              <a:avLst/>
              <a:gdLst>
                <a:gd name="connsiteX0" fmla="*/ 1156330 w 1165484"/>
                <a:gd name="connsiteY0" fmla="*/ 304259 h 1091060"/>
                <a:gd name="connsiteX1" fmla="*/ 1048601 w 1165484"/>
                <a:gd name="connsiteY1" fmla="*/ 85953 h 1091060"/>
                <a:gd name="connsiteX2" fmla="*/ 1027670 w 1165484"/>
                <a:gd name="connsiteY2" fmla="*/ 69332 h 1091060"/>
                <a:gd name="connsiteX3" fmla="*/ 831526 w 1165484"/>
                <a:gd name="connsiteY3" fmla="*/ 3156 h 1091060"/>
                <a:gd name="connsiteX4" fmla="*/ 790281 w 1165484"/>
                <a:gd name="connsiteY4" fmla="*/ 539 h 1091060"/>
                <a:gd name="connsiteX5" fmla="*/ 762887 w 1165484"/>
                <a:gd name="connsiteY5" fmla="*/ 1 h 1091060"/>
                <a:gd name="connsiteX6" fmla="*/ 571899 w 1165484"/>
                <a:gd name="connsiteY6" fmla="*/ 15852 h 1091060"/>
                <a:gd name="connsiteX7" fmla="*/ 545044 w 1165484"/>
                <a:gd name="connsiteY7" fmla="*/ 20238 h 1091060"/>
                <a:gd name="connsiteX8" fmla="*/ 536041 w 1165484"/>
                <a:gd name="connsiteY8" fmla="*/ 21931 h 1091060"/>
                <a:gd name="connsiteX9" fmla="*/ 518650 w 1165484"/>
                <a:gd name="connsiteY9" fmla="*/ 25317 h 1091060"/>
                <a:gd name="connsiteX10" fmla="*/ 508262 w 1165484"/>
                <a:gd name="connsiteY10" fmla="*/ 27549 h 1091060"/>
                <a:gd name="connsiteX11" fmla="*/ 492718 w 1165484"/>
                <a:gd name="connsiteY11" fmla="*/ 31088 h 1091060"/>
                <a:gd name="connsiteX12" fmla="*/ 481945 w 1165484"/>
                <a:gd name="connsiteY12" fmla="*/ 33705 h 1091060"/>
                <a:gd name="connsiteX13" fmla="*/ 467325 w 1165484"/>
                <a:gd name="connsiteY13" fmla="*/ 37552 h 1091060"/>
                <a:gd name="connsiteX14" fmla="*/ 456629 w 1165484"/>
                <a:gd name="connsiteY14" fmla="*/ 40476 h 1091060"/>
                <a:gd name="connsiteX15" fmla="*/ 442239 w 1165484"/>
                <a:gd name="connsiteY15" fmla="*/ 44785 h 1091060"/>
                <a:gd name="connsiteX16" fmla="*/ 432159 w 1165484"/>
                <a:gd name="connsiteY16" fmla="*/ 47863 h 1091060"/>
                <a:gd name="connsiteX17" fmla="*/ 414922 w 1165484"/>
                <a:gd name="connsiteY17" fmla="*/ 53711 h 1091060"/>
                <a:gd name="connsiteX18" fmla="*/ 400148 w 1165484"/>
                <a:gd name="connsiteY18" fmla="*/ 59098 h 1091060"/>
                <a:gd name="connsiteX19" fmla="*/ 386913 w 1165484"/>
                <a:gd name="connsiteY19" fmla="*/ 64177 h 1091060"/>
                <a:gd name="connsiteX20" fmla="*/ 375370 w 1165484"/>
                <a:gd name="connsiteY20" fmla="*/ 69024 h 1091060"/>
                <a:gd name="connsiteX21" fmla="*/ 364905 w 1165484"/>
                <a:gd name="connsiteY21" fmla="*/ 73564 h 1091060"/>
                <a:gd name="connsiteX22" fmla="*/ 353055 w 1165484"/>
                <a:gd name="connsiteY22" fmla="*/ 79028 h 1091060"/>
                <a:gd name="connsiteX23" fmla="*/ 343821 w 1165484"/>
                <a:gd name="connsiteY23" fmla="*/ 83491 h 1091060"/>
                <a:gd name="connsiteX24" fmla="*/ 331817 w 1165484"/>
                <a:gd name="connsiteY24" fmla="*/ 89647 h 1091060"/>
                <a:gd name="connsiteX25" fmla="*/ 323737 w 1165484"/>
                <a:gd name="connsiteY25" fmla="*/ 94033 h 1091060"/>
                <a:gd name="connsiteX26" fmla="*/ 311502 w 1165484"/>
                <a:gd name="connsiteY26" fmla="*/ 100958 h 1091060"/>
                <a:gd name="connsiteX27" fmla="*/ 305192 w 1165484"/>
                <a:gd name="connsiteY27" fmla="*/ 104806 h 1091060"/>
                <a:gd name="connsiteX28" fmla="*/ 259407 w 1165484"/>
                <a:gd name="connsiteY28" fmla="*/ 136509 h 1091060"/>
                <a:gd name="connsiteX29" fmla="*/ 245557 w 1165484"/>
                <a:gd name="connsiteY29" fmla="*/ 147974 h 1091060"/>
                <a:gd name="connsiteX30" fmla="*/ 242017 w 1165484"/>
                <a:gd name="connsiteY30" fmla="*/ 151052 h 1091060"/>
                <a:gd name="connsiteX31" fmla="*/ 230090 w 1165484"/>
                <a:gd name="connsiteY31" fmla="*/ 162056 h 1091060"/>
                <a:gd name="connsiteX32" fmla="*/ 226627 w 1165484"/>
                <a:gd name="connsiteY32" fmla="*/ 165442 h 1091060"/>
                <a:gd name="connsiteX33" fmla="*/ 215085 w 1165484"/>
                <a:gd name="connsiteY33" fmla="*/ 177292 h 1091060"/>
                <a:gd name="connsiteX34" fmla="*/ 212545 w 1165484"/>
                <a:gd name="connsiteY34" fmla="*/ 180062 h 1091060"/>
                <a:gd name="connsiteX35" fmla="*/ 200849 w 1165484"/>
                <a:gd name="connsiteY35" fmla="*/ 193375 h 1091060"/>
                <a:gd name="connsiteX36" fmla="*/ 156603 w 1165484"/>
                <a:gd name="connsiteY36" fmla="*/ 260551 h 1091060"/>
                <a:gd name="connsiteX37" fmla="*/ 147908 w 1165484"/>
                <a:gd name="connsiteY37" fmla="*/ 278865 h 1091060"/>
                <a:gd name="connsiteX38" fmla="*/ 139674 w 1165484"/>
                <a:gd name="connsiteY38" fmla="*/ 298872 h 1091060"/>
                <a:gd name="connsiteX39" fmla="*/ 113204 w 1165484"/>
                <a:gd name="connsiteY39" fmla="*/ 430840 h 1091060"/>
                <a:gd name="connsiteX40" fmla="*/ 112434 w 1165484"/>
                <a:gd name="connsiteY40" fmla="*/ 456234 h 1091060"/>
                <a:gd name="connsiteX41" fmla="*/ 93428 w 1165484"/>
                <a:gd name="connsiteY41" fmla="*/ 335577 h 1091060"/>
                <a:gd name="connsiteX42" fmla="*/ 65495 w 1165484"/>
                <a:gd name="connsiteY42" fmla="*/ 311954 h 1091060"/>
                <a:gd name="connsiteX43" fmla="*/ 41871 w 1165484"/>
                <a:gd name="connsiteY43" fmla="*/ 339886 h 1091060"/>
                <a:gd name="connsiteX44" fmla="*/ 100430 w 1165484"/>
                <a:gd name="connsiteY44" fmla="*/ 602668 h 1091060"/>
                <a:gd name="connsiteX45" fmla="*/ 42795 w 1165484"/>
                <a:gd name="connsiteY45" fmla="*/ 552882 h 1091060"/>
                <a:gd name="connsiteX46" fmla="*/ 6321 w 1165484"/>
                <a:gd name="connsiteY46" fmla="*/ 555499 h 1091060"/>
                <a:gd name="connsiteX47" fmla="*/ 8937 w 1165484"/>
                <a:gd name="connsiteY47" fmla="*/ 591973 h 1091060"/>
                <a:gd name="connsiteX48" fmla="*/ 174224 w 1165484"/>
                <a:gd name="connsiteY48" fmla="*/ 734868 h 1091060"/>
                <a:gd name="connsiteX49" fmla="*/ 191461 w 1165484"/>
                <a:gd name="connsiteY49" fmla="*/ 764647 h 1091060"/>
                <a:gd name="connsiteX50" fmla="*/ 195616 w 1165484"/>
                <a:gd name="connsiteY50" fmla="*/ 771419 h 1091060"/>
                <a:gd name="connsiteX51" fmla="*/ 210083 w 1165484"/>
                <a:gd name="connsiteY51" fmla="*/ 793965 h 1091060"/>
                <a:gd name="connsiteX52" fmla="*/ 213930 w 1165484"/>
                <a:gd name="connsiteY52" fmla="*/ 799813 h 1091060"/>
                <a:gd name="connsiteX53" fmla="*/ 233168 w 1165484"/>
                <a:gd name="connsiteY53" fmla="*/ 826822 h 1091060"/>
                <a:gd name="connsiteX54" fmla="*/ 235399 w 1165484"/>
                <a:gd name="connsiteY54" fmla="*/ 829746 h 1091060"/>
                <a:gd name="connsiteX55" fmla="*/ 253713 w 1165484"/>
                <a:gd name="connsiteY55" fmla="*/ 853524 h 1091060"/>
                <a:gd name="connsiteX56" fmla="*/ 259023 w 1165484"/>
                <a:gd name="connsiteY56" fmla="*/ 860218 h 1091060"/>
                <a:gd name="connsiteX57" fmla="*/ 277491 w 1165484"/>
                <a:gd name="connsiteY57" fmla="*/ 882841 h 1091060"/>
                <a:gd name="connsiteX58" fmla="*/ 280338 w 1165484"/>
                <a:gd name="connsiteY58" fmla="*/ 886304 h 1091060"/>
                <a:gd name="connsiteX59" fmla="*/ 303038 w 1165484"/>
                <a:gd name="connsiteY59" fmla="*/ 913236 h 1091060"/>
                <a:gd name="connsiteX60" fmla="*/ 311194 w 1165484"/>
                <a:gd name="connsiteY60" fmla="*/ 922778 h 1091060"/>
                <a:gd name="connsiteX61" fmla="*/ 330201 w 1165484"/>
                <a:gd name="connsiteY61" fmla="*/ 945093 h 1091060"/>
                <a:gd name="connsiteX62" fmla="*/ 354286 w 1165484"/>
                <a:gd name="connsiteY62" fmla="*/ 973565 h 1091060"/>
                <a:gd name="connsiteX63" fmla="*/ 402379 w 1165484"/>
                <a:gd name="connsiteY63" fmla="*/ 1073291 h 1091060"/>
                <a:gd name="connsiteX64" fmla="*/ 615068 w 1165484"/>
                <a:gd name="connsiteY64" fmla="*/ 1062672 h 1091060"/>
                <a:gd name="connsiteX65" fmla="*/ 627226 w 1165484"/>
                <a:gd name="connsiteY65" fmla="*/ 1056824 h 1091060"/>
                <a:gd name="connsiteX66" fmla="*/ 743573 w 1165484"/>
                <a:gd name="connsiteY66" fmla="*/ 1051899 h 1091060"/>
                <a:gd name="connsiteX67" fmla="*/ 750345 w 1165484"/>
                <a:gd name="connsiteY67" fmla="*/ 1051053 h 1091060"/>
                <a:gd name="connsiteX68" fmla="*/ 1069531 w 1165484"/>
                <a:gd name="connsiteY68" fmla="*/ 805661 h 1091060"/>
                <a:gd name="connsiteX69" fmla="*/ 1088076 w 1165484"/>
                <a:gd name="connsiteY69" fmla="*/ 769649 h 1091060"/>
                <a:gd name="connsiteX70" fmla="*/ 1111699 w 1165484"/>
                <a:gd name="connsiteY70" fmla="*/ 714168 h 1091060"/>
                <a:gd name="connsiteX71" fmla="*/ 1121933 w 1165484"/>
                <a:gd name="connsiteY71" fmla="*/ 685543 h 1091060"/>
                <a:gd name="connsiteX72" fmla="*/ 1156407 w 1165484"/>
                <a:gd name="connsiteY72" fmla="*/ 304259 h 10910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</a:cxnLst>
              <a:rect l="l" t="t" r="r" b="b"/>
              <a:pathLst>
                <a:path w="1165484" h="1091060">
                  <a:moveTo>
                    <a:pt x="1156330" y="304259"/>
                  </a:moveTo>
                  <a:cubicBezTo>
                    <a:pt x="1139939" y="204532"/>
                    <a:pt x="1102773" y="133893"/>
                    <a:pt x="1048601" y="85953"/>
                  </a:cubicBezTo>
                  <a:cubicBezTo>
                    <a:pt x="1041906" y="80028"/>
                    <a:pt x="1034904" y="74565"/>
                    <a:pt x="1027670" y="69332"/>
                  </a:cubicBezTo>
                  <a:cubicBezTo>
                    <a:pt x="974960" y="31011"/>
                    <a:pt x="908706" y="10466"/>
                    <a:pt x="831526" y="3156"/>
                  </a:cubicBezTo>
                  <a:cubicBezTo>
                    <a:pt x="818137" y="1924"/>
                    <a:pt x="804363" y="1001"/>
                    <a:pt x="790281" y="539"/>
                  </a:cubicBezTo>
                  <a:cubicBezTo>
                    <a:pt x="781278" y="232"/>
                    <a:pt x="772198" y="1"/>
                    <a:pt x="762887" y="1"/>
                  </a:cubicBezTo>
                  <a:cubicBezTo>
                    <a:pt x="704021" y="-76"/>
                    <a:pt x="639999" y="5772"/>
                    <a:pt x="571899" y="15852"/>
                  </a:cubicBezTo>
                  <a:cubicBezTo>
                    <a:pt x="562434" y="17237"/>
                    <a:pt x="553662" y="18699"/>
                    <a:pt x="545044" y="20238"/>
                  </a:cubicBezTo>
                  <a:cubicBezTo>
                    <a:pt x="542043" y="20777"/>
                    <a:pt x="539042" y="21393"/>
                    <a:pt x="536041" y="21931"/>
                  </a:cubicBezTo>
                  <a:cubicBezTo>
                    <a:pt x="530192" y="23009"/>
                    <a:pt x="524421" y="24086"/>
                    <a:pt x="518650" y="25317"/>
                  </a:cubicBezTo>
                  <a:cubicBezTo>
                    <a:pt x="515187" y="26010"/>
                    <a:pt x="511725" y="26779"/>
                    <a:pt x="508262" y="27549"/>
                  </a:cubicBezTo>
                  <a:cubicBezTo>
                    <a:pt x="503029" y="28703"/>
                    <a:pt x="497874" y="29857"/>
                    <a:pt x="492718" y="31088"/>
                  </a:cubicBezTo>
                  <a:cubicBezTo>
                    <a:pt x="489101" y="31935"/>
                    <a:pt x="485562" y="32781"/>
                    <a:pt x="481945" y="33705"/>
                  </a:cubicBezTo>
                  <a:cubicBezTo>
                    <a:pt x="477020" y="34936"/>
                    <a:pt x="472173" y="36244"/>
                    <a:pt x="467325" y="37552"/>
                  </a:cubicBezTo>
                  <a:cubicBezTo>
                    <a:pt x="463785" y="38475"/>
                    <a:pt x="460168" y="39476"/>
                    <a:pt x="456629" y="40476"/>
                  </a:cubicBezTo>
                  <a:cubicBezTo>
                    <a:pt x="451781" y="41861"/>
                    <a:pt x="447010" y="43323"/>
                    <a:pt x="442239" y="44785"/>
                  </a:cubicBezTo>
                  <a:cubicBezTo>
                    <a:pt x="438853" y="45786"/>
                    <a:pt x="435468" y="46786"/>
                    <a:pt x="432159" y="47863"/>
                  </a:cubicBezTo>
                  <a:cubicBezTo>
                    <a:pt x="426311" y="49710"/>
                    <a:pt x="420616" y="51711"/>
                    <a:pt x="414922" y="53711"/>
                  </a:cubicBezTo>
                  <a:cubicBezTo>
                    <a:pt x="409921" y="55481"/>
                    <a:pt x="404996" y="57251"/>
                    <a:pt x="400148" y="59098"/>
                  </a:cubicBezTo>
                  <a:cubicBezTo>
                    <a:pt x="395685" y="60791"/>
                    <a:pt x="391222" y="62407"/>
                    <a:pt x="386913" y="64177"/>
                  </a:cubicBezTo>
                  <a:cubicBezTo>
                    <a:pt x="383065" y="65716"/>
                    <a:pt x="379218" y="67408"/>
                    <a:pt x="375370" y="69024"/>
                  </a:cubicBezTo>
                  <a:cubicBezTo>
                    <a:pt x="371907" y="70486"/>
                    <a:pt x="368368" y="72025"/>
                    <a:pt x="364905" y="73564"/>
                  </a:cubicBezTo>
                  <a:cubicBezTo>
                    <a:pt x="360904" y="75334"/>
                    <a:pt x="356979" y="77181"/>
                    <a:pt x="353055" y="79028"/>
                  </a:cubicBezTo>
                  <a:cubicBezTo>
                    <a:pt x="349977" y="80490"/>
                    <a:pt x="346822" y="82029"/>
                    <a:pt x="343821" y="83491"/>
                  </a:cubicBezTo>
                  <a:cubicBezTo>
                    <a:pt x="339820" y="85492"/>
                    <a:pt x="335818" y="87569"/>
                    <a:pt x="331817" y="89647"/>
                  </a:cubicBezTo>
                  <a:cubicBezTo>
                    <a:pt x="329124" y="91109"/>
                    <a:pt x="326430" y="92571"/>
                    <a:pt x="323737" y="94033"/>
                  </a:cubicBezTo>
                  <a:cubicBezTo>
                    <a:pt x="319582" y="96264"/>
                    <a:pt x="315504" y="98573"/>
                    <a:pt x="311502" y="100958"/>
                  </a:cubicBezTo>
                  <a:cubicBezTo>
                    <a:pt x="309348" y="102190"/>
                    <a:pt x="307347" y="103498"/>
                    <a:pt x="305192" y="104806"/>
                  </a:cubicBezTo>
                  <a:cubicBezTo>
                    <a:pt x="289110" y="114578"/>
                    <a:pt x="273797" y="125120"/>
                    <a:pt x="259407" y="136509"/>
                  </a:cubicBezTo>
                  <a:cubicBezTo>
                    <a:pt x="254098" y="140664"/>
                    <a:pt x="249866" y="144358"/>
                    <a:pt x="245557" y="147974"/>
                  </a:cubicBezTo>
                  <a:cubicBezTo>
                    <a:pt x="244402" y="148975"/>
                    <a:pt x="243171" y="149975"/>
                    <a:pt x="242017" y="151052"/>
                  </a:cubicBezTo>
                  <a:cubicBezTo>
                    <a:pt x="237939" y="154669"/>
                    <a:pt x="234014" y="158363"/>
                    <a:pt x="230090" y="162056"/>
                  </a:cubicBezTo>
                  <a:cubicBezTo>
                    <a:pt x="228935" y="163210"/>
                    <a:pt x="227781" y="164288"/>
                    <a:pt x="226627" y="165442"/>
                  </a:cubicBezTo>
                  <a:cubicBezTo>
                    <a:pt x="222703" y="169289"/>
                    <a:pt x="218855" y="173214"/>
                    <a:pt x="215085" y="177292"/>
                  </a:cubicBezTo>
                  <a:cubicBezTo>
                    <a:pt x="214238" y="178216"/>
                    <a:pt x="213392" y="179139"/>
                    <a:pt x="212545" y="180062"/>
                  </a:cubicBezTo>
                  <a:cubicBezTo>
                    <a:pt x="208544" y="184448"/>
                    <a:pt x="204619" y="188835"/>
                    <a:pt x="200849" y="193375"/>
                  </a:cubicBezTo>
                  <a:cubicBezTo>
                    <a:pt x="183766" y="213920"/>
                    <a:pt x="168992" y="236235"/>
                    <a:pt x="156603" y="260551"/>
                  </a:cubicBezTo>
                  <a:cubicBezTo>
                    <a:pt x="153371" y="266938"/>
                    <a:pt x="150601" y="272863"/>
                    <a:pt x="147908" y="278865"/>
                  </a:cubicBezTo>
                  <a:cubicBezTo>
                    <a:pt x="144599" y="286406"/>
                    <a:pt x="142060" y="292562"/>
                    <a:pt x="139674" y="298872"/>
                  </a:cubicBezTo>
                  <a:cubicBezTo>
                    <a:pt x="124746" y="338655"/>
                    <a:pt x="115743" y="382362"/>
                    <a:pt x="113204" y="430840"/>
                  </a:cubicBezTo>
                  <a:cubicBezTo>
                    <a:pt x="112742" y="440151"/>
                    <a:pt x="112511" y="448154"/>
                    <a:pt x="112434" y="456234"/>
                  </a:cubicBezTo>
                  <a:cubicBezTo>
                    <a:pt x="98198" y="388903"/>
                    <a:pt x="93582" y="336654"/>
                    <a:pt x="93428" y="335577"/>
                  </a:cubicBezTo>
                  <a:cubicBezTo>
                    <a:pt x="92196" y="321341"/>
                    <a:pt x="79731" y="310722"/>
                    <a:pt x="65495" y="311954"/>
                  </a:cubicBezTo>
                  <a:cubicBezTo>
                    <a:pt x="51259" y="313108"/>
                    <a:pt x="40640" y="325651"/>
                    <a:pt x="41871" y="339886"/>
                  </a:cubicBezTo>
                  <a:cubicBezTo>
                    <a:pt x="42487" y="347581"/>
                    <a:pt x="54183" y="480550"/>
                    <a:pt x="100430" y="602668"/>
                  </a:cubicBezTo>
                  <a:lnTo>
                    <a:pt x="42795" y="552882"/>
                  </a:lnTo>
                  <a:cubicBezTo>
                    <a:pt x="31945" y="543494"/>
                    <a:pt x="15632" y="544726"/>
                    <a:pt x="6321" y="555499"/>
                  </a:cubicBezTo>
                  <a:cubicBezTo>
                    <a:pt x="-3067" y="566348"/>
                    <a:pt x="-1836" y="582662"/>
                    <a:pt x="8937" y="591973"/>
                  </a:cubicBezTo>
                  <a:lnTo>
                    <a:pt x="174224" y="734868"/>
                  </a:lnTo>
                  <a:cubicBezTo>
                    <a:pt x="180226" y="745410"/>
                    <a:pt x="185767" y="755105"/>
                    <a:pt x="191461" y="764647"/>
                  </a:cubicBezTo>
                  <a:cubicBezTo>
                    <a:pt x="192846" y="766956"/>
                    <a:pt x="194231" y="769187"/>
                    <a:pt x="195616" y="771419"/>
                  </a:cubicBezTo>
                  <a:cubicBezTo>
                    <a:pt x="200310" y="779037"/>
                    <a:pt x="205081" y="786578"/>
                    <a:pt x="210083" y="793965"/>
                  </a:cubicBezTo>
                  <a:cubicBezTo>
                    <a:pt x="211391" y="795888"/>
                    <a:pt x="212622" y="797889"/>
                    <a:pt x="213930" y="799813"/>
                  </a:cubicBezTo>
                  <a:cubicBezTo>
                    <a:pt x="220163" y="808893"/>
                    <a:pt x="226550" y="817973"/>
                    <a:pt x="233168" y="826822"/>
                  </a:cubicBezTo>
                  <a:cubicBezTo>
                    <a:pt x="233860" y="827822"/>
                    <a:pt x="234630" y="828746"/>
                    <a:pt x="235399" y="829746"/>
                  </a:cubicBezTo>
                  <a:cubicBezTo>
                    <a:pt x="241401" y="837749"/>
                    <a:pt x="247480" y="845675"/>
                    <a:pt x="253713" y="853524"/>
                  </a:cubicBezTo>
                  <a:cubicBezTo>
                    <a:pt x="255483" y="855755"/>
                    <a:pt x="257253" y="857987"/>
                    <a:pt x="259023" y="860218"/>
                  </a:cubicBezTo>
                  <a:cubicBezTo>
                    <a:pt x="265102" y="867759"/>
                    <a:pt x="271258" y="875300"/>
                    <a:pt x="277491" y="882841"/>
                  </a:cubicBezTo>
                  <a:cubicBezTo>
                    <a:pt x="278414" y="883995"/>
                    <a:pt x="279337" y="885150"/>
                    <a:pt x="280338" y="886304"/>
                  </a:cubicBezTo>
                  <a:cubicBezTo>
                    <a:pt x="287802" y="895230"/>
                    <a:pt x="295343" y="904233"/>
                    <a:pt x="303038" y="913236"/>
                  </a:cubicBezTo>
                  <a:cubicBezTo>
                    <a:pt x="305731" y="916391"/>
                    <a:pt x="308424" y="919623"/>
                    <a:pt x="311194" y="922778"/>
                  </a:cubicBezTo>
                  <a:cubicBezTo>
                    <a:pt x="317504" y="930165"/>
                    <a:pt x="323814" y="937629"/>
                    <a:pt x="330201" y="945093"/>
                  </a:cubicBezTo>
                  <a:cubicBezTo>
                    <a:pt x="338204" y="954481"/>
                    <a:pt x="346206" y="963869"/>
                    <a:pt x="354286" y="973565"/>
                  </a:cubicBezTo>
                  <a:cubicBezTo>
                    <a:pt x="396531" y="1023966"/>
                    <a:pt x="402379" y="1073291"/>
                    <a:pt x="402379" y="1073291"/>
                  </a:cubicBezTo>
                  <a:cubicBezTo>
                    <a:pt x="402379" y="1073291"/>
                    <a:pt x="490871" y="1119615"/>
                    <a:pt x="615068" y="1062672"/>
                  </a:cubicBezTo>
                  <a:cubicBezTo>
                    <a:pt x="619069" y="1060825"/>
                    <a:pt x="623147" y="1058902"/>
                    <a:pt x="627226" y="1056824"/>
                  </a:cubicBezTo>
                  <a:cubicBezTo>
                    <a:pt x="665393" y="1058902"/>
                    <a:pt x="704329" y="1057286"/>
                    <a:pt x="743573" y="1051899"/>
                  </a:cubicBezTo>
                  <a:cubicBezTo>
                    <a:pt x="745805" y="1051591"/>
                    <a:pt x="748113" y="1051438"/>
                    <a:pt x="750345" y="1051053"/>
                  </a:cubicBezTo>
                  <a:cubicBezTo>
                    <a:pt x="892778" y="1029892"/>
                    <a:pt x="999815" y="932704"/>
                    <a:pt x="1069531" y="805661"/>
                  </a:cubicBezTo>
                  <a:cubicBezTo>
                    <a:pt x="1075995" y="793888"/>
                    <a:pt x="1082227" y="781961"/>
                    <a:pt x="1088076" y="769649"/>
                  </a:cubicBezTo>
                  <a:cubicBezTo>
                    <a:pt x="1096617" y="751566"/>
                    <a:pt x="1104543" y="733098"/>
                    <a:pt x="1111699" y="714168"/>
                  </a:cubicBezTo>
                  <a:cubicBezTo>
                    <a:pt x="1115316" y="704703"/>
                    <a:pt x="1118701" y="695162"/>
                    <a:pt x="1121933" y="685543"/>
                  </a:cubicBezTo>
                  <a:cubicBezTo>
                    <a:pt x="1163871" y="560577"/>
                    <a:pt x="1175875" y="422761"/>
                    <a:pt x="1156407" y="304259"/>
                  </a:cubicBezTo>
                  <a:close/>
                </a:path>
              </a:pathLst>
            </a:custGeom>
            <a:solidFill>
              <a:srgbClr val="A03C3C"/>
            </a:solidFill>
            <a:ln w="768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59" name="자유형: 도형 58">
              <a:extLst>
                <a:ext uri="{FF2B5EF4-FFF2-40B4-BE49-F238E27FC236}">
                  <a16:creationId xmlns:a16="http://schemas.microsoft.com/office/drawing/2014/main" id="{C7D41FBF-3D00-6945-88E3-BB6E8FB2FDF8}"/>
                </a:ext>
              </a:extLst>
            </p:cNvPr>
            <p:cNvSpPr/>
            <p:nvPr/>
          </p:nvSpPr>
          <p:spPr>
            <a:xfrm>
              <a:off x="2134870" y="3002915"/>
              <a:ext cx="769620" cy="898525"/>
            </a:xfrm>
            <a:custGeom>
              <a:avLst/>
              <a:gdLst>
                <a:gd name="connsiteX0" fmla="*/ 829438 w 878287"/>
                <a:gd name="connsiteY0" fmla="*/ 295902 h 1024997"/>
                <a:gd name="connsiteX1" fmla="*/ 756643 w 878287"/>
                <a:gd name="connsiteY1" fmla="*/ 12343 h 1024997"/>
                <a:gd name="connsiteX2" fmla="*/ 451308 w 878287"/>
                <a:gd name="connsiteY2" fmla="*/ 262 h 1024997"/>
                <a:gd name="connsiteX3" fmla="*/ 430840 w 878287"/>
                <a:gd name="connsiteY3" fmla="*/ 22116 h 1024997"/>
                <a:gd name="connsiteX4" fmla="*/ 293793 w 878287"/>
                <a:gd name="connsiteY4" fmla="*/ 378084 h 1024997"/>
                <a:gd name="connsiteX5" fmla="*/ 0 w 878287"/>
                <a:gd name="connsiteY5" fmla="*/ 763754 h 1024997"/>
                <a:gd name="connsiteX6" fmla="*/ 4155 w 878287"/>
                <a:gd name="connsiteY6" fmla="*/ 1019919 h 1024997"/>
                <a:gd name="connsiteX7" fmla="*/ 643528 w 878287"/>
                <a:gd name="connsiteY7" fmla="*/ 1024997 h 1024997"/>
                <a:gd name="connsiteX8" fmla="*/ 635217 w 878287"/>
                <a:gd name="connsiteY8" fmla="*/ 829007 h 1024997"/>
                <a:gd name="connsiteX9" fmla="*/ 829438 w 878287"/>
                <a:gd name="connsiteY9" fmla="*/ 745979 h 1024997"/>
                <a:gd name="connsiteX10" fmla="*/ 829438 w 878287"/>
                <a:gd name="connsiteY10" fmla="*/ 295825 h 10249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878287" h="1024997">
                  <a:moveTo>
                    <a:pt x="829438" y="295902"/>
                  </a:moveTo>
                  <a:cubicBezTo>
                    <a:pt x="791040" y="110531"/>
                    <a:pt x="756643" y="12343"/>
                    <a:pt x="756643" y="12343"/>
                  </a:cubicBezTo>
                  <a:cubicBezTo>
                    <a:pt x="629523" y="26348"/>
                    <a:pt x="505404" y="9496"/>
                    <a:pt x="451308" y="262"/>
                  </a:cubicBezTo>
                  <a:cubicBezTo>
                    <a:pt x="438612" y="-1892"/>
                    <a:pt x="427839" y="9573"/>
                    <a:pt x="430840" y="22116"/>
                  </a:cubicBezTo>
                  <a:cubicBezTo>
                    <a:pt x="479549" y="227417"/>
                    <a:pt x="293793" y="378084"/>
                    <a:pt x="293793" y="378084"/>
                  </a:cubicBezTo>
                  <a:cubicBezTo>
                    <a:pt x="293100" y="699194"/>
                    <a:pt x="46862" y="755905"/>
                    <a:pt x="0" y="763754"/>
                  </a:cubicBezTo>
                  <a:cubicBezTo>
                    <a:pt x="2309" y="903340"/>
                    <a:pt x="4155" y="1019919"/>
                    <a:pt x="4155" y="1019919"/>
                  </a:cubicBezTo>
                  <a:lnTo>
                    <a:pt x="643528" y="1024997"/>
                  </a:lnTo>
                  <a:lnTo>
                    <a:pt x="635217" y="829007"/>
                  </a:lnTo>
                  <a:cubicBezTo>
                    <a:pt x="635217" y="829007"/>
                    <a:pt x="749410" y="834317"/>
                    <a:pt x="829438" y="745979"/>
                  </a:cubicBezTo>
                  <a:cubicBezTo>
                    <a:pt x="903694" y="664028"/>
                    <a:pt x="884764" y="562839"/>
                    <a:pt x="829438" y="295825"/>
                  </a:cubicBezTo>
                  <a:close/>
                </a:path>
              </a:pathLst>
            </a:custGeom>
            <a:solidFill>
              <a:srgbClr val="FFBDBD"/>
            </a:solidFill>
            <a:ln w="768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60" name="자유형: 도형 59">
              <a:extLst>
                <a:ext uri="{FF2B5EF4-FFF2-40B4-BE49-F238E27FC236}">
                  <a16:creationId xmlns:a16="http://schemas.microsoft.com/office/drawing/2014/main" id="{372E9A2A-8010-2264-815A-247D2EC1034F}"/>
                </a:ext>
              </a:extLst>
            </p:cNvPr>
            <p:cNvSpPr/>
            <p:nvPr/>
          </p:nvSpPr>
          <p:spPr>
            <a:xfrm>
              <a:off x="2635250" y="3086735"/>
              <a:ext cx="168910" cy="88900"/>
            </a:xfrm>
            <a:custGeom>
              <a:avLst/>
              <a:gdLst>
                <a:gd name="connsiteX0" fmla="*/ 25791 w 192761"/>
                <a:gd name="connsiteY0" fmla="*/ 101410 h 101410"/>
                <a:gd name="connsiteX1" fmla="*/ 11017 w 192761"/>
                <a:gd name="connsiteY1" fmla="*/ 96717 h 101410"/>
                <a:gd name="connsiteX2" fmla="*/ 4630 w 192761"/>
                <a:gd name="connsiteY2" fmla="*/ 60858 h 101410"/>
                <a:gd name="connsiteX3" fmla="*/ 177843 w 192761"/>
                <a:gd name="connsiteY3" fmla="*/ 13996 h 101410"/>
                <a:gd name="connsiteX4" fmla="*/ 190309 w 192761"/>
                <a:gd name="connsiteY4" fmla="*/ 48392 h 101410"/>
                <a:gd name="connsiteX5" fmla="*/ 155912 w 192761"/>
                <a:gd name="connsiteY5" fmla="*/ 60858 h 101410"/>
                <a:gd name="connsiteX6" fmla="*/ 47106 w 192761"/>
                <a:gd name="connsiteY6" fmla="*/ 90484 h 101410"/>
                <a:gd name="connsiteX7" fmla="*/ 25945 w 192761"/>
                <a:gd name="connsiteY7" fmla="*/ 101410 h 1014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92761" h="101410">
                  <a:moveTo>
                    <a:pt x="25791" y="101410"/>
                  </a:moveTo>
                  <a:cubicBezTo>
                    <a:pt x="20635" y="101410"/>
                    <a:pt x="15480" y="99871"/>
                    <a:pt x="11017" y="96717"/>
                  </a:cubicBezTo>
                  <a:cubicBezTo>
                    <a:pt x="-603" y="88560"/>
                    <a:pt x="-3527" y="72554"/>
                    <a:pt x="4630" y="60858"/>
                  </a:cubicBezTo>
                  <a:cubicBezTo>
                    <a:pt x="27792" y="27462"/>
                    <a:pt x="93737" y="-25402"/>
                    <a:pt x="177843" y="13996"/>
                  </a:cubicBezTo>
                  <a:cubicBezTo>
                    <a:pt x="190770" y="20075"/>
                    <a:pt x="196388" y="35465"/>
                    <a:pt x="190309" y="48392"/>
                  </a:cubicBezTo>
                  <a:cubicBezTo>
                    <a:pt x="184230" y="61320"/>
                    <a:pt x="168763" y="66937"/>
                    <a:pt x="155912" y="60858"/>
                  </a:cubicBezTo>
                  <a:cubicBezTo>
                    <a:pt x="91967" y="30848"/>
                    <a:pt x="51492" y="84328"/>
                    <a:pt x="47106" y="90484"/>
                  </a:cubicBezTo>
                  <a:cubicBezTo>
                    <a:pt x="42104" y="97563"/>
                    <a:pt x="34024" y="101410"/>
                    <a:pt x="25945" y="101410"/>
                  </a:cubicBezTo>
                  <a:close/>
                </a:path>
              </a:pathLst>
            </a:custGeom>
            <a:solidFill>
              <a:srgbClr val="A03C3C"/>
            </a:solidFill>
            <a:ln w="768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61" name="자유형: 도형 60">
              <a:extLst>
                <a:ext uri="{FF2B5EF4-FFF2-40B4-BE49-F238E27FC236}">
                  <a16:creationId xmlns:a16="http://schemas.microsoft.com/office/drawing/2014/main" id="{E4CEB039-134F-0795-4985-CBF7C52AF0F6}"/>
                </a:ext>
              </a:extLst>
            </p:cNvPr>
            <p:cNvSpPr/>
            <p:nvPr/>
          </p:nvSpPr>
          <p:spPr>
            <a:xfrm>
              <a:off x="2847975" y="3226435"/>
              <a:ext cx="62230" cy="179705"/>
            </a:xfrm>
            <a:custGeom>
              <a:avLst/>
              <a:gdLst>
                <a:gd name="connsiteX0" fmla="*/ 77 w 71309"/>
                <a:gd name="connsiteY0" fmla="*/ 0 h 205147"/>
                <a:gd name="connsiteX1" fmla="*/ 70486 w 71309"/>
                <a:gd name="connsiteY1" fmla="*/ 102574 h 205147"/>
                <a:gd name="connsiteX2" fmla="*/ 38398 w 71309"/>
                <a:gd name="connsiteY2" fmla="*/ 205147 h 205147"/>
                <a:gd name="connsiteX3" fmla="*/ 0 w 71309"/>
                <a:gd name="connsiteY3" fmla="*/ 77 h 2051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1309" h="205147">
                  <a:moveTo>
                    <a:pt x="77" y="0"/>
                  </a:moveTo>
                  <a:cubicBezTo>
                    <a:pt x="77" y="0"/>
                    <a:pt x="63560" y="72102"/>
                    <a:pt x="70486" y="102574"/>
                  </a:cubicBezTo>
                  <a:cubicBezTo>
                    <a:pt x="77411" y="133046"/>
                    <a:pt x="38398" y="205147"/>
                    <a:pt x="38398" y="205147"/>
                  </a:cubicBezTo>
                  <a:lnTo>
                    <a:pt x="0" y="77"/>
                  </a:lnTo>
                  <a:close/>
                </a:path>
              </a:pathLst>
            </a:custGeom>
            <a:solidFill>
              <a:srgbClr val="FFBDBD"/>
            </a:solidFill>
            <a:ln w="768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grpSp>
          <p:nvGrpSpPr>
            <p:cNvPr id="62" name="그래픽 42">
              <a:extLst>
                <a:ext uri="{FF2B5EF4-FFF2-40B4-BE49-F238E27FC236}">
                  <a16:creationId xmlns:a16="http://schemas.microsoft.com/office/drawing/2014/main" id="{7576F1BF-6C64-CD51-9CCA-145EC81D2986}"/>
                </a:ext>
              </a:extLst>
            </p:cNvPr>
            <p:cNvGrpSpPr/>
            <p:nvPr/>
          </p:nvGrpSpPr>
          <p:grpSpPr>
            <a:xfrm>
              <a:off x="2253615" y="3220720"/>
              <a:ext cx="220980" cy="207645"/>
              <a:chOff x="2253615" y="3220720"/>
              <a:chExt cx="220980" cy="207645"/>
            </a:xfrm>
          </p:grpSpPr>
          <p:sp>
            <p:nvSpPr>
              <p:cNvPr id="63" name="자유형: 도형 62">
                <a:extLst>
                  <a:ext uri="{FF2B5EF4-FFF2-40B4-BE49-F238E27FC236}">
                    <a16:creationId xmlns:a16="http://schemas.microsoft.com/office/drawing/2014/main" id="{2269A1F5-9F3E-620A-F41C-7DEC6045C89E}"/>
                  </a:ext>
                </a:extLst>
              </p:cNvPr>
              <p:cNvSpPr/>
              <p:nvPr/>
            </p:nvSpPr>
            <p:spPr>
              <a:xfrm>
                <a:off x="2253615" y="3220720"/>
                <a:ext cx="220980" cy="207645"/>
              </a:xfrm>
              <a:custGeom>
                <a:avLst/>
                <a:gdLst>
                  <a:gd name="connsiteX0" fmla="*/ 17999 w 252379"/>
                  <a:gd name="connsiteY0" fmla="*/ 33420 h 237052"/>
                  <a:gd name="connsiteX1" fmla="*/ 61321 w 252379"/>
                  <a:gd name="connsiteY1" fmla="*/ 201016 h 237052"/>
                  <a:gd name="connsiteX2" fmla="*/ 234380 w 252379"/>
                  <a:gd name="connsiteY2" fmla="*/ 203632 h 237052"/>
                  <a:gd name="connsiteX3" fmla="*/ 191058 w 252379"/>
                  <a:gd name="connsiteY3" fmla="*/ 36036 h 237052"/>
                  <a:gd name="connsiteX4" fmla="*/ 17999 w 252379"/>
                  <a:gd name="connsiteY4" fmla="*/ 33420 h 23705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52379" h="237052">
                    <a:moveTo>
                      <a:pt x="17999" y="33420"/>
                    </a:moveTo>
                    <a:cubicBezTo>
                      <a:pt x="-17860" y="78974"/>
                      <a:pt x="1532" y="154000"/>
                      <a:pt x="61321" y="201016"/>
                    </a:cubicBezTo>
                    <a:cubicBezTo>
                      <a:pt x="121111" y="248032"/>
                      <a:pt x="198599" y="249186"/>
                      <a:pt x="234380" y="203632"/>
                    </a:cubicBezTo>
                    <a:cubicBezTo>
                      <a:pt x="270239" y="158078"/>
                      <a:pt x="250848" y="83052"/>
                      <a:pt x="191058" y="36036"/>
                    </a:cubicBezTo>
                    <a:cubicBezTo>
                      <a:pt x="131268" y="-10980"/>
                      <a:pt x="53780" y="-12134"/>
                      <a:pt x="17999" y="33420"/>
                    </a:cubicBezTo>
                    <a:close/>
                  </a:path>
                </a:pathLst>
              </a:custGeom>
              <a:solidFill>
                <a:srgbClr val="FFBDBD"/>
              </a:solidFill>
              <a:ln w="768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ko-KR" altLang="en-US"/>
              </a:p>
            </p:txBody>
          </p:sp>
          <p:sp>
            <p:nvSpPr>
              <p:cNvPr id="64" name="자유형: 도형 63">
                <a:extLst>
                  <a:ext uri="{FF2B5EF4-FFF2-40B4-BE49-F238E27FC236}">
                    <a16:creationId xmlns:a16="http://schemas.microsoft.com/office/drawing/2014/main" id="{ADEAFC4B-52C6-9700-24A5-AFC28D3AF57F}"/>
                  </a:ext>
                </a:extLst>
              </p:cNvPr>
              <p:cNvSpPr/>
              <p:nvPr/>
            </p:nvSpPr>
            <p:spPr>
              <a:xfrm>
                <a:off x="2284730" y="3239770"/>
                <a:ext cx="136525" cy="64135"/>
              </a:xfrm>
              <a:custGeom>
                <a:avLst/>
                <a:gdLst>
                  <a:gd name="connsiteX0" fmla="*/ 129523 w 155504"/>
                  <a:gd name="connsiteY0" fmla="*/ 73160 h 73160"/>
                  <a:gd name="connsiteX1" fmla="*/ 113594 w 155504"/>
                  <a:gd name="connsiteY1" fmla="*/ 67620 h 73160"/>
                  <a:gd name="connsiteX2" fmla="*/ 46187 w 155504"/>
                  <a:gd name="connsiteY2" fmla="*/ 61695 h 73160"/>
                  <a:gd name="connsiteX3" fmla="*/ 9867 w 155504"/>
                  <a:gd name="connsiteY3" fmla="*/ 66004 h 73160"/>
                  <a:gd name="connsiteX4" fmla="*/ 5558 w 155504"/>
                  <a:gd name="connsiteY4" fmla="*/ 29684 h 73160"/>
                  <a:gd name="connsiteX5" fmla="*/ 145605 w 155504"/>
                  <a:gd name="connsiteY5" fmla="*/ 26914 h 73160"/>
                  <a:gd name="connsiteX6" fmla="*/ 149915 w 155504"/>
                  <a:gd name="connsiteY6" fmla="*/ 63234 h 73160"/>
                  <a:gd name="connsiteX7" fmla="*/ 129523 w 155504"/>
                  <a:gd name="connsiteY7" fmla="*/ 73160 h 731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155504" h="73160">
                    <a:moveTo>
                      <a:pt x="129523" y="73160"/>
                    </a:moveTo>
                    <a:cubicBezTo>
                      <a:pt x="123983" y="73160"/>
                      <a:pt x="118288" y="71314"/>
                      <a:pt x="113594" y="67620"/>
                    </a:cubicBezTo>
                    <a:cubicBezTo>
                      <a:pt x="89432" y="48690"/>
                      <a:pt x="58653" y="45920"/>
                      <a:pt x="46187" y="61695"/>
                    </a:cubicBezTo>
                    <a:cubicBezTo>
                      <a:pt x="37338" y="72853"/>
                      <a:pt x="21101" y="74853"/>
                      <a:pt x="9867" y="66004"/>
                    </a:cubicBezTo>
                    <a:cubicBezTo>
                      <a:pt x="-1368" y="57155"/>
                      <a:pt x="-3292" y="40919"/>
                      <a:pt x="5558" y="29684"/>
                    </a:cubicBezTo>
                    <a:cubicBezTo>
                      <a:pt x="35876" y="-8791"/>
                      <a:pt x="98666" y="-10022"/>
                      <a:pt x="145605" y="26914"/>
                    </a:cubicBezTo>
                    <a:cubicBezTo>
                      <a:pt x="156840" y="35763"/>
                      <a:pt x="158841" y="51999"/>
                      <a:pt x="149915" y="63234"/>
                    </a:cubicBezTo>
                    <a:cubicBezTo>
                      <a:pt x="144836" y="69698"/>
                      <a:pt x="137218" y="73160"/>
                      <a:pt x="129523" y="73160"/>
                    </a:cubicBezTo>
                    <a:close/>
                  </a:path>
                </a:pathLst>
              </a:custGeom>
              <a:solidFill>
                <a:srgbClr val="ED5858"/>
              </a:solidFill>
              <a:ln w="768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ko-KR" altLang="en-US"/>
              </a:p>
            </p:txBody>
          </p:sp>
        </p:grpSp>
        <p:sp>
          <p:nvSpPr>
            <p:cNvPr id="65" name="자유형: 도형 64">
              <a:extLst>
                <a:ext uri="{FF2B5EF4-FFF2-40B4-BE49-F238E27FC236}">
                  <a16:creationId xmlns:a16="http://schemas.microsoft.com/office/drawing/2014/main" id="{A084E5E5-9AF3-1C25-B7C5-B172D77C6D7A}"/>
                </a:ext>
              </a:extLst>
            </p:cNvPr>
            <p:cNvSpPr/>
            <p:nvPr/>
          </p:nvSpPr>
          <p:spPr>
            <a:xfrm>
              <a:off x="2574290" y="3705860"/>
              <a:ext cx="130810" cy="52070"/>
            </a:xfrm>
            <a:custGeom>
              <a:avLst/>
              <a:gdLst>
                <a:gd name="connsiteX0" fmla="*/ 109990 w 149229"/>
                <a:gd name="connsiteY0" fmla="*/ 59314 h 59314"/>
                <a:gd name="connsiteX1" fmla="*/ 22190 w 149229"/>
                <a:gd name="connsiteY1" fmla="*/ 51542 h 59314"/>
                <a:gd name="connsiteX2" fmla="*/ 260 w 149229"/>
                <a:gd name="connsiteY2" fmla="*/ 22225 h 59314"/>
                <a:gd name="connsiteX3" fmla="*/ 29578 w 149229"/>
                <a:gd name="connsiteY3" fmla="*/ 294 h 59314"/>
                <a:gd name="connsiteX4" fmla="*/ 120224 w 149229"/>
                <a:gd name="connsiteY4" fmla="*/ 7219 h 59314"/>
                <a:gd name="connsiteX5" fmla="*/ 149003 w 149229"/>
                <a:gd name="connsiteY5" fmla="*/ 29535 h 59314"/>
                <a:gd name="connsiteX6" fmla="*/ 127226 w 149229"/>
                <a:gd name="connsiteY6" fmla="*/ 58468 h 59314"/>
                <a:gd name="connsiteX7" fmla="*/ 109913 w 149229"/>
                <a:gd name="connsiteY7" fmla="*/ 59314 h 593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49229" h="59314">
                  <a:moveTo>
                    <a:pt x="109990" y="59314"/>
                  </a:moveTo>
                  <a:cubicBezTo>
                    <a:pt x="94138" y="59314"/>
                    <a:pt x="66436" y="57929"/>
                    <a:pt x="22190" y="51542"/>
                  </a:cubicBezTo>
                  <a:cubicBezTo>
                    <a:pt x="8032" y="49542"/>
                    <a:pt x="-1741" y="36383"/>
                    <a:pt x="260" y="22225"/>
                  </a:cubicBezTo>
                  <a:cubicBezTo>
                    <a:pt x="2337" y="8066"/>
                    <a:pt x="15265" y="-1861"/>
                    <a:pt x="29578" y="294"/>
                  </a:cubicBezTo>
                  <a:cubicBezTo>
                    <a:pt x="95831" y="9836"/>
                    <a:pt x="120070" y="7296"/>
                    <a:pt x="120224" y="7219"/>
                  </a:cubicBezTo>
                  <a:cubicBezTo>
                    <a:pt x="134383" y="5450"/>
                    <a:pt x="147233" y="15530"/>
                    <a:pt x="149003" y="29535"/>
                  </a:cubicBezTo>
                  <a:cubicBezTo>
                    <a:pt x="150850" y="43540"/>
                    <a:pt x="141231" y="56467"/>
                    <a:pt x="127226" y="58468"/>
                  </a:cubicBezTo>
                  <a:cubicBezTo>
                    <a:pt x="126072" y="58622"/>
                    <a:pt x="120762" y="59314"/>
                    <a:pt x="109913" y="59314"/>
                  </a:cubicBezTo>
                  <a:close/>
                </a:path>
              </a:pathLst>
            </a:custGeom>
            <a:solidFill>
              <a:srgbClr val="ED5858"/>
            </a:solidFill>
            <a:ln w="768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66" name="자유형: 도형 65">
              <a:extLst>
                <a:ext uri="{FF2B5EF4-FFF2-40B4-BE49-F238E27FC236}">
                  <a16:creationId xmlns:a16="http://schemas.microsoft.com/office/drawing/2014/main" id="{7BCFB39A-3C72-0776-77D9-2292EF217D30}"/>
                </a:ext>
              </a:extLst>
            </p:cNvPr>
            <p:cNvSpPr/>
            <p:nvPr/>
          </p:nvSpPr>
          <p:spPr>
            <a:xfrm>
              <a:off x="2753360" y="3369945"/>
              <a:ext cx="131445" cy="113665"/>
            </a:xfrm>
            <a:custGeom>
              <a:avLst/>
              <a:gdLst>
                <a:gd name="connsiteX0" fmla="*/ 123966 w 150128"/>
                <a:gd name="connsiteY0" fmla="*/ 129319 h 129424"/>
                <a:gd name="connsiteX1" fmla="*/ 1924 w 150128"/>
                <a:gd name="connsiteY1" fmla="*/ 35595 h 129424"/>
                <a:gd name="connsiteX2" fmla="*/ 16006 w 150128"/>
                <a:gd name="connsiteY2" fmla="*/ 1968 h 129424"/>
                <a:gd name="connsiteX3" fmla="*/ 49787 w 150128"/>
                <a:gd name="connsiteY3" fmla="*/ 15973 h 129424"/>
                <a:gd name="connsiteX4" fmla="*/ 123966 w 150128"/>
                <a:gd name="connsiteY4" fmla="*/ 77609 h 129424"/>
                <a:gd name="connsiteX5" fmla="*/ 150129 w 150128"/>
                <a:gd name="connsiteY5" fmla="*/ 103387 h 129424"/>
                <a:gd name="connsiteX6" fmla="*/ 123889 w 150128"/>
                <a:gd name="connsiteY6" fmla="*/ 129396 h 1294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50128" h="129424">
                  <a:moveTo>
                    <a:pt x="123966" y="129319"/>
                  </a:moveTo>
                  <a:cubicBezTo>
                    <a:pt x="41169" y="129319"/>
                    <a:pt x="3463" y="39442"/>
                    <a:pt x="1924" y="35595"/>
                  </a:cubicBezTo>
                  <a:cubicBezTo>
                    <a:pt x="-3462" y="22360"/>
                    <a:pt x="2848" y="7354"/>
                    <a:pt x="16006" y="1968"/>
                  </a:cubicBezTo>
                  <a:cubicBezTo>
                    <a:pt x="29241" y="-3495"/>
                    <a:pt x="44323" y="2814"/>
                    <a:pt x="49787" y="15973"/>
                  </a:cubicBezTo>
                  <a:cubicBezTo>
                    <a:pt x="50018" y="16588"/>
                    <a:pt x="76027" y="77609"/>
                    <a:pt x="123966" y="77609"/>
                  </a:cubicBezTo>
                  <a:cubicBezTo>
                    <a:pt x="138510" y="77609"/>
                    <a:pt x="150129" y="89152"/>
                    <a:pt x="150129" y="103387"/>
                  </a:cubicBezTo>
                  <a:cubicBezTo>
                    <a:pt x="150129" y="117854"/>
                    <a:pt x="137586" y="130089"/>
                    <a:pt x="123889" y="129396"/>
                  </a:cubicBezTo>
                  <a:close/>
                </a:path>
              </a:pathLst>
            </a:custGeom>
            <a:solidFill>
              <a:srgbClr val="ED5858"/>
            </a:solidFill>
            <a:ln w="768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67" name="자유형: 도형 66">
              <a:extLst>
                <a:ext uri="{FF2B5EF4-FFF2-40B4-BE49-F238E27FC236}">
                  <a16:creationId xmlns:a16="http://schemas.microsoft.com/office/drawing/2014/main" id="{C19B64FB-0059-ADB1-11E8-254B203E7A0A}"/>
                </a:ext>
              </a:extLst>
            </p:cNvPr>
            <p:cNvSpPr/>
            <p:nvPr/>
          </p:nvSpPr>
          <p:spPr>
            <a:xfrm>
              <a:off x="1277620" y="3713480"/>
              <a:ext cx="3935730" cy="3209925"/>
            </a:xfrm>
            <a:custGeom>
              <a:avLst/>
              <a:gdLst>
                <a:gd name="connsiteX0" fmla="*/ 3554833 w 4490615"/>
                <a:gd name="connsiteY0" fmla="*/ 4287 h 3662683"/>
                <a:gd name="connsiteX1" fmla="*/ 3064512 w 4490615"/>
                <a:gd name="connsiteY1" fmla="*/ 1149217 h 3662683"/>
                <a:gd name="connsiteX2" fmla="*/ 1628636 w 4490615"/>
                <a:gd name="connsiteY2" fmla="*/ 240598 h 3662683"/>
                <a:gd name="connsiteX3" fmla="*/ 939323 w 4490615"/>
                <a:gd name="connsiteY3" fmla="*/ 249448 h 3662683"/>
                <a:gd name="connsiteX4" fmla="*/ 21625 w 4490615"/>
                <a:gd name="connsiteY4" fmla="*/ 1486948 h 3662683"/>
                <a:gd name="connsiteX5" fmla="*/ 243393 w 4490615"/>
                <a:gd name="connsiteY5" fmla="*/ 2606177 h 3662683"/>
                <a:gd name="connsiteX6" fmla="*/ 250549 w 4490615"/>
                <a:gd name="connsiteY6" fmla="*/ 3641378 h 3662683"/>
                <a:gd name="connsiteX7" fmla="*/ 2975020 w 4490615"/>
                <a:gd name="connsiteY7" fmla="*/ 3641378 h 3662683"/>
                <a:gd name="connsiteX8" fmla="*/ 2620206 w 4490615"/>
                <a:gd name="connsiteY8" fmla="*/ 2248901 h 3662683"/>
                <a:gd name="connsiteX9" fmla="*/ 3675721 w 4490615"/>
                <a:gd name="connsiteY9" fmla="*/ 2374405 h 3662683"/>
                <a:gd name="connsiteX10" fmla="*/ 4490615 w 4490615"/>
                <a:gd name="connsiteY10" fmla="*/ 221823 h 3662683"/>
                <a:gd name="connsiteX11" fmla="*/ 4003602 w 4490615"/>
                <a:gd name="connsiteY11" fmla="*/ 53380 h 3662683"/>
                <a:gd name="connsiteX12" fmla="*/ 3554833 w 4490615"/>
                <a:gd name="connsiteY12" fmla="*/ 4287 h 36626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490615" h="3662683">
                  <a:moveTo>
                    <a:pt x="3554833" y="4287"/>
                  </a:moveTo>
                  <a:cubicBezTo>
                    <a:pt x="3343761" y="548550"/>
                    <a:pt x="3064512" y="1149217"/>
                    <a:pt x="3064512" y="1149217"/>
                  </a:cubicBezTo>
                  <a:cubicBezTo>
                    <a:pt x="2426063" y="416120"/>
                    <a:pt x="2282244" y="310237"/>
                    <a:pt x="1628636" y="240598"/>
                  </a:cubicBezTo>
                  <a:cubicBezTo>
                    <a:pt x="1610553" y="238675"/>
                    <a:pt x="1214340" y="211050"/>
                    <a:pt x="939323" y="249448"/>
                  </a:cubicBezTo>
                  <a:cubicBezTo>
                    <a:pt x="125352" y="363179"/>
                    <a:pt x="-72715" y="1045412"/>
                    <a:pt x="21625" y="1486948"/>
                  </a:cubicBezTo>
                  <a:cubicBezTo>
                    <a:pt x="176524" y="2211504"/>
                    <a:pt x="193453" y="2290684"/>
                    <a:pt x="243393" y="2606177"/>
                  </a:cubicBezTo>
                  <a:cubicBezTo>
                    <a:pt x="284407" y="2865112"/>
                    <a:pt x="250549" y="3641378"/>
                    <a:pt x="250549" y="3641378"/>
                  </a:cubicBezTo>
                  <a:cubicBezTo>
                    <a:pt x="250549" y="3641378"/>
                    <a:pt x="2564572" y="3689317"/>
                    <a:pt x="2975020" y="3641378"/>
                  </a:cubicBezTo>
                  <a:cubicBezTo>
                    <a:pt x="2975020" y="3641378"/>
                    <a:pt x="2623053" y="2305920"/>
                    <a:pt x="2620206" y="2248901"/>
                  </a:cubicBezTo>
                  <a:cubicBezTo>
                    <a:pt x="2952089" y="2615873"/>
                    <a:pt x="3462571" y="2475671"/>
                    <a:pt x="3675721" y="2374405"/>
                  </a:cubicBezTo>
                  <a:cubicBezTo>
                    <a:pt x="3955970" y="2241206"/>
                    <a:pt x="4032997" y="2050987"/>
                    <a:pt x="4490615" y="221823"/>
                  </a:cubicBezTo>
                  <a:cubicBezTo>
                    <a:pt x="4490615" y="221823"/>
                    <a:pt x="4344334" y="131253"/>
                    <a:pt x="4003602" y="53380"/>
                  </a:cubicBezTo>
                  <a:cubicBezTo>
                    <a:pt x="3675721" y="-21491"/>
                    <a:pt x="3554833" y="4287"/>
                    <a:pt x="3554833" y="4287"/>
                  </a:cubicBezTo>
                  <a:close/>
                </a:path>
              </a:pathLst>
            </a:custGeom>
            <a:solidFill>
              <a:srgbClr val="000000"/>
            </a:solidFill>
            <a:ln w="768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68" name="자유형: 도형 67">
              <a:extLst>
                <a:ext uri="{FF2B5EF4-FFF2-40B4-BE49-F238E27FC236}">
                  <a16:creationId xmlns:a16="http://schemas.microsoft.com/office/drawing/2014/main" id="{A5BB0E43-A57B-1471-3830-E4568034F03E}"/>
                </a:ext>
              </a:extLst>
            </p:cNvPr>
            <p:cNvSpPr/>
            <p:nvPr/>
          </p:nvSpPr>
          <p:spPr>
            <a:xfrm>
              <a:off x="2693035" y="3910330"/>
              <a:ext cx="1303655" cy="842010"/>
            </a:xfrm>
            <a:custGeom>
              <a:avLst/>
              <a:gdLst>
                <a:gd name="connsiteX0" fmla="*/ 1461806 w 1487705"/>
                <a:gd name="connsiteY0" fmla="*/ 960404 h 960480"/>
                <a:gd name="connsiteX1" fmla="*/ 1442261 w 1487705"/>
                <a:gd name="connsiteY1" fmla="*/ 951555 h 960480"/>
                <a:gd name="connsiteX2" fmla="*/ 23160 w 1487705"/>
                <a:gd name="connsiteY2" fmla="*/ 51631 h 960480"/>
                <a:gd name="connsiteX3" fmla="*/ 152 w 1487705"/>
                <a:gd name="connsiteY3" fmla="*/ 23160 h 960480"/>
                <a:gd name="connsiteX4" fmla="*/ 28623 w 1487705"/>
                <a:gd name="connsiteY4" fmla="*/ 152 h 960480"/>
                <a:gd name="connsiteX5" fmla="*/ 1481351 w 1487705"/>
                <a:gd name="connsiteY5" fmla="*/ 917543 h 960480"/>
                <a:gd name="connsiteX6" fmla="*/ 1478812 w 1487705"/>
                <a:gd name="connsiteY6" fmla="*/ 954094 h 960480"/>
                <a:gd name="connsiteX7" fmla="*/ 1461806 w 1487705"/>
                <a:gd name="connsiteY7" fmla="*/ 960481 h 9604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487705" h="960480">
                  <a:moveTo>
                    <a:pt x="1461806" y="960404"/>
                  </a:moveTo>
                  <a:cubicBezTo>
                    <a:pt x="1454573" y="960404"/>
                    <a:pt x="1447417" y="957403"/>
                    <a:pt x="1442261" y="951555"/>
                  </a:cubicBezTo>
                  <a:cubicBezTo>
                    <a:pt x="813892" y="230000"/>
                    <a:pt x="680308" y="121732"/>
                    <a:pt x="23160" y="51631"/>
                  </a:cubicBezTo>
                  <a:cubicBezTo>
                    <a:pt x="8924" y="50092"/>
                    <a:pt x="-1387" y="37396"/>
                    <a:pt x="152" y="23160"/>
                  </a:cubicBezTo>
                  <a:cubicBezTo>
                    <a:pt x="1691" y="8924"/>
                    <a:pt x="14388" y="-1387"/>
                    <a:pt x="28623" y="152"/>
                  </a:cubicBezTo>
                  <a:cubicBezTo>
                    <a:pt x="700315" y="71715"/>
                    <a:pt x="850520" y="193218"/>
                    <a:pt x="1481351" y="917543"/>
                  </a:cubicBezTo>
                  <a:cubicBezTo>
                    <a:pt x="1490739" y="928316"/>
                    <a:pt x="1489585" y="944629"/>
                    <a:pt x="1478812" y="954094"/>
                  </a:cubicBezTo>
                  <a:cubicBezTo>
                    <a:pt x="1473887" y="958326"/>
                    <a:pt x="1467885" y="960481"/>
                    <a:pt x="1461806" y="960481"/>
                  </a:cubicBezTo>
                  <a:close/>
                </a:path>
              </a:pathLst>
            </a:custGeom>
            <a:solidFill>
              <a:srgbClr val="3378C8"/>
            </a:solidFill>
            <a:ln w="768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69" name="자유형: 도형 68">
              <a:extLst>
                <a:ext uri="{FF2B5EF4-FFF2-40B4-BE49-F238E27FC236}">
                  <a16:creationId xmlns:a16="http://schemas.microsoft.com/office/drawing/2014/main" id="{11911E63-7C33-3A07-75AA-A34712CE2140}"/>
                </a:ext>
              </a:extLst>
            </p:cNvPr>
            <p:cNvSpPr/>
            <p:nvPr/>
          </p:nvSpPr>
          <p:spPr>
            <a:xfrm>
              <a:off x="3951605" y="4706620"/>
              <a:ext cx="180975" cy="687705"/>
            </a:xfrm>
            <a:custGeom>
              <a:avLst/>
              <a:gdLst>
                <a:gd name="connsiteX0" fmla="*/ 180367 w 206298"/>
                <a:gd name="connsiteY0" fmla="*/ 785035 h 785035"/>
                <a:gd name="connsiteX1" fmla="*/ 154512 w 206298"/>
                <a:gd name="connsiteY1" fmla="*/ 759180 h 785035"/>
                <a:gd name="connsiteX2" fmla="*/ 998 w 206298"/>
                <a:gd name="connsiteY2" fmla="*/ 32932 h 785035"/>
                <a:gd name="connsiteX3" fmla="*/ 18850 w 206298"/>
                <a:gd name="connsiteY3" fmla="*/ 998 h 785035"/>
                <a:gd name="connsiteX4" fmla="*/ 50784 w 206298"/>
                <a:gd name="connsiteY4" fmla="*/ 18850 h 785035"/>
                <a:gd name="connsiteX5" fmla="*/ 206299 w 206298"/>
                <a:gd name="connsiteY5" fmla="*/ 759180 h 785035"/>
                <a:gd name="connsiteX6" fmla="*/ 180444 w 206298"/>
                <a:gd name="connsiteY6" fmla="*/ 785035 h 7850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06298" h="785035">
                  <a:moveTo>
                    <a:pt x="180367" y="785035"/>
                  </a:moveTo>
                  <a:cubicBezTo>
                    <a:pt x="166054" y="785035"/>
                    <a:pt x="154512" y="773416"/>
                    <a:pt x="154512" y="759180"/>
                  </a:cubicBezTo>
                  <a:cubicBezTo>
                    <a:pt x="154512" y="577580"/>
                    <a:pt x="2537" y="38318"/>
                    <a:pt x="998" y="32932"/>
                  </a:cubicBezTo>
                  <a:cubicBezTo>
                    <a:pt x="-2927" y="19158"/>
                    <a:pt x="5076" y="4845"/>
                    <a:pt x="18850" y="998"/>
                  </a:cubicBezTo>
                  <a:cubicBezTo>
                    <a:pt x="32624" y="-2927"/>
                    <a:pt x="46937" y="5076"/>
                    <a:pt x="50784" y="18850"/>
                  </a:cubicBezTo>
                  <a:cubicBezTo>
                    <a:pt x="57094" y="41319"/>
                    <a:pt x="206299" y="570423"/>
                    <a:pt x="206299" y="759180"/>
                  </a:cubicBezTo>
                  <a:cubicBezTo>
                    <a:pt x="206299" y="773493"/>
                    <a:pt x="194679" y="785035"/>
                    <a:pt x="180444" y="785035"/>
                  </a:cubicBezTo>
                  <a:close/>
                </a:path>
              </a:pathLst>
            </a:custGeom>
            <a:solidFill>
              <a:srgbClr val="3378C8"/>
            </a:solidFill>
            <a:ln w="768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70" name="자유형: 도형 69">
              <a:extLst>
                <a:ext uri="{FF2B5EF4-FFF2-40B4-BE49-F238E27FC236}">
                  <a16:creationId xmlns:a16="http://schemas.microsoft.com/office/drawing/2014/main" id="{686A9351-034D-B06F-559D-C523DC15AB60}"/>
                </a:ext>
              </a:extLst>
            </p:cNvPr>
            <p:cNvSpPr/>
            <p:nvPr/>
          </p:nvSpPr>
          <p:spPr>
            <a:xfrm>
              <a:off x="2919730" y="5164455"/>
              <a:ext cx="741045" cy="600075"/>
            </a:xfrm>
            <a:custGeom>
              <a:avLst/>
              <a:gdLst>
                <a:gd name="connsiteX0" fmla="*/ 819615 w 845506"/>
                <a:gd name="connsiteY0" fmla="*/ 684800 h 684799"/>
                <a:gd name="connsiteX1" fmla="*/ 806533 w 845506"/>
                <a:gd name="connsiteY1" fmla="*/ 681183 h 684799"/>
                <a:gd name="connsiteX2" fmla="*/ 6952 w 845506"/>
                <a:gd name="connsiteY2" fmla="*/ 43503 h 684799"/>
                <a:gd name="connsiteX3" fmla="*/ 8260 w 845506"/>
                <a:gd name="connsiteY3" fmla="*/ 6952 h 684799"/>
                <a:gd name="connsiteX4" fmla="*/ 44811 w 845506"/>
                <a:gd name="connsiteY4" fmla="*/ 8260 h 684799"/>
                <a:gd name="connsiteX5" fmla="*/ 832773 w 845506"/>
                <a:gd name="connsiteY5" fmla="*/ 636552 h 684799"/>
                <a:gd name="connsiteX6" fmla="*/ 841930 w 845506"/>
                <a:gd name="connsiteY6" fmla="*/ 672026 h 684799"/>
                <a:gd name="connsiteX7" fmla="*/ 819615 w 845506"/>
                <a:gd name="connsiteY7" fmla="*/ 684800 h 6847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845506" h="684799">
                  <a:moveTo>
                    <a:pt x="819615" y="684800"/>
                  </a:moveTo>
                  <a:cubicBezTo>
                    <a:pt x="815152" y="684800"/>
                    <a:pt x="810612" y="683645"/>
                    <a:pt x="806533" y="681183"/>
                  </a:cubicBezTo>
                  <a:cubicBezTo>
                    <a:pt x="350377" y="412399"/>
                    <a:pt x="167930" y="216408"/>
                    <a:pt x="6952" y="43503"/>
                  </a:cubicBezTo>
                  <a:cubicBezTo>
                    <a:pt x="-2820" y="33038"/>
                    <a:pt x="-2205" y="16648"/>
                    <a:pt x="8260" y="6952"/>
                  </a:cubicBezTo>
                  <a:cubicBezTo>
                    <a:pt x="18725" y="-2820"/>
                    <a:pt x="35116" y="-2205"/>
                    <a:pt x="44811" y="8260"/>
                  </a:cubicBezTo>
                  <a:cubicBezTo>
                    <a:pt x="203404" y="178549"/>
                    <a:pt x="383081" y="371615"/>
                    <a:pt x="832773" y="636552"/>
                  </a:cubicBezTo>
                  <a:cubicBezTo>
                    <a:pt x="845085" y="643785"/>
                    <a:pt x="849163" y="659714"/>
                    <a:pt x="841930" y="672026"/>
                  </a:cubicBezTo>
                  <a:cubicBezTo>
                    <a:pt x="837082" y="680183"/>
                    <a:pt x="828464" y="684800"/>
                    <a:pt x="819615" y="684800"/>
                  </a:cubicBezTo>
                  <a:close/>
                </a:path>
              </a:pathLst>
            </a:custGeom>
            <a:solidFill>
              <a:srgbClr val="3378C8"/>
            </a:solidFill>
            <a:ln w="768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71" name="자유형: 도형 70">
              <a:extLst>
                <a:ext uri="{FF2B5EF4-FFF2-40B4-BE49-F238E27FC236}">
                  <a16:creationId xmlns:a16="http://schemas.microsoft.com/office/drawing/2014/main" id="{053FA562-3135-1C83-1A2C-F0622088CD2E}"/>
                </a:ext>
              </a:extLst>
            </p:cNvPr>
            <p:cNvSpPr/>
            <p:nvPr/>
          </p:nvSpPr>
          <p:spPr>
            <a:xfrm>
              <a:off x="2581910" y="3262630"/>
              <a:ext cx="152400" cy="152400"/>
            </a:xfrm>
            <a:custGeom>
              <a:avLst/>
              <a:gdLst>
                <a:gd name="connsiteX0" fmla="*/ 173752 w 173751"/>
                <a:gd name="connsiteY0" fmla="*/ 86876 h 173751"/>
                <a:gd name="connsiteX1" fmla="*/ 86876 w 173751"/>
                <a:gd name="connsiteY1" fmla="*/ 173752 h 173751"/>
                <a:gd name="connsiteX2" fmla="*/ 0 w 173751"/>
                <a:gd name="connsiteY2" fmla="*/ 86876 h 173751"/>
                <a:gd name="connsiteX3" fmla="*/ 86876 w 173751"/>
                <a:gd name="connsiteY3" fmla="*/ 0 h 173751"/>
                <a:gd name="connsiteX4" fmla="*/ 173752 w 173751"/>
                <a:gd name="connsiteY4" fmla="*/ 86876 h 1737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73751" h="173751">
                  <a:moveTo>
                    <a:pt x="173752" y="86876"/>
                  </a:moveTo>
                  <a:cubicBezTo>
                    <a:pt x="173752" y="134815"/>
                    <a:pt x="134892" y="173752"/>
                    <a:pt x="86876" y="173752"/>
                  </a:cubicBezTo>
                  <a:cubicBezTo>
                    <a:pt x="38859" y="173752"/>
                    <a:pt x="0" y="134892"/>
                    <a:pt x="0" y="86876"/>
                  </a:cubicBezTo>
                  <a:cubicBezTo>
                    <a:pt x="0" y="38859"/>
                    <a:pt x="38859" y="0"/>
                    <a:pt x="86876" y="0"/>
                  </a:cubicBezTo>
                  <a:cubicBezTo>
                    <a:pt x="134892" y="0"/>
                    <a:pt x="173752" y="38859"/>
                    <a:pt x="173752" y="86876"/>
                  </a:cubicBezTo>
                  <a:close/>
                </a:path>
              </a:pathLst>
            </a:custGeom>
            <a:solidFill>
              <a:srgbClr val="FF9797"/>
            </a:solidFill>
            <a:ln w="768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72" name="자유형: 도형 71">
              <a:extLst>
                <a:ext uri="{FF2B5EF4-FFF2-40B4-BE49-F238E27FC236}">
                  <a16:creationId xmlns:a16="http://schemas.microsoft.com/office/drawing/2014/main" id="{34D9F70F-7E37-F443-1614-FADE255861A0}"/>
                </a:ext>
              </a:extLst>
            </p:cNvPr>
            <p:cNvSpPr/>
            <p:nvPr/>
          </p:nvSpPr>
          <p:spPr>
            <a:xfrm>
              <a:off x="4314190" y="2766060"/>
              <a:ext cx="473710" cy="473710"/>
            </a:xfrm>
            <a:custGeom>
              <a:avLst/>
              <a:gdLst>
                <a:gd name="connsiteX0" fmla="*/ 540647 w 540646"/>
                <a:gd name="connsiteY0" fmla="*/ 270323 h 540646"/>
                <a:gd name="connsiteX1" fmla="*/ 270323 w 540646"/>
                <a:gd name="connsiteY1" fmla="*/ 540647 h 540646"/>
                <a:gd name="connsiteX2" fmla="*/ 0 w 540646"/>
                <a:gd name="connsiteY2" fmla="*/ 270323 h 540646"/>
                <a:gd name="connsiteX3" fmla="*/ 270323 w 540646"/>
                <a:gd name="connsiteY3" fmla="*/ 0 h 540646"/>
                <a:gd name="connsiteX4" fmla="*/ 540647 w 540646"/>
                <a:gd name="connsiteY4" fmla="*/ 270323 h 5406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40646" h="540646">
                  <a:moveTo>
                    <a:pt x="540647" y="270323"/>
                  </a:moveTo>
                  <a:cubicBezTo>
                    <a:pt x="540647" y="419605"/>
                    <a:pt x="419605" y="540647"/>
                    <a:pt x="270323" y="540647"/>
                  </a:cubicBezTo>
                  <a:cubicBezTo>
                    <a:pt x="121041" y="540647"/>
                    <a:pt x="0" y="419605"/>
                    <a:pt x="0" y="270323"/>
                  </a:cubicBezTo>
                  <a:cubicBezTo>
                    <a:pt x="0" y="121041"/>
                    <a:pt x="121041" y="0"/>
                    <a:pt x="270323" y="0"/>
                  </a:cubicBezTo>
                  <a:cubicBezTo>
                    <a:pt x="419605" y="0"/>
                    <a:pt x="540647" y="121041"/>
                    <a:pt x="540647" y="270323"/>
                  </a:cubicBezTo>
                  <a:close/>
                </a:path>
              </a:pathLst>
            </a:custGeom>
            <a:solidFill>
              <a:srgbClr val="FF5050"/>
            </a:solidFill>
            <a:ln w="768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73" name="자유형: 도형 72">
              <a:extLst>
                <a:ext uri="{FF2B5EF4-FFF2-40B4-BE49-F238E27FC236}">
                  <a16:creationId xmlns:a16="http://schemas.microsoft.com/office/drawing/2014/main" id="{D3ADDC3B-544C-BF46-466C-81B4E7A7979B}"/>
                </a:ext>
              </a:extLst>
            </p:cNvPr>
            <p:cNvSpPr/>
            <p:nvPr/>
          </p:nvSpPr>
          <p:spPr>
            <a:xfrm>
              <a:off x="2007870" y="3778250"/>
              <a:ext cx="883285" cy="197485"/>
            </a:xfrm>
            <a:custGeom>
              <a:avLst/>
              <a:gdLst>
                <a:gd name="connsiteX0" fmla="*/ 77 w 1007652"/>
                <a:gd name="connsiteY0" fmla="*/ 194182 h 225577"/>
                <a:gd name="connsiteX1" fmla="*/ 49863 w 1007652"/>
                <a:gd name="connsiteY1" fmla="*/ 28279 h 225577"/>
                <a:gd name="connsiteX2" fmla="*/ 79643 w 1007652"/>
                <a:gd name="connsiteY2" fmla="*/ 1270 h 225577"/>
                <a:gd name="connsiteX3" fmla="*/ 769956 w 1007652"/>
                <a:gd name="connsiteY3" fmla="*/ 16967 h 225577"/>
                <a:gd name="connsiteX4" fmla="*/ 891305 w 1007652"/>
                <a:gd name="connsiteY4" fmla="*/ 68293 h 225577"/>
                <a:gd name="connsiteX5" fmla="*/ 1007652 w 1007652"/>
                <a:gd name="connsiteY5" fmla="*/ 225577 h 225577"/>
                <a:gd name="connsiteX6" fmla="*/ 505788 w 1007652"/>
                <a:gd name="connsiteY6" fmla="*/ 190104 h 225577"/>
                <a:gd name="connsiteX7" fmla="*/ 0 w 1007652"/>
                <a:gd name="connsiteY7" fmla="*/ 194182 h 2255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007652" h="225577">
                  <a:moveTo>
                    <a:pt x="77" y="194182"/>
                  </a:moveTo>
                  <a:lnTo>
                    <a:pt x="49863" y="28279"/>
                  </a:lnTo>
                  <a:cubicBezTo>
                    <a:pt x="52403" y="13428"/>
                    <a:pt x="64714" y="2270"/>
                    <a:pt x="79643" y="1270"/>
                  </a:cubicBezTo>
                  <a:cubicBezTo>
                    <a:pt x="135585" y="-2655"/>
                    <a:pt x="691083" y="2501"/>
                    <a:pt x="769956" y="16967"/>
                  </a:cubicBezTo>
                  <a:cubicBezTo>
                    <a:pt x="815279" y="25278"/>
                    <a:pt x="864834" y="30588"/>
                    <a:pt x="891305" y="68293"/>
                  </a:cubicBezTo>
                  <a:lnTo>
                    <a:pt x="1007652" y="225577"/>
                  </a:lnTo>
                  <a:cubicBezTo>
                    <a:pt x="1007652" y="225577"/>
                    <a:pt x="695469" y="197260"/>
                    <a:pt x="505788" y="190104"/>
                  </a:cubicBezTo>
                  <a:cubicBezTo>
                    <a:pt x="268630" y="181101"/>
                    <a:pt x="0" y="194182"/>
                    <a:pt x="0" y="194182"/>
                  </a:cubicBezTo>
                  <a:close/>
                </a:path>
              </a:pathLst>
            </a:custGeom>
            <a:solidFill>
              <a:srgbClr val="FFFFFF"/>
            </a:solidFill>
            <a:ln w="768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74" name="자유형: 도형 73">
              <a:extLst>
                <a:ext uri="{FF2B5EF4-FFF2-40B4-BE49-F238E27FC236}">
                  <a16:creationId xmlns:a16="http://schemas.microsoft.com/office/drawing/2014/main" id="{5DC4043D-18FD-5870-DF00-8B23EE626B5F}"/>
                </a:ext>
              </a:extLst>
            </p:cNvPr>
            <p:cNvSpPr/>
            <p:nvPr/>
          </p:nvSpPr>
          <p:spPr>
            <a:xfrm>
              <a:off x="4619625" y="3200400"/>
              <a:ext cx="266065" cy="372110"/>
            </a:xfrm>
            <a:custGeom>
              <a:avLst/>
              <a:gdLst>
                <a:gd name="connsiteX0" fmla="*/ 29733 w 303279"/>
                <a:gd name="connsiteY0" fmla="*/ 424649 h 424648"/>
                <a:gd name="connsiteX1" fmla="*/ 22807 w 303279"/>
                <a:gd name="connsiteY1" fmla="*/ 424264 h 424648"/>
                <a:gd name="connsiteX2" fmla="*/ 184 w 303279"/>
                <a:gd name="connsiteY2" fmla="*/ 395485 h 424648"/>
                <a:gd name="connsiteX3" fmla="*/ 28271 w 303279"/>
                <a:gd name="connsiteY3" fmla="*/ 372785 h 424648"/>
                <a:gd name="connsiteX4" fmla="*/ 252424 w 303279"/>
                <a:gd name="connsiteY4" fmla="*/ 19126 h 424648"/>
                <a:gd name="connsiteX5" fmla="*/ 284128 w 303279"/>
                <a:gd name="connsiteY5" fmla="*/ 889 h 424648"/>
                <a:gd name="connsiteX6" fmla="*/ 302365 w 303279"/>
                <a:gd name="connsiteY6" fmla="*/ 32592 h 424648"/>
                <a:gd name="connsiteX7" fmla="*/ 29733 w 303279"/>
                <a:gd name="connsiteY7" fmla="*/ 424649 h 4246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03279" h="424648">
                  <a:moveTo>
                    <a:pt x="29733" y="424649"/>
                  </a:moveTo>
                  <a:cubicBezTo>
                    <a:pt x="26578" y="424649"/>
                    <a:pt x="24193" y="424418"/>
                    <a:pt x="22807" y="424264"/>
                  </a:cubicBezTo>
                  <a:cubicBezTo>
                    <a:pt x="8649" y="422571"/>
                    <a:pt x="-1509" y="409721"/>
                    <a:pt x="184" y="395485"/>
                  </a:cubicBezTo>
                  <a:cubicBezTo>
                    <a:pt x="1800" y="381480"/>
                    <a:pt x="14574" y="372093"/>
                    <a:pt x="28271" y="372785"/>
                  </a:cubicBezTo>
                  <a:cubicBezTo>
                    <a:pt x="31272" y="373324"/>
                    <a:pt x="157315" y="372323"/>
                    <a:pt x="252424" y="19126"/>
                  </a:cubicBezTo>
                  <a:cubicBezTo>
                    <a:pt x="256118" y="5352"/>
                    <a:pt x="270277" y="-2805"/>
                    <a:pt x="284128" y="889"/>
                  </a:cubicBezTo>
                  <a:cubicBezTo>
                    <a:pt x="297901" y="4582"/>
                    <a:pt x="306135" y="18818"/>
                    <a:pt x="302365" y="32592"/>
                  </a:cubicBezTo>
                  <a:cubicBezTo>
                    <a:pt x="203408" y="399794"/>
                    <a:pt x="65129" y="424649"/>
                    <a:pt x="29733" y="424649"/>
                  </a:cubicBezTo>
                  <a:close/>
                </a:path>
              </a:pathLst>
            </a:custGeom>
            <a:solidFill>
              <a:srgbClr val="ED5858"/>
            </a:solidFill>
            <a:ln w="768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75" name="자유형: 도형 74">
              <a:extLst>
                <a:ext uri="{FF2B5EF4-FFF2-40B4-BE49-F238E27FC236}">
                  <a16:creationId xmlns:a16="http://schemas.microsoft.com/office/drawing/2014/main" id="{60329FC8-D7E3-5F02-9AC3-5A5A1D19E4D9}"/>
                </a:ext>
              </a:extLst>
            </p:cNvPr>
            <p:cNvSpPr/>
            <p:nvPr/>
          </p:nvSpPr>
          <p:spPr>
            <a:xfrm>
              <a:off x="4697095" y="3370580"/>
              <a:ext cx="90170" cy="97790"/>
            </a:xfrm>
            <a:custGeom>
              <a:avLst/>
              <a:gdLst>
                <a:gd name="connsiteX0" fmla="*/ 77003 w 102912"/>
                <a:gd name="connsiteY0" fmla="*/ 111676 h 111752"/>
                <a:gd name="connsiteX1" fmla="*/ 57304 w 102912"/>
                <a:gd name="connsiteY1" fmla="*/ 102596 h 111752"/>
                <a:gd name="connsiteX2" fmla="*/ 6210 w 102912"/>
                <a:gd name="connsiteY2" fmla="*/ 42652 h 111752"/>
                <a:gd name="connsiteX3" fmla="*/ 9134 w 102912"/>
                <a:gd name="connsiteY3" fmla="*/ 6178 h 111752"/>
                <a:gd name="connsiteX4" fmla="*/ 45608 w 102912"/>
                <a:gd name="connsiteY4" fmla="*/ 9103 h 111752"/>
                <a:gd name="connsiteX5" fmla="*/ 96702 w 102912"/>
                <a:gd name="connsiteY5" fmla="*/ 69046 h 111752"/>
                <a:gd name="connsiteX6" fmla="*/ 93778 w 102912"/>
                <a:gd name="connsiteY6" fmla="*/ 105520 h 111752"/>
                <a:gd name="connsiteX7" fmla="*/ 77003 w 102912"/>
                <a:gd name="connsiteY7" fmla="*/ 111753 h 111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02912" h="111752">
                  <a:moveTo>
                    <a:pt x="77003" y="111676"/>
                  </a:moveTo>
                  <a:cubicBezTo>
                    <a:pt x="69693" y="111676"/>
                    <a:pt x="62460" y="108598"/>
                    <a:pt x="57304" y="102596"/>
                  </a:cubicBezTo>
                  <a:lnTo>
                    <a:pt x="6210" y="42652"/>
                  </a:lnTo>
                  <a:cubicBezTo>
                    <a:pt x="-3101" y="31726"/>
                    <a:pt x="-1793" y="15412"/>
                    <a:pt x="9134" y="6178"/>
                  </a:cubicBezTo>
                  <a:cubicBezTo>
                    <a:pt x="20061" y="-3056"/>
                    <a:pt x="36374" y="-1824"/>
                    <a:pt x="45608" y="9103"/>
                  </a:cubicBezTo>
                  <a:lnTo>
                    <a:pt x="96702" y="69046"/>
                  </a:lnTo>
                  <a:cubicBezTo>
                    <a:pt x="106014" y="79973"/>
                    <a:pt x="104705" y="96286"/>
                    <a:pt x="93778" y="105520"/>
                  </a:cubicBezTo>
                  <a:cubicBezTo>
                    <a:pt x="88931" y="109675"/>
                    <a:pt x="82929" y="111753"/>
                    <a:pt x="77003" y="111753"/>
                  </a:cubicBezTo>
                  <a:close/>
                </a:path>
              </a:pathLst>
            </a:custGeom>
            <a:solidFill>
              <a:srgbClr val="ED5858"/>
            </a:solidFill>
            <a:ln w="768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76" name="자유형: 도형 75">
              <a:extLst>
                <a:ext uri="{FF2B5EF4-FFF2-40B4-BE49-F238E27FC236}">
                  <a16:creationId xmlns:a16="http://schemas.microsoft.com/office/drawing/2014/main" id="{55467A76-CF21-7385-BFC2-5EC804F1483E}"/>
                </a:ext>
              </a:extLst>
            </p:cNvPr>
            <p:cNvSpPr/>
            <p:nvPr/>
          </p:nvSpPr>
          <p:spPr>
            <a:xfrm>
              <a:off x="3633470" y="3782695"/>
              <a:ext cx="137795" cy="137795"/>
            </a:xfrm>
            <a:custGeom>
              <a:avLst/>
              <a:gdLst>
                <a:gd name="connsiteX0" fmla="*/ 157285 w 157284"/>
                <a:gd name="connsiteY0" fmla="*/ 78642 h 157284"/>
                <a:gd name="connsiteX1" fmla="*/ 78642 w 157284"/>
                <a:gd name="connsiteY1" fmla="*/ 157285 h 157284"/>
                <a:gd name="connsiteX2" fmla="*/ 0 w 157284"/>
                <a:gd name="connsiteY2" fmla="*/ 78642 h 157284"/>
                <a:gd name="connsiteX3" fmla="*/ 78642 w 157284"/>
                <a:gd name="connsiteY3" fmla="*/ 0 h 157284"/>
                <a:gd name="connsiteX4" fmla="*/ 157285 w 157284"/>
                <a:gd name="connsiteY4" fmla="*/ 78642 h 1572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57284" h="157284">
                  <a:moveTo>
                    <a:pt x="157285" y="78642"/>
                  </a:moveTo>
                  <a:cubicBezTo>
                    <a:pt x="157285" y="122119"/>
                    <a:pt x="122042" y="157285"/>
                    <a:pt x="78642" y="157285"/>
                  </a:cubicBezTo>
                  <a:cubicBezTo>
                    <a:pt x="35243" y="157285"/>
                    <a:pt x="0" y="122042"/>
                    <a:pt x="0" y="78642"/>
                  </a:cubicBezTo>
                  <a:cubicBezTo>
                    <a:pt x="0" y="35243"/>
                    <a:pt x="35243" y="0"/>
                    <a:pt x="78642" y="0"/>
                  </a:cubicBezTo>
                  <a:cubicBezTo>
                    <a:pt x="122042" y="0"/>
                    <a:pt x="157285" y="35243"/>
                    <a:pt x="157285" y="78642"/>
                  </a:cubicBezTo>
                  <a:close/>
                </a:path>
              </a:pathLst>
            </a:custGeom>
            <a:solidFill>
              <a:srgbClr val="FFD85C"/>
            </a:solidFill>
            <a:ln w="768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77" name="자유형: 도형 76">
              <a:extLst>
                <a:ext uri="{FF2B5EF4-FFF2-40B4-BE49-F238E27FC236}">
                  <a16:creationId xmlns:a16="http://schemas.microsoft.com/office/drawing/2014/main" id="{4B21A221-BC99-A18F-E587-229B688DE012}"/>
                </a:ext>
              </a:extLst>
            </p:cNvPr>
            <p:cNvSpPr/>
            <p:nvPr/>
          </p:nvSpPr>
          <p:spPr>
            <a:xfrm>
              <a:off x="4949825" y="3902075"/>
              <a:ext cx="137795" cy="137795"/>
            </a:xfrm>
            <a:custGeom>
              <a:avLst/>
              <a:gdLst>
                <a:gd name="connsiteX0" fmla="*/ 157285 w 157284"/>
                <a:gd name="connsiteY0" fmla="*/ 78642 h 157284"/>
                <a:gd name="connsiteX1" fmla="*/ 78642 w 157284"/>
                <a:gd name="connsiteY1" fmla="*/ 157285 h 157284"/>
                <a:gd name="connsiteX2" fmla="*/ 0 w 157284"/>
                <a:gd name="connsiteY2" fmla="*/ 78642 h 157284"/>
                <a:gd name="connsiteX3" fmla="*/ 78642 w 157284"/>
                <a:gd name="connsiteY3" fmla="*/ 0 h 157284"/>
                <a:gd name="connsiteX4" fmla="*/ 157285 w 157284"/>
                <a:gd name="connsiteY4" fmla="*/ 78642 h 1572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57284" h="157284">
                  <a:moveTo>
                    <a:pt x="157285" y="78642"/>
                  </a:moveTo>
                  <a:cubicBezTo>
                    <a:pt x="157285" y="122119"/>
                    <a:pt x="122042" y="157285"/>
                    <a:pt x="78642" y="157285"/>
                  </a:cubicBezTo>
                  <a:cubicBezTo>
                    <a:pt x="35242" y="157285"/>
                    <a:pt x="0" y="122042"/>
                    <a:pt x="0" y="78642"/>
                  </a:cubicBezTo>
                  <a:cubicBezTo>
                    <a:pt x="0" y="35243"/>
                    <a:pt x="35242" y="0"/>
                    <a:pt x="78642" y="0"/>
                  </a:cubicBezTo>
                  <a:cubicBezTo>
                    <a:pt x="122042" y="0"/>
                    <a:pt x="157285" y="35243"/>
                    <a:pt x="157285" y="78642"/>
                  </a:cubicBezTo>
                  <a:close/>
                </a:path>
              </a:pathLst>
            </a:custGeom>
            <a:solidFill>
              <a:srgbClr val="FFD85C"/>
            </a:solidFill>
            <a:ln w="768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78" name="자유형: 도형 77">
              <a:extLst>
                <a:ext uri="{FF2B5EF4-FFF2-40B4-BE49-F238E27FC236}">
                  <a16:creationId xmlns:a16="http://schemas.microsoft.com/office/drawing/2014/main" id="{B35DA600-56D6-8AD0-A495-DE618239C849}"/>
                </a:ext>
              </a:extLst>
            </p:cNvPr>
            <p:cNvSpPr/>
            <p:nvPr/>
          </p:nvSpPr>
          <p:spPr>
            <a:xfrm>
              <a:off x="2733675" y="3194050"/>
              <a:ext cx="45085" cy="59055"/>
            </a:xfrm>
            <a:custGeom>
              <a:avLst/>
              <a:gdLst>
                <a:gd name="connsiteX0" fmla="*/ 30570 w 51444"/>
                <a:gd name="connsiteY0" fmla="*/ 67275 h 67526"/>
                <a:gd name="connsiteX1" fmla="*/ 2945 w 51444"/>
                <a:gd name="connsiteY1" fmla="*/ 46652 h 67526"/>
                <a:gd name="connsiteX2" fmla="*/ 252 w 51444"/>
                <a:gd name="connsiteY2" fmla="*/ 27877 h 67526"/>
                <a:gd name="connsiteX3" fmla="*/ 20874 w 51444"/>
                <a:gd name="connsiteY3" fmla="*/ 252 h 67526"/>
                <a:gd name="connsiteX4" fmla="*/ 48499 w 51444"/>
                <a:gd name="connsiteY4" fmla="*/ 20874 h 67526"/>
                <a:gd name="connsiteX5" fmla="*/ 51192 w 51444"/>
                <a:gd name="connsiteY5" fmla="*/ 39650 h 67526"/>
                <a:gd name="connsiteX6" fmla="*/ 30570 w 51444"/>
                <a:gd name="connsiteY6" fmla="*/ 67275 h 675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51444" h="67526">
                  <a:moveTo>
                    <a:pt x="30570" y="67275"/>
                  </a:moveTo>
                  <a:cubicBezTo>
                    <a:pt x="17258" y="69199"/>
                    <a:pt x="4869" y="59888"/>
                    <a:pt x="2945" y="46652"/>
                  </a:cubicBezTo>
                  <a:lnTo>
                    <a:pt x="252" y="27877"/>
                  </a:lnTo>
                  <a:cubicBezTo>
                    <a:pt x="-1672" y="14641"/>
                    <a:pt x="7639" y="2176"/>
                    <a:pt x="20874" y="252"/>
                  </a:cubicBezTo>
                  <a:cubicBezTo>
                    <a:pt x="34110" y="-1672"/>
                    <a:pt x="46575" y="7639"/>
                    <a:pt x="48499" y="20874"/>
                  </a:cubicBezTo>
                  <a:lnTo>
                    <a:pt x="51192" y="39650"/>
                  </a:lnTo>
                  <a:cubicBezTo>
                    <a:pt x="53116" y="52962"/>
                    <a:pt x="43805" y="65351"/>
                    <a:pt x="30570" y="67275"/>
                  </a:cubicBezTo>
                  <a:close/>
                </a:path>
              </a:pathLst>
            </a:custGeom>
            <a:solidFill>
              <a:srgbClr val="000000"/>
            </a:solidFill>
            <a:ln w="768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</p:grpSp>
      <p:pic>
        <p:nvPicPr>
          <p:cNvPr id="85" name="그래픽 84">
            <a:extLst>
              <a:ext uri="{FF2B5EF4-FFF2-40B4-BE49-F238E27FC236}">
                <a16:creationId xmlns:a16="http://schemas.microsoft.com/office/drawing/2014/main" id="{5B98B6AA-191E-3F47-C5A2-7437B866088A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920115" y="5818505"/>
            <a:ext cx="321310" cy="321310"/>
          </a:xfrm>
          <a:prstGeom prst="rect">
            <a:avLst/>
          </a:prstGeom>
        </p:spPr>
      </p:pic>
      <p:grpSp>
        <p:nvGrpSpPr>
          <p:cNvPr id="5" name="그룹 4">
            <a:extLst>
              <a:ext uri="{FF2B5EF4-FFF2-40B4-BE49-F238E27FC236}">
                <a16:creationId xmlns:a16="http://schemas.microsoft.com/office/drawing/2014/main" id="{47E940EE-9ABE-2A3B-7544-82A403E19450}"/>
              </a:ext>
            </a:extLst>
          </p:cNvPr>
          <p:cNvGrpSpPr/>
          <p:nvPr/>
        </p:nvGrpSpPr>
        <p:grpSpPr>
          <a:xfrm>
            <a:off x="6778625" y="4077335"/>
            <a:ext cx="5222240" cy="1102360"/>
            <a:chOff x="6778625" y="4077335"/>
            <a:chExt cx="5222240" cy="1102360"/>
          </a:xfrm>
        </p:grpSpPr>
        <p:pic>
          <p:nvPicPr>
            <p:cNvPr id="91" name="그래픽 90">
              <a:extLst>
                <a:ext uri="{FF2B5EF4-FFF2-40B4-BE49-F238E27FC236}">
                  <a16:creationId xmlns:a16="http://schemas.microsoft.com/office/drawing/2014/main" id="{A8FD9C56-2157-5E5A-A440-5804663844CE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>
              <a:extLst>
                <a:ext uri="{96DAC541-7B7A-43D3-8B79-37D633B846F1}">
                  <asvg:svgBlip xmlns:asvg="http://schemas.microsoft.com/office/drawing/2016/SVG/main" r:embed="rId18"/>
                </a:ext>
              </a:extLst>
            </a:blip>
            <a:stretch>
              <a:fillRect/>
            </a:stretch>
          </p:blipFill>
          <p:spPr>
            <a:xfrm flipV="1">
              <a:off x="6778625" y="4077335"/>
              <a:ext cx="1663700" cy="704850"/>
            </a:xfrm>
            <a:prstGeom prst="rect">
              <a:avLst/>
            </a:prstGeom>
          </p:spPr>
        </p:pic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EFFA678B-2EB1-169D-6EE4-F587EF397234}"/>
                </a:ext>
              </a:extLst>
            </p:cNvPr>
            <p:cNvSpPr txBox="1"/>
            <p:nvPr/>
          </p:nvSpPr>
          <p:spPr>
            <a:xfrm>
              <a:off x="6842125" y="4223385"/>
              <a:ext cx="5158740" cy="956310"/>
            </a:xfrm>
            <a:prstGeom prst="rect">
              <a:avLst/>
            </a:prstGeom>
            <a:noFill/>
          </p:spPr>
          <p:txBody>
            <a:bodyPr tIns="0" bIns="0">
              <a:spAutoFit/>
            </a:bodyPr>
            <a:lstStyle/>
            <a:p>
              <a:pPr eaLnBrk="1" fontAlgn="auto" latinLnBrk="1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ko-KR" sz="24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TEAM D</a:t>
              </a:r>
              <a:r>
                <a:rPr lang="ko-KR" altLang="en-US" sz="24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조</a:t>
              </a:r>
              <a:endParaRPr lang="en-US" altLang="ko-KR" sz="2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  <a:p>
              <a:pPr eaLnBrk="1" fontAlgn="auto" latinLnBrk="1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ko-KR" altLang="en-US" sz="2000" b="1" dirty="0" err="1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최연흠</a:t>
              </a:r>
              <a:r>
                <a:rPr lang="en-US" altLang="ko-KR" sz="20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, </a:t>
              </a:r>
              <a:r>
                <a:rPr lang="ko-KR" altLang="en-US" sz="20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이승준</a:t>
              </a:r>
              <a:r>
                <a:rPr lang="en-US" altLang="ko-KR" sz="20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, </a:t>
              </a:r>
              <a:r>
                <a:rPr lang="ko-KR" altLang="en-US" sz="20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유재욱</a:t>
              </a:r>
              <a:endParaRPr lang="en-US" altLang="ko-KR" sz="20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5728014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" name="그래픽 37">
            <a:extLst>
              <a:ext uri="{FF2B5EF4-FFF2-40B4-BE49-F238E27FC236}">
                <a16:creationId xmlns:a16="http://schemas.microsoft.com/office/drawing/2014/main" id="{02FBEB9F-9FB4-5657-130A-CD2351467C34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-1" r="27522" b="23907"/>
          <a:stretch/>
        </p:blipFill>
        <p:spPr>
          <a:xfrm flipV="1">
            <a:off x="7546340" y="-635"/>
            <a:ext cx="4645660" cy="3296920"/>
          </a:xfrm>
          <a:prstGeom prst="rect">
            <a:avLst/>
          </a:prstGeom>
        </p:spPr>
      </p:pic>
      <p:pic>
        <p:nvPicPr>
          <p:cNvPr id="23" name="그래픽 22">
            <a:extLst>
              <a:ext uri="{FF2B5EF4-FFF2-40B4-BE49-F238E27FC236}">
                <a16:creationId xmlns:a16="http://schemas.microsoft.com/office/drawing/2014/main" id="{DC93D8B7-E021-DDBE-4439-051B5A27D6D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776585" y="5136515"/>
            <a:ext cx="1419225" cy="1685925"/>
          </a:xfrm>
          <a:prstGeom prst="rect">
            <a:avLst/>
          </a:prstGeom>
        </p:spPr>
      </p:pic>
      <p:pic>
        <p:nvPicPr>
          <p:cNvPr id="12" name="그래픽 11">
            <a:extLst>
              <a:ext uri="{FF2B5EF4-FFF2-40B4-BE49-F238E27FC236}">
                <a16:creationId xmlns:a16="http://schemas.microsoft.com/office/drawing/2014/main" id="{E8DB05A1-B4D6-453C-6D19-E3F99477CCBF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rcRect b="11818"/>
          <a:stretch/>
        </p:blipFill>
        <p:spPr>
          <a:xfrm>
            <a:off x="45720" y="3369945"/>
            <a:ext cx="3592830" cy="3446145"/>
          </a:xfrm>
          <a:prstGeom prst="rect">
            <a:avLst/>
          </a:prstGeom>
        </p:spPr>
      </p:pic>
      <p:grpSp>
        <p:nvGrpSpPr>
          <p:cNvPr id="2" name="그룹 1">
            <a:extLst>
              <a:ext uri="{FF2B5EF4-FFF2-40B4-BE49-F238E27FC236}">
                <a16:creationId xmlns:a16="http://schemas.microsoft.com/office/drawing/2014/main" id="{27DEE60A-06FB-8528-5148-E5576BB19A0F}"/>
              </a:ext>
            </a:extLst>
          </p:cNvPr>
          <p:cNvGrpSpPr/>
          <p:nvPr/>
        </p:nvGrpSpPr>
        <p:grpSpPr>
          <a:xfrm>
            <a:off x="870585" y="519430"/>
            <a:ext cx="2266950" cy="1224915"/>
            <a:chOff x="870585" y="519430"/>
            <a:chExt cx="2266950" cy="1224915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34733C01-501E-BDB3-3FB4-8A1A6AFBB517}"/>
                </a:ext>
              </a:extLst>
            </p:cNvPr>
            <p:cNvSpPr txBox="1"/>
            <p:nvPr/>
          </p:nvSpPr>
          <p:spPr>
            <a:xfrm>
              <a:off x="885825" y="913130"/>
              <a:ext cx="2252345" cy="83121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48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목 차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B3B4124F-4D0D-30C0-E721-EE580D127CC8}"/>
                </a:ext>
              </a:extLst>
            </p:cNvPr>
            <p:cNvSpPr txBox="1"/>
            <p:nvPr/>
          </p:nvSpPr>
          <p:spPr>
            <a:xfrm>
              <a:off x="870585" y="519430"/>
              <a:ext cx="2252345" cy="36957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altLang="ko-KR" sz="18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K-Digital Training</a:t>
              </a:r>
              <a:endParaRPr lang="ko-KR" altLang="en-US" sz="18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</p:grpSp>
      <p:grpSp>
        <p:nvGrpSpPr>
          <p:cNvPr id="3" name="그룹 2">
            <a:extLst>
              <a:ext uri="{FF2B5EF4-FFF2-40B4-BE49-F238E27FC236}">
                <a16:creationId xmlns:a16="http://schemas.microsoft.com/office/drawing/2014/main" id="{81AEA493-6EE8-E6E0-22D0-D4B64342FD6D}"/>
              </a:ext>
            </a:extLst>
          </p:cNvPr>
          <p:cNvGrpSpPr/>
          <p:nvPr/>
        </p:nvGrpSpPr>
        <p:grpSpPr>
          <a:xfrm>
            <a:off x="6242050" y="1880870"/>
            <a:ext cx="5255260" cy="789305"/>
            <a:chOff x="6242050" y="1880870"/>
            <a:chExt cx="5255260" cy="789305"/>
          </a:xfrm>
        </p:grpSpPr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6BC3CE16-3D78-432D-45D4-887A58C787A8}"/>
                </a:ext>
              </a:extLst>
            </p:cNvPr>
            <p:cNvSpPr txBox="1"/>
            <p:nvPr/>
          </p:nvSpPr>
          <p:spPr>
            <a:xfrm>
              <a:off x="7154545" y="2067560"/>
              <a:ext cx="4342765" cy="307975"/>
            </a:xfrm>
            <a:prstGeom prst="rect">
              <a:avLst/>
            </a:prstGeom>
            <a:noFill/>
          </p:spPr>
          <p:txBody>
            <a:bodyPr tIns="0" bIns="0">
              <a:spAutoFit/>
            </a:bodyPr>
            <a:lstStyle/>
            <a:p>
              <a:pPr eaLnBrk="1" fontAlgn="auto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ko-KR" altLang="en-US" sz="2000" b="1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프로젝트 개요 및 목표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5684A24D-EA77-472C-D9A2-BB6B189736F2}"/>
                </a:ext>
              </a:extLst>
            </p:cNvPr>
            <p:cNvSpPr txBox="1"/>
            <p:nvPr/>
          </p:nvSpPr>
          <p:spPr>
            <a:xfrm>
              <a:off x="6242050" y="1880870"/>
              <a:ext cx="883920" cy="78930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3200" b="1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rgbClr val="3378C8">
                      <a:alpha val="50000"/>
                    </a:srgb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01</a:t>
              </a:r>
              <a:endParaRPr lang="ko-KR" altLang="en-US" sz="3200" dirty="0">
                <a:solidFill>
                  <a:srgbClr val="3378C8">
                    <a:alpha val="50000"/>
                  </a:srgbClr>
                </a:solidFill>
                <a:latin typeface="세방고딕 Bold" panose="00000800000000000000" pitchFamily="2" charset="-127"/>
                <a:ea typeface="세방고딕 Bold" panose="00000800000000000000" pitchFamily="2" charset="-127"/>
              </a:endParaRPr>
            </a:p>
          </p:txBody>
        </p:sp>
      </p:grpSp>
      <p:grpSp>
        <p:nvGrpSpPr>
          <p:cNvPr id="4" name="그룹 3">
            <a:extLst>
              <a:ext uri="{FF2B5EF4-FFF2-40B4-BE49-F238E27FC236}">
                <a16:creationId xmlns:a16="http://schemas.microsoft.com/office/drawing/2014/main" id="{D20302EC-FD5F-4618-CE2E-659079D82F39}"/>
              </a:ext>
            </a:extLst>
          </p:cNvPr>
          <p:cNvGrpSpPr/>
          <p:nvPr/>
        </p:nvGrpSpPr>
        <p:grpSpPr>
          <a:xfrm>
            <a:off x="6242050" y="2679700"/>
            <a:ext cx="4702175" cy="789305"/>
            <a:chOff x="6242050" y="2679700"/>
            <a:chExt cx="4702175" cy="789305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6CDD6500-F434-1C7D-0147-703718F294D9}"/>
                </a:ext>
              </a:extLst>
            </p:cNvPr>
            <p:cNvSpPr txBox="1"/>
            <p:nvPr/>
          </p:nvSpPr>
          <p:spPr>
            <a:xfrm>
              <a:off x="7154545" y="2869565"/>
              <a:ext cx="3789680" cy="307975"/>
            </a:xfrm>
            <a:prstGeom prst="rect">
              <a:avLst/>
            </a:prstGeom>
            <a:noFill/>
          </p:spPr>
          <p:txBody>
            <a:bodyPr wrap="square" tIns="0" bIns="0">
              <a:spAutoFit/>
            </a:bodyPr>
            <a:lstStyle/>
            <a:p>
              <a:pPr latinLnBrk="0">
                <a:defRPr/>
              </a:pPr>
              <a:r>
                <a:rPr lang="ko-KR" altLang="en-US" sz="20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데이터 구성 및 처리과정</a:t>
              </a:r>
              <a:endParaRPr lang="en-US" altLang="ko-KR" sz="20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Bold" panose="00000800000000000000" pitchFamily="2" charset="-127"/>
                <a:ea typeface="세방고딕 Bold" panose="00000800000000000000" pitchFamily="2" charset="-127"/>
              </a:endParaRP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6BCA31C1-3A00-5B22-AD1D-9939B1DD6C44}"/>
                </a:ext>
              </a:extLst>
            </p:cNvPr>
            <p:cNvSpPr txBox="1"/>
            <p:nvPr/>
          </p:nvSpPr>
          <p:spPr>
            <a:xfrm>
              <a:off x="6242050" y="2679700"/>
              <a:ext cx="903605" cy="78930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3200" b="1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rgbClr val="3378C8">
                      <a:alpha val="50000"/>
                    </a:srgb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02</a:t>
              </a:r>
              <a:endParaRPr lang="ko-KR" altLang="en-US" sz="3200" dirty="0">
                <a:solidFill>
                  <a:srgbClr val="3378C8">
                    <a:alpha val="50000"/>
                  </a:srgbClr>
                </a:solidFill>
                <a:latin typeface="세방고딕 Bold" panose="00000800000000000000" pitchFamily="2" charset="-127"/>
                <a:ea typeface="세방고딕 Bold" panose="00000800000000000000" pitchFamily="2" charset="-127"/>
              </a:endParaRPr>
            </a:p>
          </p:txBody>
        </p:sp>
      </p:grpSp>
      <p:grpSp>
        <p:nvGrpSpPr>
          <p:cNvPr id="5" name="그룹 4">
            <a:extLst>
              <a:ext uri="{FF2B5EF4-FFF2-40B4-BE49-F238E27FC236}">
                <a16:creationId xmlns:a16="http://schemas.microsoft.com/office/drawing/2014/main" id="{D21147F6-73ED-B15D-3DFE-4ADAFF33C696}"/>
              </a:ext>
            </a:extLst>
          </p:cNvPr>
          <p:cNvGrpSpPr/>
          <p:nvPr/>
        </p:nvGrpSpPr>
        <p:grpSpPr>
          <a:xfrm>
            <a:off x="6242050" y="3479165"/>
            <a:ext cx="4949190" cy="789305"/>
            <a:chOff x="6242050" y="3479165"/>
            <a:chExt cx="4949190" cy="789305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7E44B231-400D-B96D-4FEA-0393C6C1101A}"/>
                </a:ext>
              </a:extLst>
            </p:cNvPr>
            <p:cNvSpPr txBox="1"/>
            <p:nvPr/>
          </p:nvSpPr>
          <p:spPr>
            <a:xfrm>
              <a:off x="7154545" y="3670935"/>
              <a:ext cx="4036695" cy="307975"/>
            </a:xfrm>
            <a:prstGeom prst="rect">
              <a:avLst/>
            </a:prstGeom>
            <a:noFill/>
          </p:spPr>
          <p:txBody>
            <a:bodyPr wrap="square" tIns="0" bIns="0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r>
                <a:rPr lang="ko-KR" altLang="en-US" sz="2000" b="1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charset="0"/>
                  <a:ea typeface="세방고딕 Bold" charset="0"/>
                </a:rPr>
                <a:t>프로젝트 수행 경과</a:t>
              </a: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8A44BBDE-9A03-753D-BEBD-076DCAC77B43}"/>
                </a:ext>
              </a:extLst>
            </p:cNvPr>
            <p:cNvSpPr txBox="1"/>
            <p:nvPr/>
          </p:nvSpPr>
          <p:spPr>
            <a:xfrm>
              <a:off x="6242050" y="3479165"/>
              <a:ext cx="903605" cy="78930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3200" b="1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rgbClr val="3378C8">
                      <a:alpha val="50000"/>
                    </a:srgb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03</a:t>
              </a:r>
              <a:endParaRPr lang="ko-KR" altLang="en-US" sz="3200" dirty="0">
                <a:solidFill>
                  <a:srgbClr val="3378C8">
                    <a:alpha val="50000"/>
                  </a:srgbClr>
                </a:solidFill>
                <a:latin typeface="세방고딕 Bold" panose="00000800000000000000" pitchFamily="2" charset="-127"/>
                <a:ea typeface="세방고딕 Bold" panose="00000800000000000000" pitchFamily="2" charset="-127"/>
              </a:endParaRPr>
            </a:p>
          </p:txBody>
        </p:sp>
      </p:grpSp>
      <p:grpSp>
        <p:nvGrpSpPr>
          <p:cNvPr id="7" name="그룹 6">
            <a:extLst>
              <a:ext uri="{FF2B5EF4-FFF2-40B4-BE49-F238E27FC236}">
                <a16:creationId xmlns:a16="http://schemas.microsoft.com/office/drawing/2014/main" id="{4936AF52-1B94-6FAA-0B07-46390BD1D250}"/>
              </a:ext>
            </a:extLst>
          </p:cNvPr>
          <p:cNvGrpSpPr/>
          <p:nvPr/>
        </p:nvGrpSpPr>
        <p:grpSpPr>
          <a:xfrm>
            <a:off x="6242050" y="4278630"/>
            <a:ext cx="3882390" cy="789305"/>
            <a:chOff x="6242050" y="4278630"/>
            <a:chExt cx="3882390" cy="789305"/>
          </a:xfrm>
        </p:grpSpPr>
        <p:sp>
          <p:nvSpPr>
            <p:cNvPr id="20" name="TextBox 19"/>
            <p:cNvSpPr txBox="1">
              <a:spLocks/>
            </p:cNvSpPr>
            <p:nvPr/>
          </p:nvSpPr>
          <p:spPr>
            <a:xfrm>
              <a:off x="7185660" y="4431030"/>
              <a:ext cx="2938780" cy="307975"/>
            </a:xfrm>
            <a:prstGeom prst="rect">
              <a:avLst/>
            </a:prstGeom>
            <a:noFill/>
          </p:spPr>
          <p:txBody>
            <a:bodyPr vert="horz" wrap="square" lIns="91440" tIns="0" rIns="91440" bIns="0" numCol="1" anchor="t">
              <a:spAutoFit/>
            </a:bodyPr>
            <a:lstStyle/>
            <a:p>
              <a:pPr marL="0" indent="0" eaLnBrk="1" fontAlgn="auto" latinLnBrk="1" hangingPunct="1">
                <a:spcBef>
                  <a:spcPts val="0"/>
                </a:spcBef>
                <a:spcAft>
                  <a:spcPts val="0"/>
                </a:spcAft>
                <a:buFontTx/>
                <a:buNone/>
                <a:defRPr/>
              </a:pPr>
              <a:r>
                <a:rPr lang="ko-KR" altLang="en-US" sz="2000" b="1" dirty="0">
                  <a:ln w="9525" cap="flat" cmpd="sng">
                    <a:solidFill>
                      <a:schemeClr val="accent1">
                        <a:alpha val="0"/>
                      </a:schemeClr>
                    </a:solidFill>
                    <a:prstDash val="solid"/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charset="0"/>
                  <a:ea typeface="세방고딕 Regular" charset="0"/>
                </a:rPr>
                <a:t>프로젝트 시연</a:t>
              </a: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C1B5840F-C867-1449-73D3-066733F5C22F}"/>
                </a:ext>
              </a:extLst>
            </p:cNvPr>
            <p:cNvSpPr txBox="1"/>
            <p:nvPr/>
          </p:nvSpPr>
          <p:spPr>
            <a:xfrm>
              <a:off x="6242050" y="4278630"/>
              <a:ext cx="903605" cy="78930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3200" b="1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rgbClr val="3378C8">
                      <a:alpha val="50000"/>
                    </a:srgb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04</a:t>
              </a:r>
              <a:endParaRPr lang="ko-KR" altLang="en-US" sz="3200" dirty="0">
                <a:solidFill>
                  <a:srgbClr val="3378C8">
                    <a:alpha val="50000"/>
                  </a:srgbClr>
                </a:solidFill>
                <a:latin typeface="세방고딕 Bold" panose="00000800000000000000" pitchFamily="2" charset="-127"/>
                <a:ea typeface="세방고딕 Bold" panose="00000800000000000000" pitchFamily="2" charset="-127"/>
              </a:endParaRPr>
            </a:p>
          </p:txBody>
        </p:sp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4B796DA2-A294-786D-A804-14A5CA4298D2}"/>
              </a:ext>
            </a:extLst>
          </p:cNvPr>
          <p:cNvSpPr txBox="1"/>
          <p:nvPr/>
        </p:nvSpPr>
        <p:spPr>
          <a:xfrm>
            <a:off x="0" y="6743700"/>
            <a:ext cx="12192000" cy="114300"/>
          </a:xfrm>
          <a:prstGeom prst="rect">
            <a:avLst/>
          </a:prstGeom>
          <a:solidFill>
            <a:srgbClr val="FFD85C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pic>
        <p:nvPicPr>
          <p:cNvPr id="42" name="그래픽 41">
            <a:extLst>
              <a:ext uri="{FF2B5EF4-FFF2-40B4-BE49-F238E27FC236}">
                <a16:creationId xmlns:a16="http://schemas.microsoft.com/office/drawing/2014/main" id="{5807ED90-BD54-871A-198F-7B8B0FF7B0A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-1042670" y="4289425"/>
            <a:ext cx="142875" cy="142875"/>
          </a:xfrm>
          <a:prstGeom prst="rect">
            <a:avLst/>
          </a:prstGeom>
        </p:spPr>
      </p:pic>
      <p:pic>
        <p:nvPicPr>
          <p:cNvPr id="50" name="그래픽 49">
            <a:extLst>
              <a:ext uri="{FF2B5EF4-FFF2-40B4-BE49-F238E27FC236}">
                <a16:creationId xmlns:a16="http://schemas.microsoft.com/office/drawing/2014/main" id="{30C31F35-2805-AE48-BDF2-EA025493CB28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1073130" y="1555115"/>
            <a:ext cx="233045" cy="233045"/>
          </a:xfrm>
          <a:prstGeom prst="rect">
            <a:avLst/>
          </a:prstGeom>
        </p:spPr>
      </p:pic>
      <p:pic>
        <p:nvPicPr>
          <p:cNvPr id="52" name="그래픽 51">
            <a:extLst>
              <a:ext uri="{FF2B5EF4-FFF2-40B4-BE49-F238E27FC236}">
                <a16:creationId xmlns:a16="http://schemas.microsoft.com/office/drawing/2014/main" id="{CE4DB9DB-68C0-99C7-C871-369EF59049AF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 rot="2700000">
            <a:off x="11933555" y="302895"/>
            <a:ext cx="343535" cy="343535"/>
          </a:xfrm>
          <a:prstGeom prst="rect">
            <a:avLst/>
          </a:prstGeom>
        </p:spPr>
      </p:pic>
      <p:grpSp>
        <p:nvGrpSpPr>
          <p:cNvPr id="9" name="그룹 8">
            <a:extLst>
              <a:ext uri="{FF2B5EF4-FFF2-40B4-BE49-F238E27FC236}">
                <a16:creationId xmlns:a16="http://schemas.microsoft.com/office/drawing/2014/main" id="{EBF7D4C4-C114-692A-CA6C-BFE8DEAD4DDC}"/>
              </a:ext>
            </a:extLst>
          </p:cNvPr>
          <p:cNvGrpSpPr/>
          <p:nvPr/>
        </p:nvGrpSpPr>
        <p:grpSpPr>
          <a:xfrm>
            <a:off x="296545" y="1043305"/>
            <a:ext cx="6160770" cy="4371340"/>
            <a:chOff x="296545" y="1043305"/>
            <a:chExt cx="6160770" cy="4371340"/>
          </a:xfrm>
        </p:grpSpPr>
        <p:pic>
          <p:nvPicPr>
            <p:cNvPr id="25" name="그래픽 24">
              <a:extLst>
                <a:ext uri="{FF2B5EF4-FFF2-40B4-BE49-F238E27FC236}">
                  <a16:creationId xmlns:a16="http://schemas.microsoft.com/office/drawing/2014/main" id="{2B60E93F-B972-BFFC-0CF7-C8C6035FC20B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346710" y="1043305"/>
              <a:ext cx="6111240" cy="3434080"/>
            </a:xfrm>
            <a:prstGeom prst="rect">
              <a:avLst/>
            </a:prstGeom>
          </p:spPr>
        </p:pic>
        <p:pic>
          <p:nvPicPr>
            <p:cNvPr id="40" name="그래픽 39">
              <a:extLst>
                <a:ext uri="{FF2B5EF4-FFF2-40B4-BE49-F238E27FC236}">
                  <a16:creationId xmlns:a16="http://schemas.microsoft.com/office/drawing/2014/main" id="{E5BD5758-E313-FA1D-F891-ED6E4998AE9C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3709670" y="5176520"/>
              <a:ext cx="238125" cy="238125"/>
            </a:xfrm>
            <a:prstGeom prst="rect">
              <a:avLst/>
            </a:prstGeom>
          </p:spPr>
        </p:pic>
        <p:pic>
          <p:nvPicPr>
            <p:cNvPr id="46" name="그래픽 45">
              <a:extLst>
                <a:ext uri="{FF2B5EF4-FFF2-40B4-BE49-F238E27FC236}">
                  <a16:creationId xmlns:a16="http://schemas.microsoft.com/office/drawing/2014/main" id="{67B47286-5E9D-782A-E602-D5E6C06D59CC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p:blipFill>
          <p:spPr>
            <a:xfrm>
              <a:off x="4538345" y="4298315"/>
              <a:ext cx="106680" cy="106680"/>
            </a:xfrm>
            <a:prstGeom prst="rect">
              <a:avLst/>
            </a:prstGeom>
          </p:spPr>
        </p:pic>
        <p:pic>
          <p:nvPicPr>
            <p:cNvPr id="48" name="그래픽 47">
              <a:extLst>
                <a:ext uri="{FF2B5EF4-FFF2-40B4-BE49-F238E27FC236}">
                  <a16:creationId xmlns:a16="http://schemas.microsoft.com/office/drawing/2014/main" id="{E638B003-6F0A-E445-44EF-5D295FB0AA1B}"/>
                </a:ext>
              </a:extLst>
            </p:cNvPr>
            <p:cNvPicPr>
              <a:picLocks noChangeAspect="1"/>
            </p:cNvPicPr>
            <p:nvPr/>
          </p:nvPicPr>
          <p:blipFill>
            <a:blip r:embed="rId20">
              <a:extLs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tretch>
              <a:fillRect/>
            </a:stretch>
          </p:blipFill>
          <p:spPr>
            <a:xfrm>
              <a:off x="1203325" y="2752090"/>
              <a:ext cx="320675" cy="320675"/>
            </a:xfrm>
            <a:prstGeom prst="rect">
              <a:avLst/>
            </a:prstGeom>
          </p:spPr>
        </p:pic>
        <p:pic>
          <p:nvPicPr>
            <p:cNvPr id="54" name="그래픽 53">
              <a:extLst>
                <a:ext uri="{FF2B5EF4-FFF2-40B4-BE49-F238E27FC236}">
                  <a16:creationId xmlns:a16="http://schemas.microsoft.com/office/drawing/2014/main" id="{FB713AF8-DDAC-1DA9-8897-D1948DF33C16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>
              <a:extLst>
                <a:ext uri="{96DAC541-7B7A-43D3-8B79-37D633B846F1}">
                  <asvg:svgBlip xmlns:asvg="http://schemas.microsoft.com/office/drawing/2016/SVG/main" r:embed="rId23"/>
                </a:ext>
              </a:extLst>
            </a:blip>
            <a:stretch>
              <a:fillRect/>
            </a:stretch>
          </p:blipFill>
          <p:spPr>
            <a:xfrm>
              <a:off x="296545" y="1824355"/>
              <a:ext cx="320675" cy="304165"/>
            </a:xfrm>
            <a:prstGeom prst="rect">
              <a:avLst/>
            </a:prstGeom>
          </p:spPr>
        </p:pic>
      </p:grpSp>
      <p:grpSp>
        <p:nvGrpSpPr>
          <p:cNvPr id="33" name="그룹 32">
            <a:extLst>
              <a:ext uri="{FF2B5EF4-FFF2-40B4-BE49-F238E27FC236}">
                <a16:creationId xmlns:a16="http://schemas.microsoft.com/office/drawing/2014/main" id="{531BFECF-5A1F-4826-A94C-A8C69C95B4D7}"/>
              </a:ext>
            </a:extLst>
          </p:cNvPr>
          <p:cNvGrpSpPr/>
          <p:nvPr/>
        </p:nvGrpSpPr>
        <p:grpSpPr>
          <a:xfrm>
            <a:off x="6242050" y="5017135"/>
            <a:ext cx="3882390" cy="584835"/>
            <a:chOff x="6242050" y="5017135"/>
            <a:chExt cx="3882390" cy="584835"/>
          </a:xfrm>
        </p:grpSpPr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42891CD4-9CAC-4677-B07E-3CEE701146DD}"/>
                </a:ext>
              </a:extLst>
            </p:cNvPr>
            <p:cNvSpPr txBox="1">
              <a:spLocks/>
            </p:cNvSpPr>
            <p:nvPr/>
          </p:nvSpPr>
          <p:spPr>
            <a:xfrm>
              <a:off x="7185660" y="5169535"/>
              <a:ext cx="2938780" cy="307975"/>
            </a:xfrm>
            <a:prstGeom prst="rect">
              <a:avLst/>
            </a:prstGeom>
            <a:noFill/>
          </p:spPr>
          <p:txBody>
            <a:bodyPr vert="horz" wrap="square" lIns="91440" tIns="0" rIns="91440" bIns="0" numCol="1" anchor="t">
              <a:spAutoFit/>
            </a:bodyPr>
            <a:lstStyle/>
            <a:p>
              <a:pPr marL="0" indent="0" eaLnBrk="1" fontAlgn="auto" latinLnBrk="1" hangingPunct="1">
                <a:spcBef>
                  <a:spcPts val="0"/>
                </a:spcBef>
                <a:spcAft>
                  <a:spcPts val="0"/>
                </a:spcAft>
                <a:buFontTx/>
                <a:buNone/>
                <a:defRPr/>
              </a:pPr>
              <a:r>
                <a:rPr lang="ko-KR" altLang="en-US" sz="2000" b="1">
                  <a:ln w="9525" cap="flat" cmpd="sng">
                    <a:solidFill>
                      <a:schemeClr val="accent1">
                        <a:alpha val="0"/>
                      </a:schemeClr>
                    </a:solidFill>
                    <a:prstDash val="solid"/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charset="0"/>
                  <a:ea typeface="세방고딕 Regular" charset="0"/>
                </a:rPr>
                <a:t>프로젝트 평가</a:t>
              </a:r>
              <a:endParaRPr lang="ko-KR" altLang="en-US" sz="2000" b="1" dirty="0">
                <a:ln w="9525" cap="flat" cmpd="sng">
                  <a:solidFill>
                    <a:schemeClr val="accent1"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82570019-D52E-472B-8A35-E61C8E043BF2}"/>
                </a:ext>
              </a:extLst>
            </p:cNvPr>
            <p:cNvSpPr txBox="1"/>
            <p:nvPr/>
          </p:nvSpPr>
          <p:spPr>
            <a:xfrm>
              <a:off x="6242050" y="5017135"/>
              <a:ext cx="903605" cy="58483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3200" b="1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rgbClr val="3378C8">
                      <a:alpha val="50000"/>
                    </a:srgb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05</a:t>
              </a:r>
              <a:endParaRPr lang="ko-KR" altLang="en-US" sz="3200" dirty="0">
                <a:solidFill>
                  <a:srgbClr val="3378C8">
                    <a:alpha val="50000"/>
                  </a:srgbClr>
                </a:solidFill>
                <a:latin typeface="세방고딕 Bold" panose="00000800000000000000" pitchFamily="2" charset="-127"/>
                <a:ea typeface="세방고딕 Bold" panose="00000800000000000000" pitchFamily="2" charset="-12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3939302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1" name="그래픽 190">
            <a:extLst>
              <a:ext uri="{FF2B5EF4-FFF2-40B4-BE49-F238E27FC236}">
                <a16:creationId xmlns:a16="http://schemas.microsoft.com/office/drawing/2014/main" id="{B5967736-A99C-BBBF-FEBF-FDFE9F35EF9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9" name="사각형: 둥근 한쪽 모서리 38">
            <a:extLst>
              <a:ext uri="{FF2B5EF4-FFF2-40B4-BE49-F238E27FC236}">
                <a16:creationId xmlns:a16="http://schemas.microsoft.com/office/drawing/2014/main" id="{5EADE06A-9DBC-11A8-5DF5-38CF63ECD050}"/>
              </a:ext>
            </a:extLst>
          </p:cNvPr>
          <p:cNvSpPr/>
          <p:nvPr/>
        </p:nvSpPr>
        <p:spPr>
          <a:xfrm flipH="1" flipV="1">
            <a:off x="173990" y="70485"/>
            <a:ext cx="12018010" cy="1221105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50000"/>
            </a:schemeClr>
          </a:solidFill>
          <a:ln w="10818" cap="flat">
            <a:noFill/>
            <a:prstDash val="solid"/>
            <a:miter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83D39D92-E66A-0690-755F-95170021E213}"/>
              </a:ext>
            </a:extLst>
          </p:cNvPr>
          <p:cNvGrpSpPr/>
          <p:nvPr/>
        </p:nvGrpSpPr>
        <p:grpSpPr>
          <a:xfrm>
            <a:off x="375920" y="333375"/>
            <a:ext cx="5948680" cy="831215"/>
            <a:chOff x="375920" y="333375"/>
            <a:chExt cx="5948680" cy="831215"/>
          </a:xfrm>
        </p:grpSpPr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B3B4124F-4D0D-30C0-E721-EE580D127CC8}"/>
                </a:ext>
              </a:extLst>
            </p:cNvPr>
            <p:cNvSpPr txBox="1"/>
            <p:nvPr/>
          </p:nvSpPr>
          <p:spPr>
            <a:xfrm>
              <a:off x="1461770" y="366395"/>
              <a:ext cx="2252345" cy="2768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2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>
                      <a:alpha val="50000"/>
                    </a:srgb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K-Digital Training</a:t>
              </a:r>
              <a:endParaRPr lang="ko-KR" altLang="en-US" sz="12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>
                    <a:alpha val="50000"/>
                  </a:srgb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6C8DE4B1-0C6D-133C-80D8-F6968CBF60AC}"/>
                </a:ext>
              </a:extLst>
            </p:cNvPr>
            <p:cNvSpPr txBox="1"/>
            <p:nvPr/>
          </p:nvSpPr>
          <p:spPr>
            <a:xfrm>
              <a:off x="1461770" y="584835"/>
              <a:ext cx="4862830" cy="52324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28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프로젝트 개요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E0E94AA3-A994-6AB2-870F-88DA16811E4D}"/>
                </a:ext>
              </a:extLst>
            </p:cNvPr>
            <p:cNvSpPr txBox="1"/>
            <p:nvPr/>
          </p:nvSpPr>
          <p:spPr>
            <a:xfrm>
              <a:off x="375920" y="333375"/>
              <a:ext cx="1266825" cy="831215"/>
            </a:xfrm>
            <a:prstGeom prst="rect">
              <a:avLst/>
            </a:prstGeom>
            <a:noFill/>
          </p:spPr>
          <p:txBody>
            <a:bodyPr wrap="square" tIns="0" bIns="0">
              <a:spAutoFit/>
            </a:bodyPr>
            <a:lstStyle/>
            <a:p>
              <a:pPr eaLnBrk="1" fontAlgn="auto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ko-KR" sz="54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01</a:t>
              </a:r>
              <a:endParaRPr lang="ko-KR" altLang="en-US" sz="4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</p:grpSp>
      <p:pic>
        <p:nvPicPr>
          <p:cNvPr id="35" name="그림 34">
            <a:extLst>
              <a:ext uri="{FF2B5EF4-FFF2-40B4-BE49-F238E27FC236}">
                <a16:creationId xmlns:a16="http://schemas.microsoft.com/office/drawing/2014/main" id="{753AFFF3-DFFD-86BD-A0E4-365D0D959218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print">
            <a:duotone>
              <a:schemeClr val="accent5">
                <a:shade val="45000"/>
                <a:satMod val="135000"/>
              </a:schemeClr>
              <a:prstClr val="white"/>
            </a:duotone>
            <a:alphaModFix amt="27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10800000" flipV="1">
            <a:off x="0" y="1917065"/>
            <a:ext cx="12192000" cy="233680"/>
          </a:xfrm>
          <a:prstGeom prst="rect">
            <a:avLst/>
          </a:prstGeom>
        </p:spPr>
      </p:pic>
      <p:grpSp>
        <p:nvGrpSpPr>
          <p:cNvPr id="5" name="그룹 4">
            <a:extLst>
              <a:ext uri="{FF2B5EF4-FFF2-40B4-BE49-F238E27FC236}">
                <a16:creationId xmlns:a16="http://schemas.microsoft.com/office/drawing/2014/main" id="{E247BE64-85B5-7C04-D551-43D7EA2D00D1}"/>
              </a:ext>
            </a:extLst>
          </p:cNvPr>
          <p:cNvGrpSpPr/>
          <p:nvPr/>
        </p:nvGrpSpPr>
        <p:grpSpPr>
          <a:xfrm>
            <a:off x="541655" y="1430020"/>
            <a:ext cx="10526395" cy="369570"/>
            <a:chOff x="541655" y="1430020"/>
            <a:chExt cx="10526395" cy="369570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67F04AE5-D365-4B0E-9031-83310E282831}"/>
                </a:ext>
              </a:extLst>
            </p:cNvPr>
            <p:cNvSpPr txBox="1"/>
            <p:nvPr/>
          </p:nvSpPr>
          <p:spPr>
            <a:xfrm>
              <a:off x="743585" y="1430020"/>
              <a:ext cx="10324465" cy="36957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en-US" altLang="ko-KR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1-1 </a:t>
              </a:r>
              <a:r>
                <a:rPr lang="ko-KR" altLang="en-US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팀 구성 및 역할</a:t>
              </a:r>
              <a:endParaRPr lang="en-US" altLang="ko-KR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45" name="그래픽 43">
              <a:extLst>
                <a:ext uri="{FF2B5EF4-FFF2-40B4-BE49-F238E27FC236}">
                  <a16:creationId xmlns:a16="http://schemas.microsoft.com/office/drawing/2014/main" id="{512AEB8B-AA28-FDBA-00E7-D5D95C2F683D}"/>
                </a:ext>
              </a:extLst>
            </p:cNvPr>
            <p:cNvSpPr/>
            <p:nvPr/>
          </p:nvSpPr>
          <p:spPr>
            <a:xfrm>
              <a:off x="541655" y="1539240"/>
              <a:ext cx="100965" cy="113665"/>
            </a:xfrm>
            <a:custGeom>
              <a:avLst/>
              <a:gdLst>
                <a:gd name="connsiteX0" fmla="*/ 428021 w 450214"/>
                <a:gd name="connsiteY0" fmla="*/ 214932 h 506845"/>
                <a:gd name="connsiteX1" fmla="*/ 66705 w 450214"/>
                <a:gd name="connsiteY1" fmla="*/ 6045 h 506845"/>
                <a:gd name="connsiteX2" fmla="*/ 0 w 450214"/>
                <a:gd name="connsiteY2" fmla="*/ 44511 h 506845"/>
                <a:gd name="connsiteX3" fmla="*/ 0 w 450214"/>
                <a:gd name="connsiteY3" fmla="*/ 462326 h 506845"/>
                <a:gd name="connsiteX4" fmla="*/ 66705 w 450214"/>
                <a:gd name="connsiteY4" fmla="*/ 500812 h 506845"/>
                <a:gd name="connsiteX5" fmla="*/ 428021 w 450214"/>
                <a:gd name="connsiteY5" fmla="*/ 291905 h 506845"/>
                <a:gd name="connsiteX6" fmla="*/ 428021 w 450214"/>
                <a:gd name="connsiteY6" fmla="*/ 214932 h 5068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50214" h="506845">
                  <a:moveTo>
                    <a:pt x="428021" y="214932"/>
                  </a:moveTo>
                  <a:lnTo>
                    <a:pt x="66705" y="6045"/>
                  </a:lnTo>
                  <a:cubicBezTo>
                    <a:pt x="37072" y="-11108"/>
                    <a:pt x="0" y="10287"/>
                    <a:pt x="0" y="44511"/>
                  </a:cubicBezTo>
                  <a:lnTo>
                    <a:pt x="0" y="462326"/>
                  </a:lnTo>
                  <a:cubicBezTo>
                    <a:pt x="0" y="496550"/>
                    <a:pt x="37072" y="517945"/>
                    <a:pt x="66705" y="500812"/>
                  </a:cubicBezTo>
                  <a:lnTo>
                    <a:pt x="428021" y="291905"/>
                  </a:lnTo>
                  <a:cubicBezTo>
                    <a:pt x="457613" y="274793"/>
                    <a:pt x="457613" y="232064"/>
                    <a:pt x="428021" y="214932"/>
                  </a:cubicBezTo>
                  <a:close/>
                </a:path>
              </a:pathLst>
            </a:custGeom>
            <a:solidFill>
              <a:srgbClr val="3378C8"/>
            </a:solidFill>
            <a:ln w="2035" cap="flat">
              <a:noFill/>
              <a:prstDash val="solid"/>
              <a:miter/>
            </a:ln>
            <a:effectLst>
              <a:outerShdw blurRad="50800" dist="38100" dir="5400000" algn="t" rotWithShape="0">
                <a:srgbClr val="3378C8">
                  <a:alpha val="40000"/>
                </a:srgbClr>
              </a:outerShdw>
            </a:effectLst>
          </p:spPr>
          <p:txBody>
            <a:bodyPr rtlCol="0" anchor="ctr"/>
            <a:lstStyle/>
            <a:p>
              <a:endParaRPr lang="ko-KR" altLang="en-US"/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D2C2358E-3B03-27B5-CA0C-4BF0B1CDFADB}"/>
              </a:ext>
            </a:extLst>
          </p:cNvPr>
          <p:cNvSpPr txBox="1"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FFD85C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87E27BB-6406-EC3A-3BF4-56C8615BDA14}"/>
              </a:ext>
            </a:extLst>
          </p:cNvPr>
          <p:cNvSpPr txBox="1"/>
          <p:nvPr/>
        </p:nvSpPr>
        <p:spPr>
          <a:xfrm>
            <a:off x="0" y="0"/>
            <a:ext cx="1336675" cy="114300"/>
          </a:xfrm>
          <a:prstGeom prst="rect">
            <a:avLst/>
          </a:prstGeom>
          <a:solidFill>
            <a:srgbClr val="3378C8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graphicFrame>
        <p:nvGraphicFramePr>
          <p:cNvPr id="87" name="표 86">
            <a:extLst>
              <a:ext uri="{FF2B5EF4-FFF2-40B4-BE49-F238E27FC236}">
                <a16:creationId xmlns:a16="http://schemas.microsoft.com/office/drawing/2014/main" id="{B6F09869-21B3-E967-FCA1-6C7319A8CE3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83746742"/>
              </p:ext>
            </p:extLst>
          </p:nvPr>
        </p:nvGraphicFramePr>
        <p:xfrm>
          <a:off x="301789" y="2401104"/>
          <a:ext cx="11588421" cy="3787191"/>
        </p:xfrm>
        <a:graphic>
          <a:graphicData uri="http://schemas.openxmlformats.org/drawingml/2006/table">
            <a:tbl>
              <a:tblPr firstRow="1" bandRow="1">
                <a:effectLst/>
                <a:tableStyleId>{8EC20E35-A176-4012-BC5E-935CFFF8708E}</a:tableStyleId>
              </a:tblPr>
              <a:tblGrid>
                <a:gridCol w="2318117">
                  <a:extLst>
                    <a:ext uri="{9D8B030D-6E8A-4147-A177-3AD203B41FA5}">
                      <a16:colId xmlns:a16="http://schemas.microsoft.com/office/drawing/2014/main" val="4097100218"/>
                    </a:ext>
                  </a:extLst>
                </a:gridCol>
                <a:gridCol w="1548048">
                  <a:extLst>
                    <a:ext uri="{9D8B030D-6E8A-4147-A177-3AD203B41FA5}">
                      <a16:colId xmlns:a16="http://schemas.microsoft.com/office/drawing/2014/main" val="2200023631"/>
                    </a:ext>
                  </a:extLst>
                </a:gridCol>
                <a:gridCol w="7722256">
                  <a:extLst>
                    <a:ext uri="{9D8B030D-6E8A-4147-A177-3AD203B41FA5}">
                      <a16:colId xmlns:a16="http://schemas.microsoft.com/office/drawing/2014/main" val="1042151021"/>
                    </a:ext>
                  </a:extLst>
                </a:gridCol>
              </a:tblGrid>
              <a:tr h="58031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i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panose="00000500000000000000" pitchFamily="2" charset="-127"/>
                          <a:ea typeface="세방고딕 Regular" panose="00000500000000000000" pitchFamily="2" charset="-127"/>
                        </a:rPr>
                        <a:t>훈련생</a:t>
                      </a:r>
                    </a:p>
                  </a:txBody>
                  <a:tcPr marL="94457" marR="94457" marT="47250" marB="47250"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7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7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378C8">
                        <a:alpha val="3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i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panose="00000500000000000000" pitchFamily="2" charset="-127"/>
                          <a:ea typeface="세방고딕 Regular" panose="00000500000000000000" pitchFamily="2" charset="-127"/>
                        </a:rPr>
                        <a:t>역할</a:t>
                      </a:r>
                    </a:p>
                  </a:txBody>
                  <a:tcPr marL="94457" marR="94457" marT="47250" marB="4725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7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7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378C8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i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panose="00000500000000000000" pitchFamily="2" charset="-127"/>
                          <a:ea typeface="세방고딕 Regular" panose="00000500000000000000" pitchFamily="2" charset="-127"/>
                        </a:rPr>
                        <a:t>담당 업무</a:t>
                      </a:r>
                    </a:p>
                  </a:txBody>
                  <a:tcPr marL="94457" marR="94457" marT="47250" marB="4725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7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7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378C8">
                        <a:alpha val="1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907696"/>
                  </a:ext>
                </a:extLst>
              </a:tr>
              <a:tr h="801720"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ko-KR" altLang="en-US" sz="1700" b="0" i="0" u="none" strike="noStrike" kern="1200" cap="none" spc="0" normalizeH="0" baseline="0" noProof="0" dirty="0" err="1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effectLst/>
                          <a:uLnTx/>
                          <a:uFillTx/>
                          <a:latin typeface="세방고딕 Regular" panose="00000500000000000000" pitchFamily="2" charset="-127"/>
                          <a:ea typeface="세방고딕 Regular" panose="00000500000000000000" pitchFamily="2" charset="-127"/>
                        </a:rPr>
                        <a:t>최연흠</a:t>
                      </a:r>
                      <a:endParaRPr lang="ko-KR" altLang="en-US" sz="1900" b="0" i="0" u="none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latin typeface="세방고딕 Regular" panose="00000500000000000000" pitchFamily="2" charset="-127"/>
                        <a:ea typeface="세방고딕 Regular" panose="00000500000000000000" pitchFamily="2" charset="-127"/>
                      </a:endParaRPr>
                    </a:p>
                  </a:txBody>
                  <a:tcPr marL="94457" marR="94457" marT="47250" marB="47250"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7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pattFill prst="dkUpDiag">
                      <a:fgClr>
                        <a:srgbClr val="EAF1F9"/>
                      </a:fgClr>
                      <a:bgClr>
                        <a:schemeClr val="bg1"/>
                      </a:bgClr>
                    </a:patt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ko-KR" altLang="en-US" sz="1700" i="0" u="none" strike="noStrike" kern="1200" cap="none" spc="0" normalizeH="0" baseline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effectLst/>
                          <a:uLnTx/>
                          <a:uFillTx/>
                          <a:latin typeface="세방고딕 Regular" panose="00000500000000000000" pitchFamily="2" charset="-127"/>
                          <a:ea typeface="세방고딕 Regular" panose="00000500000000000000" pitchFamily="2" charset="-127"/>
                          <a:cs typeface="+mn-cs"/>
                        </a:rPr>
                        <a:t>팀장</a:t>
                      </a:r>
                    </a:p>
                  </a:txBody>
                  <a:tcPr marL="94457" marR="94457" marT="47250" marB="4725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7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AF1F9">
                        <a:alpha val="2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endParaRPr kumimoji="0" lang="ko-KR" altLang="en-US" sz="1700" i="0" u="none" strike="noStrike" kern="1200" cap="none" spc="0" normalizeH="0" baseline="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effectLst/>
                        <a:uLnTx/>
                        <a:uFillTx/>
                        <a:latin typeface="세방고딕 Regular" panose="00000500000000000000" pitchFamily="2" charset="-127"/>
                        <a:ea typeface="세방고딕 Regular" panose="00000500000000000000" pitchFamily="2" charset="-127"/>
                        <a:cs typeface="+mn-cs"/>
                      </a:endParaRPr>
                    </a:p>
                  </a:txBody>
                  <a:tcPr marL="94457" marR="94457" marT="47250" marB="4725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7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98731959"/>
                  </a:ext>
                </a:extLst>
              </a:tr>
              <a:tr h="80172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1700" b="0" i="0" u="none" strike="noStrike" kern="1200" cap="none" spc="0" normalizeH="0" baseline="0" noProof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effectLst/>
                          <a:uLnTx/>
                          <a:uFillTx/>
                          <a:latin typeface="세방고딕 Regular" panose="00000500000000000000" pitchFamily="2" charset="-127"/>
                          <a:ea typeface="세방고딕 Regular" panose="00000500000000000000" pitchFamily="2" charset="-127"/>
                        </a:rPr>
                        <a:t>이승준</a:t>
                      </a:r>
                      <a:endParaRPr lang="ko-KR" altLang="en-US" sz="1900" b="0" i="0" u="none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latin typeface="세방고딕 Regular" panose="00000500000000000000" pitchFamily="2" charset="-127"/>
                        <a:ea typeface="세방고딕 Regular" panose="00000500000000000000" pitchFamily="2" charset="-127"/>
                      </a:endParaRPr>
                    </a:p>
                  </a:txBody>
                  <a:tcPr marL="94457" marR="94457" marT="47250" marB="47250"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pattFill prst="dkUpDiag">
                      <a:fgClr>
                        <a:srgbClr val="EAF1F9"/>
                      </a:fgClr>
                      <a:bgClr>
                        <a:schemeClr val="bg1"/>
                      </a:bgClr>
                    </a:patt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ko-KR" altLang="en-US" sz="1700" i="0" u="none" strike="noStrike" kern="1200" cap="none" spc="0" normalizeH="0" baseline="0" noProof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effectLst/>
                          <a:uLnTx/>
                          <a:uFillTx/>
                          <a:latin typeface="세방고딕 Regular" panose="00000500000000000000" pitchFamily="2" charset="-127"/>
                          <a:ea typeface="세방고딕 Regular" panose="00000500000000000000" pitchFamily="2" charset="-127"/>
                        </a:rPr>
                        <a:t>팀원</a:t>
                      </a:r>
                      <a:endParaRPr kumimoji="0" lang="en-US" altLang="ko-KR" sz="1700" i="0" u="none" strike="noStrike" kern="1200" cap="none" spc="0" normalizeH="0" baseline="0" noProof="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effectLst/>
                        <a:uLnTx/>
                        <a:uFillTx/>
                        <a:latin typeface="세방고딕 Regular" panose="00000500000000000000" pitchFamily="2" charset="-127"/>
                        <a:ea typeface="세방고딕 Regular" panose="00000500000000000000" pitchFamily="2" charset="-127"/>
                      </a:endParaRPr>
                    </a:p>
                  </a:txBody>
                  <a:tcPr marL="94457" marR="94457" marT="47250" marB="4725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AF1F9">
                        <a:alpha val="2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endParaRPr kumimoji="0" lang="en-US" altLang="ko-KR" sz="1700" i="0" u="none" strike="noStrike" kern="1200" cap="none" spc="0" normalizeH="0" baseline="0" noProof="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effectLst/>
                        <a:uLnTx/>
                        <a:uFillTx/>
                        <a:latin typeface="세방고딕 Regular" panose="00000500000000000000" pitchFamily="2" charset="-127"/>
                        <a:ea typeface="세방고딕 Regular" panose="00000500000000000000" pitchFamily="2" charset="-127"/>
                      </a:endParaRPr>
                    </a:p>
                  </a:txBody>
                  <a:tcPr marL="94457" marR="94457" marT="47250" marB="4725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18740807"/>
                  </a:ext>
                </a:extLst>
              </a:tr>
              <a:tr h="80172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1700" b="0" i="0" u="none" strike="noStrike" kern="1200" cap="none" spc="0" normalizeH="0" baseline="0" noProof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effectLst/>
                          <a:uLnTx/>
                          <a:uFillTx/>
                          <a:latin typeface="세방고딕 Regular" panose="00000500000000000000" pitchFamily="2" charset="-127"/>
                          <a:ea typeface="세방고딕 Regular" panose="00000500000000000000" pitchFamily="2" charset="-127"/>
                          <a:cs typeface="+mn-cs"/>
                        </a:rPr>
                        <a:t>유재욱</a:t>
                      </a:r>
                    </a:p>
                  </a:txBody>
                  <a:tcPr marL="94457" marR="94457" marT="47250" marB="47250"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pattFill prst="dkUpDiag">
                      <a:fgClr>
                        <a:srgbClr val="EAF1F9"/>
                      </a:fgClr>
                      <a:bgClr>
                        <a:schemeClr val="bg1"/>
                      </a:bgClr>
                    </a:patt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ko-KR" altLang="en-US" sz="1700" b="0" i="0" u="none" strike="noStrike" kern="1200" cap="none" spc="0" normalizeH="0" baseline="0" noProof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effectLst/>
                          <a:uLnTx/>
                          <a:uFillTx/>
                          <a:latin typeface="세방고딕 Regular" panose="00000500000000000000" pitchFamily="2" charset="-127"/>
                          <a:ea typeface="세방고딕 Regular" panose="00000500000000000000" pitchFamily="2" charset="-127"/>
                          <a:cs typeface="+mn-cs"/>
                        </a:rPr>
                        <a:t>팀원</a:t>
                      </a:r>
                    </a:p>
                  </a:txBody>
                  <a:tcPr marL="94457" marR="94457" marT="47250" marB="4725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AF1F9">
                        <a:alpha val="2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endParaRPr kumimoji="0" lang="ko-KR" altLang="en-US" sz="1700" b="0" i="0" u="none" strike="noStrike" kern="1200" cap="none" spc="0" normalizeH="0" baseline="0" noProof="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effectLst/>
                        <a:uLnTx/>
                        <a:uFillTx/>
                        <a:latin typeface="세방고딕 Regular" panose="00000500000000000000" pitchFamily="2" charset="-127"/>
                        <a:ea typeface="세방고딕 Regular" panose="00000500000000000000" pitchFamily="2" charset="-127"/>
                        <a:cs typeface="+mn-cs"/>
                      </a:endParaRPr>
                    </a:p>
                  </a:txBody>
                  <a:tcPr marL="94457" marR="94457" marT="47250" marB="4725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6273046"/>
                  </a:ext>
                </a:extLst>
              </a:tr>
              <a:tr h="80172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1700" b="0" i="0" u="none" strike="noStrike" kern="1200" cap="none" spc="0" normalizeH="0" baseline="0" noProof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effectLst/>
                          <a:uLnTx/>
                          <a:uFillTx/>
                          <a:latin typeface="세방고딕 Regular" panose="00000500000000000000" pitchFamily="2" charset="-127"/>
                          <a:ea typeface="세방고딕 Regular" panose="00000500000000000000" pitchFamily="2" charset="-127"/>
                          <a:cs typeface="+mn-cs"/>
                        </a:rPr>
                        <a:t>㈜</a:t>
                      </a:r>
                      <a:r>
                        <a:rPr kumimoji="0" lang="ko-KR" altLang="en-US" sz="1700" b="0" i="0" u="none" strike="noStrike" kern="1200" cap="none" spc="0" normalizeH="0" baseline="0" noProof="0" dirty="0" err="1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effectLst/>
                          <a:uLnTx/>
                          <a:uFillTx/>
                          <a:latin typeface="세방고딕 Regular" panose="00000500000000000000" pitchFamily="2" charset="-127"/>
                          <a:ea typeface="세방고딕 Regular" panose="00000500000000000000" pitchFamily="2" charset="-127"/>
                          <a:cs typeface="+mn-cs"/>
                        </a:rPr>
                        <a:t>라스테크</a:t>
                      </a:r>
                      <a:endParaRPr kumimoji="0" lang="en-US" altLang="ko-KR" sz="1700" b="0" i="0" u="none" strike="noStrike" kern="1200" cap="none" spc="0" normalizeH="0" baseline="0" noProof="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effectLst/>
                        <a:uLnTx/>
                        <a:uFillTx/>
                        <a:latin typeface="세방고딕 Regular" panose="00000500000000000000" pitchFamily="2" charset="-127"/>
                        <a:ea typeface="세방고딕 Regular" panose="00000500000000000000" pitchFamily="2" charset="-127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1700" b="0" i="0" u="none" strike="noStrike" kern="1200" cap="none" spc="0" normalizeH="0" baseline="0" noProof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effectLst/>
                          <a:uLnTx/>
                          <a:uFillTx/>
                          <a:latin typeface="세방고딕 Regular" panose="00000500000000000000" pitchFamily="2" charset="-127"/>
                          <a:ea typeface="세방고딕 Regular" panose="00000500000000000000" pitchFamily="2" charset="-127"/>
                          <a:cs typeface="+mn-cs"/>
                        </a:rPr>
                        <a:t>정상윤 멘토님</a:t>
                      </a:r>
                    </a:p>
                  </a:txBody>
                  <a:tcPr marL="94457" marR="94457" marT="47250" marB="47250"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pattFill prst="dkUpDiag">
                      <a:fgClr>
                        <a:srgbClr val="EAF1F9"/>
                      </a:fgClr>
                      <a:bgClr>
                        <a:schemeClr val="bg1"/>
                      </a:bgClr>
                    </a:patt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ko-KR" altLang="en-US" sz="1700" b="0" i="0" u="none" strike="noStrike" kern="1200" cap="none" spc="0" normalizeH="0" baseline="0" noProof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effectLst/>
                          <a:uLnTx/>
                          <a:uFillTx/>
                          <a:latin typeface="세방고딕 Regular" panose="00000500000000000000" pitchFamily="2" charset="-127"/>
                          <a:ea typeface="세방고딕 Regular" panose="00000500000000000000" pitchFamily="2" charset="-127"/>
                          <a:cs typeface="+mn-cs"/>
                        </a:rPr>
                        <a:t>멘토</a:t>
                      </a:r>
                    </a:p>
                  </a:txBody>
                  <a:tcPr marL="94457" marR="94457" marT="47250" marB="4725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AF1F9">
                        <a:alpha val="2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endParaRPr kumimoji="0" lang="ko-KR" altLang="en-US" sz="1700" b="0" i="0" u="none" strike="noStrike" kern="1200" cap="none" spc="0" normalizeH="0" baseline="0" noProof="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effectLst/>
                        <a:uLnTx/>
                        <a:uFillTx/>
                        <a:latin typeface="세방고딕 Regular" panose="00000500000000000000" pitchFamily="2" charset="-127"/>
                        <a:ea typeface="세방고딕 Regular" panose="00000500000000000000" pitchFamily="2" charset="-127"/>
                        <a:cs typeface="+mn-cs"/>
                      </a:endParaRPr>
                    </a:p>
                  </a:txBody>
                  <a:tcPr marL="94457" marR="94457" marT="47250" marB="4725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70985464"/>
                  </a:ext>
                </a:extLst>
              </a:tr>
            </a:tbl>
          </a:graphicData>
        </a:graphic>
      </p:graphicFrame>
      <p:pic>
        <p:nvPicPr>
          <p:cNvPr id="99" name="그래픽 98">
            <a:extLst>
              <a:ext uri="{FF2B5EF4-FFF2-40B4-BE49-F238E27FC236}">
                <a16:creationId xmlns:a16="http://schemas.microsoft.com/office/drawing/2014/main" id="{5B63BFCA-250A-8794-3EEE-3E4B309735E8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 l="34974"/>
          <a:stretch/>
        </p:blipFill>
        <p:spPr>
          <a:xfrm rot="14660350">
            <a:off x="1905" y="5530850"/>
            <a:ext cx="1452245" cy="917575"/>
          </a:xfrm>
          <a:prstGeom prst="rect">
            <a:avLst/>
          </a:prstGeom>
        </p:spPr>
      </p:pic>
      <p:pic>
        <p:nvPicPr>
          <p:cNvPr id="122" name="그래픽 121">
            <a:extLst>
              <a:ext uri="{FF2B5EF4-FFF2-40B4-BE49-F238E27FC236}">
                <a16:creationId xmlns:a16="http://schemas.microsoft.com/office/drawing/2014/main" id="{651648DD-586C-CE25-FB11-AE7760A15CDD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581515" y="5923280"/>
            <a:ext cx="113665" cy="113665"/>
          </a:xfrm>
          <a:prstGeom prst="rect">
            <a:avLst/>
          </a:prstGeom>
        </p:spPr>
      </p:pic>
      <p:grpSp>
        <p:nvGrpSpPr>
          <p:cNvPr id="22" name="그룹 21">
            <a:extLst>
              <a:ext uri="{FF2B5EF4-FFF2-40B4-BE49-F238E27FC236}">
                <a16:creationId xmlns:a16="http://schemas.microsoft.com/office/drawing/2014/main" id="{EEEDF178-AE45-78BF-93DC-29DA514FC743}"/>
              </a:ext>
            </a:extLst>
          </p:cNvPr>
          <p:cNvGrpSpPr/>
          <p:nvPr/>
        </p:nvGrpSpPr>
        <p:grpSpPr>
          <a:xfrm>
            <a:off x="4302760" y="3281045"/>
            <a:ext cx="2802890" cy="370840"/>
            <a:chOff x="4302760" y="3281045"/>
            <a:chExt cx="2802890" cy="370840"/>
          </a:xfrm>
        </p:grpSpPr>
        <p:sp>
          <p:nvSpPr>
            <p:cNvPr id="138" name="사각형: 둥근 모서리 137">
              <a:extLst>
                <a:ext uri="{FF2B5EF4-FFF2-40B4-BE49-F238E27FC236}">
                  <a16:creationId xmlns:a16="http://schemas.microsoft.com/office/drawing/2014/main" id="{A4D5C7C2-665C-7F5E-7CF3-7A15FA837188}"/>
                </a:ext>
              </a:extLst>
            </p:cNvPr>
            <p:cNvSpPr/>
            <p:nvPr/>
          </p:nvSpPr>
          <p:spPr>
            <a:xfrm>
              <a:off x="4302760" y="3281045"/>
              <a:ext cx="2802890" cy="370840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 dirty="0"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40" name="타원 139">
              <a:extLst>
                <a:ext uri="{FF2B5EF4-FFF2-40B4-BE49-F238E27FC236}">
                  <a16:creationId xmlns:a16="http://schemas.microsoft.com/office/drawing/2014/main" id="{3AFCED98-113B-F75D-CEB2-39E813851D55}"/>
                </a:ext>
              </a:extLst>
            </p:cNvPr>
            <p:cNvSpPr/>
            <p:nvPr/>
          </p:nvSpPr>
          <p:spPr>
            <a:xfrm>
              <a:off x="4302760" y="3281045"/>
              <a:ext cx="370840" cy="370840"/>
            </a:xfrm>
            <a:prstGeom prst="ellipse">
              <a:avLst/>
            </a:prstGeom>
            <a:solidFill>
              <a:srgbClr val="3378C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pic>
          <p:nvPicPr>
            <p:cNvPr id="144" name="그래픽 143">
              <a:extLst>
                <a:ext uri="{FF2B5EF4-FFF2-40B4-BE49-F238E27FC236}">
                  <a16:creationId xmlns:a16="http://schemas.microsoft.com/office/drawing/2014/main" id="{9FA35B57-A2CE-9C5D-103D-53DF0742173E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4380230" y="3357880"/>
              <a:ext cx="216535" cy="216535"/>
            </a:xfrm>
            <a:prstGeom prst="rect">
              <a:avLst/>
            </a:prstGeom>
          </p:spPr>
        </p:pic>
        <p:sp>
          <p:nvSpPr>
            <p:cNvPr id="150" name="TextBox 149">
              <a:extLst>
                <a:ext uri="{FF2B5EF4-FFF2-40B4-BE49-F238E27FC236}">
                  <a16:creationId xmlns:a16="http://schemas.microsoft.com/office/drawing/2014/main" id="{FCB858A7-1A91-D7F1-463B-A7B454AD0CA1}"/>
                </a:ext>
              </a:extLst>
            </p:cNvPr>
            <p:cNvSpPr txBox="1"/>
            <p:nvPr/>
          </p:nvSpPr>
          <p:spPr>
            <a:xfrm>
              <a:off x="4816475" y="3308350"/>
              <a:ext cx="1927860" cy="31813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14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전체 시스템 설계</a:t>
              </a:r>
              <a:endParaRPr lang="en-US" altLang="ko-KR" sz="14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</p:grpSp>
      <p:grpSp>
        <p:nvGrpSpPr>
          <p:cNvPr id="7" name="그룹 6">
            <a:extLst>
              <a:ext uri="{FF2B5EF4-FFF2-40B4-BE49-F238E27FC236}">
                <a16:creationId xmlns:a16="http://schemas.microsoft.com/office/drawing/2014/main" id="{85DB9036-58B9-295D-B4CC-A3EFD9142DF6}"/>
              </a:ext>
            </a:extLst>
          </p:cNvPr>
          <p:cNvGrpSpPr/>
          <p:nvPr/>
        </p:nvGrpSpPr>
        <p:grpSpPr>
          <a:xfrm>
            <a:off x="7356475" y="3281045"/>
            <a:ext cx="2802890" cy="370840"/>
            <a:chOff x="7356475" y="3281045"/>
            <a:chExt cx="2802890" cy="370840"/>
          </a:xfrm>
        </p:grpSpPr>
        <p:sp>
          <p:nvSpPr>
            <p:cNvPr id="146" name="사각형: 둥근 모서리 145">
              <a:extLst>
                <a:ext uri="{FF2B5EF4-FFF2-40B4-BE49-F238E27FC236}">
                  <a16:creationId xmlns:a16="http://schemas.microsoft.com/office/drawing/2014/main" id="{E559751F-6247-AD32-B4A0-3DA72EDF65A4}"/>
                </a:ext>
              </a:extLst>
            </p:cNvPr>
            <p:cNvSpPr/>
            <p:nvPr/>
          </p:nvSpPr>
          <p:spPr>
            <a:xfrm>
              <a:off x="7356475" y="3281045"/>
              <a:ext cx="2802890" cy="370840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 dirty="0"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48" name="타원 147">
              <a:extLst>
                <a:ext uri="{FF2B5EF4-FFF2-40B4-BE49-F238E27FC236}">
                  <a16:creationId xmlns:a16="http://schemas.microsoft.com/office/drawing/2014/main" id="{EE6FB7C8-B9B4-50B1-FEB2-7CBC32B9A834}"/>
                </a:ext>
              </a:extLst>
            </p:cNvPr>
            <p:cNvSpPr/>
            <p:nvPr/>
          </p:nvSpPr>
          <p:spPr>
            <a:xfrm>
              <a:off x="7356475" y="3281045"/>
              <a:ext cx="370840" cy="370840"/>
            </a:xfrm>
            <a:prstGeom prst="ellipse">
              <a:avLst/>
            </a:prstGeom>
            <a:solidFill>
              <a:srgbClr val="3378C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51" name="TextBox 150">
              <a:extLst>
                <a:ext uri="{FF2B5EF4-FFF2-40B4-BE49-F238E27FC236}">
                  <a16:creationId xmlns:a16="http://schemas.microsoft.com/office/drawing/2014/main" id="{A6939653-3B3C-D5B2-6EA2-213E296BF351}"/>
                </a:ext>
              </a:extLst>
            </p:cNvPr>
            <p:cNvSpPr txBox="1"/>
            <p:nvPr/>
          </p:nvSpPr>
          <p:spPr>
            <a:xfrm>
              <a:off x="7929245" y="3308350"/>
              <a:ext cx="2098040" cy="31813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14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데이터 수집 및 정제</a:t>
              </a:r>
              <a:endParaRPr lang="en-US" altLang="ko-KR" sz="14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</p:grpSp>
      <p:sp>
        <p:nvSpPr>
          <p:cNvPr id="155" name="사각형: 둥근 모서리 154">
            <a:extLst>
              <a:ext uri="{FF2B5EF4-FFF2-40B4-BE49-F238E27FC236}">
                <a16:creationId xmlns:a16="http://schemas.microsoft.com/office/drawing/2014/main" id="{D1088FFE-778C-CF69-A75E-E82D40CEA0C5}"/>
              </a:ext>
            </a:extLst>
          </p:cNvPr>
          <p:cNvSpPr/>
          <p:nvPr/>
        </p:nvSpPr>
        <p:spPr>
          <a:xfrm>
            <a:off x="4326255" y="4039870"/>
            <a:ext cx="2802890" cy="370840"/>
          </a:xfrm>
          <a:prstGeom prst="roundRect">
            <a:avLst>
              <a:gd name="adj" fmla="val 50000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 dirty="0"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156" name="타원 155">
            <a:extLst>
              <a:ext uri="{FF2B5EF4-FFF2-40B4-BE49-F238E27FC236}">
                <a16:creationId xmlns:a16="http://schemas.microsoft.com/office/drawing/2014/main" id="{E1389372-CDE5-C988-2498-F8F7850DB589}"/>
              </a:ext>
            </a:extLst>
          </p:cNvPr>
          <p:cNvSpPr/>
          <p:nvPr/>
        </p:nvSpPr>
        <p:spPr>
          <a:xfrm>
            <a:off x="4302760" y="4039870"/>
            <a:ext cx="370840" cy="370840"/>
          </a:xfrm>
          <a:prstGeom prst="ellipse">
            <a:avLst/>
          </a:prstGeom>
          <a:solidFill>
            <a:srgbClr val="3378C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pic>
        <p:nvPicPr>
          <p:cNvPr id="180" name="그래픽 179">
            <a:extLst>
              <a:ext uri="{FF2B5EF4-FFF2-40B4-BE49-F238E27FC236}">
                <a16:creationId xmlns:a16="http://schemas.microsoft.com/office/drawing/2014/main" id="{6D277CD9-1D6B-BCDF-F5CB-1AF8956FB3F7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4370070" y="4129405"/>
            <a:ext cx="224155" cy="199390"/>
          </a:xfrm>
          <a:prstGeom prst="rect">
            <a:avLst/>
          </a:prstGeom>
        </p:spPr>
      </p:pic>
      <p:grpSp>
        <p:nvGrpSpPr>
          <p:cNvPr id="28" name="그룹 27">
            <a:extLst>
              <a:ext uri="{FF2B5EF4-FFF2-40B4-BE49-F238E27FC236}">
                <a16:creationId xmlns:a16="http://schemas.microsoft.com/office/drawing/2014/main" id="{765C588E-981B-4FC3-FE5C-730A56AC180D}"/>
              </a:ext>
            </a:extLst>
          </p:cNvPr>
          <p:cNvGrpSpPr/>
          <p:nvPr/>
        </p:nvGrpSpPr>
        <p:grpSpPr>
          <a:xfrm>
            <a:off x="4302760" y="4834255"/>
            <a:ext cx="2802890" cy="370840"/>
            <a:chOff x="4302760" y="4834255"/>
            <a:chExt cx="2802890" cy="370840"/>
          </a:xfrm>
        </p:grpSpPr>
        <p:sp>
          <p:nvSpPr>
            <p:cNvPr id="163" name="사각형: 둥근 모서리 162">
              <a:extLst>
                <a:ext uri="{FF2B5EF4-FFF2-40B4-BE49-F238E27FC236}">
                  <a16:creationId xmlns:a16="http://schemas.microsoft.com/office/drawing/2014/main" id="{303154F9-B8AC-372E-0CDB-A0DDCCE0AED9}"/>
                </a:ext>
              </a:extLst>
            </p:cNvPr>
            <p:cNvSpPr/>
            <p:nvPr/>
          </p:nvSpPr>
          <p:spPr>
            <a:xfrm>
              <a:off x="4302760" y="4834255"/>
              <a:ext cx="2802890" cy="370840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 dirty="0"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64" name="타원 163">
              <a:extLst>
                <a:ext uri="{FF2B5EF4-FFF2-40B4-BE49-F238E27FC236}">
                  <a16:creationId xmlns:a16="http://schemas.microsoft.com/office/drawing/2014/main" id="{DACC4B7D-2BE7-C756-2D53-813C9C1FF2EE}"/>
                </a:ext>
              </a:extLst>
            </p:cNvPr>
            <p:cNvSpPr/>
            <p:nvPr/>
          </p:nvSpPr>
          <p:spPr>
            <a:xfrm>
              <a:off x="4302760" y="4834255"/>
              <a:ext cx="370840" cy="370840"/>
            </a:xfrm>
            <a:prstGeom prst="ellipse">
              <a:avLst/>
            </a:prstGeom>
            <a:solidFill>
              <a:srgbClr val="3378C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68" name="TextBox 167">
              <a:extLst>
                <a:ext uri="{FF2B5EF4-FFF2-40B4-BE49-F238E27FC236}">
                  <a16:creationId xmlns:a16="http://schemas.microsoft.com/office/drawing/2014/main" id="{7EEA2092-389C-0AA3-CDE5-12283C706BA3}"/>
                </a:ext>
              </a:extLst>
            </p:cNvPr>
            <p:cNvSpPr txBox="1"/>
            <p:nvPr/>
          </p:nvSpPr>
          <p:spPr>
            <a:xfrm>
              <a:off x="4816475" y="4861560"/>
              <a:ext cx="2041525" cy="31813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140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데이터 수집모델 설계</a:t>
              </a:r>
              <a:endParaRPr lang="en-US" altLang="ko-KR" sz="14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</p:grpSp>
      <p:grpSp>
        <p:nvGrpSpPr>
          <p:cNvPr id="26" name="그룹 25">
            <a:extLst>
              <a:ext uri="{FF2B5EF4-FFF2-40B4-BE49-F238E27FC236}">
                <a16:creationId xmlns:a16="http://schemas.microsoft.com/office/drawing/2014/main" id="{9D315D2B-355C-1615-E050-9A778001B89F}"/>
              </a:ext>
            </a:extLst>
          </p:cNvPr>
          <p:cNvGrpSpPr/>
          <p:nvPr/>
        </p:nvGrpSpPr>
        <p:grpSpPr>
          <a:xfrm>
            <a:off x="7356475" y="4834255"/>
            <a:ext cx="2802890" cy="370840"/>
            <a:chOff x="7356475" y="4834255"/>
            <a:chExt cx="2802890" cy="370840"/>
          </a:xfrm>
        </p:grpSpPr>
        <p:sp>
          <p:nvSpPr>
            <p:cNvPr id="166" name="사각형: 둥근 모서리 165">
              <a:extLst>
                <a:ext uri="{FF2B5EF4-FFF2-40B4-BE49-F238E27FC236}">
                  <a16:creationId xmlns:a16="http://schemas.microsoft.com/office/drawing/2014/main" id="{C9D6C950-8B41-2D76-50B6-0D646375AB0D}"/>
                </a:ext>
              </a:extLst>
            </p:cNvPr>
            <p:cNvSpPr/>
            <p:nvPr/>
          </p:nvSpPr>
          <p:spPr>
            <a:xfrm>
              <a:off x="7356475" y="4834255"/>
              <a:ext cx="2802890" cy="370840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 dirty="0"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67" name="타원 166">
              <a:extLst>
                <a:ext uri="{FF2B5EF4-FFF2-40B4-BE49-F238E27FC236}">
                  <a16:creationId xmlns:a16="http://schemas.microsoft.com/office/drawing/2014/main" id="{B587C0B1-E8A6-C24D-7642-E82E3112FECD}"/>
                </a:ext>
              </a:extLst>
            </p:cNvPr>
            <p:cNvSpPr/>
            <p:nvPr/>
          </p:nvSpPr>
          <p:spPr>
            <a:xfrm>
              <a:off x="7356475" y="4834255"/>
              <a:ext cx="370840" cy="370840"/>
            </a:xfrm>
            <a:prstGeom prst="ellipse">
              <a:avLst/>
            </a:prstGeom>
            <a:solidFill>
              <a:srgbClr val="3378C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69" name="TextBox 168">
              <a:extLst>
                <a:ext uri="{FF2B5EF4-FFF2-40B4-BE49-F238E27FC236}">
                  <a16:creationId xmlns:a16="http://schemas.microsoft.com/office/drawing/2014/main" id="{124B626D-98A1-99BA-C6BF-9429BF93797D}"/>
                </a:ext>
              </a:extLst>
            </p:cNvPr>
            <p:cNvSpPr txBox="1"/>
            <p:nvPr/>
          </p:nvSpPr>
          <p:spPr>
            <a:xfrm>
              <a:off x="7929245" y="4861560"/>
              <a:ext cx="1927860" cy="31813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14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텍스트 마이닝</a:t>
              </a:r>
              <a:endParaRPr lang="en-US" altLang="ko-KR" sz="14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pic>
          <p:nvPicPr>
            <p:cNvPr id="184" name="그래픽 183">
              <a:extLst>
                <a:ext uri="{FF2B5EF4-FFF2-40B4-BE49-F238E27FC236}">
                  <a16:creationId xmlns:a16="http://schemas.microsoft.com/office/drawing/2014/main" id="{A974807F-F190-B444-17DF-2D7DAC1BAFB7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/>
            </a:stretch>
          </p:blipFill>
          <p:spPr>
            <a:xfrm>
              <a:off x="7417435" y="4945380"/>
              <a:ext cx="248920" cy="155575"/>
            </a:xfrm>
            <a:prstGeom prst="rect">
              <a:avLst/>
            </a:prstGeom>
          </p:spPr>
        </p:pic>
      </p:grpSp>
      <p:grpSp>
        <p:nvGrpSpPr>
          <p:cNvPr id="23" name="그룹 22">
            <a:extLst>
              <a:ext uri="{FF2B5EF4-FFF2-40B4-BE49-F238E27FC236}">
                <a16:creationId xmlns:a16="http://schemas.microsoft.com/office/drawing/2014/main" id="{A4D67248-D905-9E52-5F24-7FF8A07814EF}"/>
              </a:ext>
            </a:extLst>
          </p:cNvPr>
          <p:cNvGrpSpPr/>
          <p:nvPr/>
        </p:nvGrpSpPr>
        <p:grpSpPr>
          <a:xfrm>
            <a:off x="7356475" y="4033520"/>
            <a:ext cx="2802890" cy="568325"/>
            <a:chOff x="7356475" y="4033520"/>
            <a:chExt cx="2802890" cy="568325"/>
          </a:xfrm>
        </p:grpSpPr>
        <p:sp>
          <p:nvSpPr>
            <p:cNvPr id="158" name="사각형: 둥근 모서리 157">
              <a:extLst>
                <a:ext uri="{FF2B5EF4-FFF2-40B4-BE49-F238E27FC236}">
                  <a16:creationId xmlns:a16="http://schemas.microsoft.com/office/drawing/2014/main" id="{FEA7CFED-846E-5236-EA65-8F066B703370}"/>
                </a:ext>
              </a:extLst>
            </p:cNvPr>
            <p:cNvSpPr/>
            <p:nvPr/>
          </p:nvSpPr>
          <p:spPr>
            <a:xfrm>
              <a:off x="7356475" y="4033520"/>
              <a:ext cx="2802890" cy="370840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 dirty="0"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59" name="타원 158">
              <a:extLst>
                <a:ext uri="{FF2B5EF4-FFF2-40B4-BE49-F238E27FC236}">
                  <a16:creationId xmlns:a16="http://schemas.microsoft.com/office/drawing/2014/main" id="{0F6B7CC6-DD9D-E65B-295A-7E37D0E9510A}"/>
                </a:ext>
              </a:extLst>
            </p:cNvPr>
            <p:cNvSpPr/>
            <p:nvPr/>
          </p:nvSpPr>
          <p:spPr>
            <a:xfrm>
              <a:off x="7356475" y="4033520"/>
              <a:ext cx="370840" cy="370840"/>
            </a:xfrm>
            <a:prstGeom prst="ellipse">
              <a:avLst/>
            </a:prstGeom>
            <a:solidFill>
              <a:srgbClr val="3378C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61" name="TextBox 160">
              <a:extLst>
                <a:ext uri="{FF2B5EF4-FFF2-40B4-BE49-F238E27FC236}">
                  <a16:creationId xmlns:a16="http://schemas.microsoft.com/office/drawing/2014/main" id="{A1E9FBEB-C5FB-ED00-2326-8673D24E284C}"/>
                </a:ext>
              </a:extLst>
            </p:cNvPr>
            <p:cNvSpPr txBox="1"/>
            <p:nvPr/>
          </p:nvSpPr>
          <p:spPr>
            <a:xfrm>
              <a:off x="7929245" y="4060825"/>
              <a:ext cx="2230120" cy="54038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14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데이터 모델링 및 시각화</a:t>
              </a:r>
              <a:endParaRPr lang="en-US" altLang="ko-KR" sz="14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  <a:p>
              <a:pPr>
                <a:defRPr/>
              </a:pPr>
              <a:endParaRPr lang="en-US" altLang="ko-KR" sz="14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pic>
          <p:nvPicPr>
            <p:cNvPr id="186" name="그래픽 185">
              <a:extLst>
                <a:ext uri="{FF2B5EF4-FFF2-40B4-BE49-F238E27FC236}">
                  <a16:creationId xmlns:a16="http://schemas.microsoft.com/office/drawing/2014/main" id="{F0589C36-6558-DE35-D2A0-47812F4991CF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/>
            </a:stretch>
          </p:blipFill>
          <p:spPr>
            <a:xfrm>
              <a:off x="7430135" y="4100830"/>
              <a:ext cx="236220" cy="226060"/>
            </a:xfrm>
            <a:prstGeom prst="rect">
              <a:avLst/>
            </a:prstGeom>
          </p:spPr>
        </p:pic>
      </p:grpSp>
      <p:grpSp>
        <p:nvGrpSpPr>
          <p:cNvPr id="25" name="그룹 24">
            <a:extLst>
              <a:ext uri="{FF2B5EF4-FFF2-40B4-BE49-F238E27FC236}">
                <a16:creationId xmlns:a16="http://schemas.microsoft.com/office/drawing/2014/main" id="{10C0E3E7-9FDB-37CF-3936-26B9B88D8B94}"/>
              </a:ext>
            </a:extLst>
          </p:cNvPr>
          <p:cNvGrpSpPr/>
          <p:nvPr/>
        </p:nvGrpSpPr>
        <p:grpSpPr>
          <a:xfrm>
            <a:off x="4302760" y="5600065"/>
            <a:ext cx="4494530" cy="370840"/>
            <a:chOff x="4302760" y="5600065"/>
            <a:chExt cx="4494530" cy="370840"/>
          </a:xfrm>
        </p:grpSpPr>
        <p:sp>
          <p:nvSpPr>
            <p:cNvPr id="171" name="사각형: 둥근 모서리 170">
              <a:extLst>
                <a:ext uri="{FF2B5EF4-FFF2-40B4-BE49-F238E27FC236}">
                  <a16:creationId xmlns:a16="http://schemas.microsoft.com/office/drawing/2014/main" id="{19D2DE3A-159C-0678-7722-8165D6D67C45}"/>
                </a:ext>
              </a:extLst>
            </p:cNvPr>
            <p:cNvSpPr/>
            <p:nvPr/>
          </p:nvSpPr>
          <p:spPr>
            <a:xfrm>
              <a:off x="4302760" y="5600065"/>
              <a:ext cx="3873500" cy="370840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 dirty="0"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72" name="타원 171">
              <a:extLst>
                <a:ext uri="{FF2B5EF4-FFF2-40B4-BE49-F238E27FC236}">
                  <a16:creationId xmlns:a16="http://schemas.microsoft.com/office/drawing/2014/main" id="{61E2BFB1-E502-EFDF-F184-F6517E943CFC}"/>
                </a:ext>
              </a:extLst>
            </p:cNvPr>
            <p:cNvSpPr/>
            <p:nvPr/>
          </p:nvSpPr>
          <p:spPr>
            <a:xfrm>
              <a:off x="4302760" y="5600065"/>
              <a:ext cx="370840" cy="370840"/>
            </a:xfrm>
            <a:prstGeom prst="ellipse">
              <a:avLst/>
            </a:prstGeom>
            <a:solidFill>
              <a:srgbClr val="3378C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76" name="TextBox 175">
              <a:extLst>
                <a:ext uri="{FF2B5EF4-FFF2-40B4-BE49-F238E27FC236}">
                  <a16:creationId xmlns:a16="http://schemas.microsoft.com/office/drawing/2014/main" id="{9317FFBC-1EEA-B2D2-BB82-A575356B1646}"/>
                </a:ext>
              </a:extLst>
            </p:cNvPr>
            <p:cNvSpPr txBox="1"/>
            <p:nvPr/>
          </p:nvSpPr>
          <p:spPr>
            <a:xfrm>
              <a:off x="4816475" y="5626735"/>
              <a:ext cx="3980815" cy="31813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14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주제 선정 피드백</a:t>
              </a:r>
              <a:r>
                <a:rPr lang="en-US" altLang="ko-KR" sz="14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, </a:t>
              </a:r>
              <a:r>
                <a:rPr lang="ko-KR" altLang="en-US" sz="14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프로젝트  질의응답</a:t>
              </a:r>
              <a:endParaRPr lang="en-US" altLang="ko-KR" sz="14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pic>
          <p:nvPicPr>
            <p:cNvPr id="188" name="그래픽 187">
              <a:extLst>
                <a:ext uri="{FF2B5EF4-FFF2-40B4-BE49-F238E27FC236}">
                  <a16:creationId xmlns:a16="http://schemas.microsoft.com/office/drawing/2014/main" id="{0B218DBD-C891-ACA9-3D98-24305179C3F0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>
              <a:extLst>
                <a:ext uri="{96DAC541-7B7A-43D3-8B79-37D633B846F1}">
                  <asvg:svgBlip xmlns:asvg="http://schemas.microsoft.com/office/drawing/2016/SVG/main" r:embed="rId18"/>
                </a:ext>
              </a:extLst>
            </a:blip>
            <a:stretch>
              <a:fillRect/>
            </a:stretch>
          </p:blipFill>
          <p:spPr>
            <a:xfrm>
              <a:off x="4386580" y="5688330"/>
              <a:ext cx="193040" cy="189230"/>
            </a:xfrm>
            <a:prstGeom prst="rect">
              <a:avLst/>
            </a:prstGeom>
          </p:spPr>
        </p:pic>
      </p:grpSp>
      <p:grpSp>
        <p:nvGrpSpPr>
          <p:cNvPr id="14" name="그룹 13">
            <a:extLst>
              <a:ext uri="{FF2B5EF4-FFF2-40B4-BE49-F238E27FC236}">
                <a16:creationId xmlns:a16="http://schemas.microsoft.com/office/drawing/2014/main" id="{45F92146-B07B-C311-EF22-FCD8E1FE76C5}"/>
              </a:ext>
            </a:extLst>
          </p:cNvPr>
          <p:cNvGrpSpPr/>
          <p:nvPr/>
        </p:nvGrpSpPr>
        <p:grpSpPr>
          <a:xfrm>
            <a:off x="10667365" y="6576695"/>
            <a:ext cx="1075690" cy="150495"/>
            <a:chOff x="10667365" y="6576695"/>
            <a:chExt cx="1075690" cy="150495"/>
          </a:xfrm>
        </p:grpSpPr>
        <p:pic>
          <p:nvPicPr>
            <p:cNvPr id="15" name="_x278651016">
              <a:extLst>
                <a:ext uri="{FF2B5EF4-FFF2-40B4-BE49-F238E27FC236}">
                  <a16:creationId xmlns:a16="http://schemas.microsoft.com/office/drawing/2014/main" id="{717B51EC-2096-2458-0684-EA2B4FBCF1E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9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269345" y="6576695"/>
              <a:ext cx="473710" cy="15049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6" name="그래픽 23">
              <a:extLst>
                <a:ext uri="{FF2B5EF4-FFF2-40B4-BE49-F238E27FC236}">
                  <a16:creationId xmlns:a16="http://schemas.microsoft.com/office/drawing/2014/main" id="{EA73D950-A5AF-E7B2-A931-ED4DC12A7A91}"/>
                </a:ext>
              </a:extLst>
            </p:cNvPr>
            <p:cNvPicPr>
              <a:picLocks noChangeAspect="1"/>
            </p:cNvPicPr>
            <p:nvPr/>
          </p:nvPicPr>
          <p:blipFill>
            <a:blip r:embed="rId20" cstate="print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tretch>
              <a:fillRect/>
            </a:stretch>
          </p:blipFill>
          <p:spPr>
            <a:xfrm>
              <a:off x="10667365" y="6576695"/>
              <a:ext cx="477520" cy="142240"/>
            </a:xfrm>
            <a:prstGeom prst="rect">
              <a:avLst/>
            </a:prstGeom>
          </p:spPr>
        </p:pic>
      </p:grpSp>
      <p:pic>
        <p:nvPicPr>
          <p:cNvPr id="132" name="그래픽 131">
            <a:extLst>
              <a:ext uri="{FF2B5EF4-FFF2-40B4-BE49-F238E27FC236}">
                <a16:creationId xmlns:a16="http://schemas.microsoft.com/office/drawing/2014/main" id="{B20C9C05-3F32-E0E6-6FA1-5DC1D8FDD443}"/>
              </a:ext>
            </a:extLst>
          </p:cNvPr>
          <p:cNvPicPr>
            <a:picLocks noChangeAspect="1"/>
          </p:cNvPicPr>
          <p:nvPr/>
        </p:nvPicPr>
        <p:blipFill>
          <a:blip r:embed="rId22">
            <a:extLst>
              <a:ext uri="{96DAC541-7B7A-43D3-8B79-37D633B846F1}">
                <asvg:svgBlip xmlns:asvg="http://schemas.microsoft.com/office/drawing/2016/SVG/main" r:embed="rId23"/>
              </a:ext>
            </a:extLst>
          </a:blip>
          <a:stretch>
            <a:fillRect/>
          </a:stretch>
        </p:blipFill>
        <p:spPr>
          <a:xfrm rot="21165700">
            <a:off x="8621395" y="4762500"/>
            <a:ext cx="3710305" cy="1869440"/>
          </a:xfrm>
          <a:prstGeom prst="rect">
            <a:avLst/>
          </a:prstGeom>
        </p:spPr>
      </p:pic>
      <p:sp>
        <p:nvSpPr>
          <p:cNvPr id="21" name="직각 삼각형 20">
            <a:extLst>
              <a:ext uri="{FF2B5EF4-FFF2-40B4-BE49-F238E27FC236}">
                <a16:creationId xmlns:a16="http://schemas.microsoft.com/office/drawing/2014/main" id="{A01872FF-161C-69D3-F8F9-899739FC663C}"/>
              </a:ext>
            </a:extLst>
          </p:cNvPr>
          <p:cNvSpPr/>
          <p:nvPr/>
        </p:nvSpPr>
        <p:spPr>
          <a:xfrm flipH="1">
            <a:off x="10499090" y="5013960"/>
            <a:ext cx="1692910" cy="1372870"/>
          </a:xfrm>
          <a:prstGeom prst="rtTriangle">
            <a:avLst/>
          </a:prstGeom>
          <a:solidFill>
            <a:schemeClr val="bg1">
              <a:lumMod val="95000"/>
              <a:alpha val="5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atin typeface="세방고딕 Bold" panose="00000800000000000000" pitchFamily="2" charset="-127"/>
              <a:ea typeface="세방고딕 Bold" panose="00000800000000000000" pitchFamily="2" charset="-127"/>
            </a:endParaRPr>
          </a:p>
        </p:txBody>
      </p:sp>
      <p:pic>
        <p:nvPicPr>
          <p:cNvPr id="19" name="그래픽 18">
            <a:extLst>
              <a:ext uri="{FF2B5EF4-FFF2-40B4-BE49-F238E27FC236}">
                <a16:creationId xmlns:a16="http://schemas.microsoft.com/office/drawing/2014/main" id="{969F3684-33E6-E58A-09AC-85913516B8A8}"/>
              </a:ext>
            </a:extLst>
          </p:cNvPr>
          <p:cNvPicPr>
            <a:picLocks noChangeAspect="1"/>
          </p:cNvPicPr>
          <p:nvPr/>
        </p:nvPicPr>
        <p:blipFill rotWithShape="1">
          <a:blip r:embed="rId24">
            <a:extLst>
              <a:ext uri="{96DAC541-7B7A-43D3-8B79-37D633B846F1}">
                <asvg:svgBlip xmlns:asvg="http://schemas.microsoft.com/office/drawing/2016/SVG/main" r:embed="rId25"/>
              </a:ext>
            </a:extLst>
          </a:blip>
          <a:srcRect r="4407" b="11555"/>
          <a:stretch/>
        </p:blipFill>
        <p:spPr>
          <a:xfrm>
            <a:off x="10092055" y="4828540"/>
            <a:ext cx="2099945" cy="1557655"/>
          </a:xfrm>
          <a:prstGeom prst="rect">
            <a:avLst/>
          </a:prstGeom>
        </p:spPr>
      </p:pic>
      <p:pic>
        <p:nvPicPr>
          <p:cNvPr id="190" name="그래픽 189">
            <a:extLst>
              <a:ext uri="{FF2B5EF4-FFF2-40B4-BE49-F238E27FC236}">
                <a16:creationId xmlns:a16="http://schemas.microsoft.com/office/drawing/2014/main" id="{57C038B0-EFA2-D18E-D333-33AA86AB745A}"/>
              </a:ext>
            </a:extLst>
          </p:cNvPr>
          <p:cNvPicPr>
            <a:picLocks noChangeAspect="1"/>
          </p:cNvPicPr>
          <p:nvPr/>
        </p:nvPicPr>
        <p:blipFill>
          <a:blip r:embed="rId26">
            <a:extLst>
              <a:ext uri="{96DAC541-7B7A-43D3-8B79-37D633B846F1}">
                <asvg:svgBlip xmlns:asvg="http://schemas.microsoft.com/office/drawing/2016/SVG/main" r:embed="rId27"/>
              </a:ext>
            </a:extLst>
          </a:blip>
          <a:stretch>
            <a:fillRect/>
          </a:stretch>
        </p:blipFill>
        <p:spPr>
          <a:xfrm rot="2700000">
            <a:off x="11833225" y="5062220"/>
            <a:ext cx="154305" cy="154305"/>
          </a:xfrm>
          <a:prstGeom prst="rect">
            <a:avLst/>
          </a:prstGeom>
        </p:spPr>
      </p:pic>
      <p:pic>
        <p:nvPicPr>
          <p:cNvPr id="61" name="그래픽 60">
            <a:extLst>
              <a:ext uri="{FF2B5EF4-FFF2-40B4-BE49-F238E27FC236}">
                <a16:creationId xmlns:a16="http://schemas.microsoft.com/office/drawing/2014/main" id="{4EB77A4B-E7E1-474B-8FF5-C41DEF5A85EA}"/>
              </a:ext>
            </a:extLst>
          </p:cNvPr>
          <p:cNvPicPr>
            <a:picLocks noChangeAspect="1"/>
          </p:cNvPicPr>
          <p:nvPr/>
        </p:nvPicPr>
        <p:blipFill>
          <a:blip r:embed="rId28">
            <a:extLst>
              <a:ext uri="{96DAC541-7B7A-43D3-8B79-37D633B846F1}">
                <asvg:svgBlip xmlns:asvg="http://schemas.microsoft.com/office/drawing/2016/SVG/main" r:embed="rId29"/>
              </a:ext>
            </a:extLst>
          </a:blip>
          <a:stretch>
            <a:fillRect/>
          </a:stretch>
        </p:blipFill>
        <p:spPr>
          <a:xfrm>
            <a:off x="7437120" y="3361690"/>
            <a:ext cx="226695" cy="207645"/>
          </a:xfrm>
          <a:prstGeom prst="rect">
            <a:avLst/>
          </a:prstGeom>
        </p:spPr>
      </p:pic>
      <p:pic>
        <p:nvPicPr>
          <p:cNvPr id="62" name="그래픽 61">
            <a:extLst>
              <a:ext uri="{FF2B5EF4-FFF2-40B4-BE49-F238E27FC236}">
                <a16:creationId xmlns:a16="http://schemas.microsoft.com/office/drawing/2014/main" id="{09BE1932-099D-4176-9300-0E97308EA0A5}"/>
              </a:ext>
            </a:extLst>
          </p:cNvPr>
          <p:cNvPicPr>
            <a:picLocks noChangeAspect="1"/>
          </p:cNvPicPr>
          <p:nvPr/>
        </p:nvPicPr>
        <p:blipFill>
          <a:blip r:embed="rId30">
            <a:extLst>
              <a:ext uri="{96DAC541-7B7A-43D3-8B79-37D633B846F1}">
                <asvg:svgBlip xmlns:asvg="http://schemas.microsoft.com/office/drawing/2016/SVG/main" r:embed="rId31"/>
              </a:ext>
            </a:extLst>
          </a:blip>
          <a:stretch>
            <a:fillRect/>
          </a:stretch>
        </p:blipFill>
        <p:spPr>
          <a:xfrm>
            <a:off x="4405630" y="4922520"/>
            <a:ext cx="197485" cy="210820"/>
          </a:xfrm>
          <a:prstGeom prst="rect">
            <a:avLst/>
          </a:prstGeom>
        </p:spPr>
      </p:pic>
      <p:sp>
        <p:nvSpPr>
          <p:cNvPr id="67" name="TextBox 66">
            <a:extLst>
              <a:ext uri="{FF2B5EF4-FFF2-40B4-BE49-F238E27FC236}">
                <a16:creationId xmlns:a16="http://schemas.microsoft.com/office/drawing/2014/main" id="{41CB5B38-DB96-42E2-971D-60491C042C86}"/>
              </a:ext>
            </a:extLst>
          </p:cNvPr>
          <p:cNvSpPr txBox="1"/>
          <p:nvPr/>
        </p:nvSpPr>
        <p:spPr>
          <a:xfrm>
            <a:off x="4785360" y="4074160"/>
            <a:ext cx="2239645" cy="3181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ko-KR" altLang="en-US" sz="14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웹사이트 디자인</a:t>
            </a:r>
            <a:r>
              <a:rPr lang="en-US" altLang="ko-KR" sz="14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(HTML)</a:t>
            </a:r>
          </a:p>
        </p:txBody>
      </p:sp>
    </p:spTree>
    <p:extLst>
      <p:ext uri="{BB962C8B-B14F-4D97-AF65-F5344CB8AC3E}">
        <p14:creationId xmlns:p14="http://schemas.microsoft.com/office/powerpoint/2010/main" val="352109092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" name="그래픽 80">
            <a:extLst>
              <a:ext uri="{FF2B5EF4-FFF2-40B4-BE49-F238E27FC236}">
                <a16:creationId xmlns:a16="http://schemas.microsoft.com/office/drawing/2014/main" id="{DADEC04D-C2B2-3DF1-E0D3-9B93AE532DA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EB894895-F39E-4034-A63E-6691E7B6807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2640" y="2386965"/>
            <a:ext cx="6861175" cy="3580765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</p:pic>
      <p:pic>
        <p:nvPicPr>
          <p:cNvPr id="72" name="그래픽 71">
            <a:extLst>
              <a:ext uri="{FF2B5EF4-FFF2-40B4-BE49-F238E27FC236}">
                <a16:creationId xmlns:a16="http://schemas.microsoft.com/office/drawing/2014/main" id="{81B5BF80-2F22-A3FA-1008-77887337582C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rcRect r="5078" b="11486"/>
          <a:stretch/>
        </p:blipFill>
        <p:spPr>
          <a:xfrm>
            <a:off x="7589520" y="4695190"/>
            <a:ext cx="4602480" cy="2162810"/>
          </a:xfrm>
          <a:prstGeom prst="rect">
            <a:avLst/>
          </a:prstGeom>
        </p:spPr>
      </p:pic>
      <p:sp>
        <p:nvSpPr>
          <p:cNvPr id="39" name="사각형: 둥근 한쪽 모서리 38">
            <a:extLst>
              <a:ext uri="{FF2B5EF4-FFF2-40B4-BE49-F238E27FC236}">
                <a16:creationId xmlns:a16="http://schemas.microsoft.com/office/drawing/2014/main" id="{5EADE06A-9DBC-11A8-5DF5-38CF63ECD050}"/>
              </a:ext>
            </a:extLst>
          </p:cNvPr>
          <p:cNvSpPr/>
          <p:nvPr/>
        </p:nvSpPr>
        <p:spPr>
          <a:xfrm flipH="1" flipV="1">
            <a:off x="173990" y="70485"/>
            <a:ext cx="12018010" cy="1221105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50000"/>
            </a:schemeClr>
          </a:solidFill>
          <a:ln w="10818" cap="flat">
            <a:noFill/>
            <a:prstDash val="solid"/>
            <a:miter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01B99D1A-B73F-D570-A360-ED34F3576111}"/>
              </a:ext>
            </a:extLst>
          </p:cNvPr>
          <p:cNvGrpSpPr/>
          <p:nvPr/>
        </p:nvGrpSpPr>
        <p:grpSpPr>
          <a:xfrm>
            <a:off x="375920" y="333375"/>
            <a:ext cx="5948680" cy="831215"/>
            <a:chOff x="375920" y="333375"/>
            <a:chExt cx="5948680" cy="831215"/>
          </a:xfrm>
        </p:grpSpPr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B3B4124F-4D0D-30C0-E721-EE580D127CC8}"/>
                </a:ext>
              </a:extLst>
            </p:cNvPr>
            <p:cNvSpPr txBox="1"/>
            <p:nvPr/>
          </p:nvSpPr>
          <p:spPr>
            <a:xfrm>
              <a:off x="1461770" y="366395"/>
              <a:ext cx="2252345" cy="2768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2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>
                      <a:alpha val="50000"/>
                    </a:srgb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K-Digital Training</a:t>
              </a:r>
              <a:endParaRPr lang="ko-KR" altLang="en-US" sz="12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>
                    <a:alpha val="50000"/>
                  </a:srgb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6C8DE4B1-0C6D-133C-80D8-F6968CBF60AC}"/>
                </a:ext>
              </a:extLst>
            </p:cNvPr>
            <p:cNvSpPr txBox="1"/>
            <p:nvPr/>
          </p:nvSpPr>
          <p:spPr>
            <a:xfrm>
              <a:off x="1461770" y="584835"/>
              <a:ext cx="4862830" cy="52324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28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프로젝트 개요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E0E94AA3-A994-6AB2-870F-88DA16811E4D}"/>
                </a:ext>
              </a:extLst>
            </p:cNvPr>
            <p:cNvSpPr txBox="1"/>
            <p:nvPr/>
          </p:nvSpPr>
          <p:spPr>
            <a:xfrm>
              <a:off x="375920" y="333375"/>
              <a:ext cx="1266825" cy="831215"/>
            </a:xfrm>
            <a:prstGeom prst="rect">
              <a:avLst/>
            </a:prstGeom>
            <a:noFill/>
          </p:spPr>
          <p:txBody>
            <a:bodyPr wrap="square" tIns="0" bIns="0">
              <a:spAutoFit/>
            </a:bodyPr>
            <a:lstStyle/>
            <a:p>
              <a:pPr eaLnBrk="1" fontAlgn="auto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ko-KR" sz="54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01</a:t>
              </a:r>
              <a:endParaRPr lang="ko-KR" altLang="en-US" sz="4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</p:grpSp>
      <p:pic>
        <p:nvPicPr>
          <p:cNvPr id="35" name="그림 34">
            <a:extLst>
              <a:ext uri="{FF2B5EF4-FFF2-40B4-BE49-F238E27FC236}">
                <a16:creationId xmlns:a16="http://schemas.microsoft.com/office/drawing/2014/main" id="{753AFFF3-DFFD-86BD-A0E4-365D0D959218}"/>
              </a:ext>
            </a:extLst>
          </p:cNvPr>
          <p:cNvPicPr>
            <a:picLocks noChangeAspect="1"/>
          </p:cNvPicPr>
          <p:nvPr/>
        </p:nvPicPr>
        <p:blipFill rotWithShape="1">
          <a:blip r:embed="rId8" cstate="print">
            <a:duotone>
              <a:schemeClr val="accent5">
                <a:shade val="45000"/>
                <a:satMod val="135000"/>
              </a:schemeClr>
              <a:prstClr val="white"/>
            </a:duotone>
            <a:alphaModFix amt="27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10800000" flipV="1">
            <a:off x="0" y="1917065"/>
            <a:ext cx="12192000" cy="233680"/>
          </a:xfrm>
          <a:prstGeom prst="rect">
            <a:avLst/>
          </a:prstGeom>
        </p:spPr>
      </p:pic>
      <p:grpSp>
        <p:nvGrpSpPr>
          <p:cNvPr id="16" name="그룹 15">
            <a:extLst>
              <a:ext uri="{FF2B5EF4-FFF2-40B4-BE49-F238E27FC236}">
                <a16:creationId xmlns:a16="http://schemas.microsoft.com/office/drawing/2014/main" id="{6C09F73A-C1E8-C027-B178-EF2EB31EA301}"/>
              </a:ext>
            </a:extLst>
          </p:cNvPr>
          <p:cNvGrpSpPr/>
          <p:nvPr/>
        </p:nvGrpSpPr>
        <p:grpSpPr>
          <a:xfrm>
            <a:off x="541655" y="1430020"/>
            <a:ext cx="10526395" cy="369570"/>
            <a:chOff x="541655" y="1430020"/>
            <a:chExt cx="10526395" cy="369570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67F04AE5-D365-4B0E-9031-83310E282831}"/>
                </a:ext>
              </a:extLst>
            </p:cNvPr>
            <p:cNvSpPr txBox="1"/>
            <p:nvPr/>
          </p:nvSpPr>
          <p:spPr>
            <a:xfrm>
              <a:off x="743585" y="1430020"/>
              <a:ext cx="10324465" cy="36957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en-US" altLang="ko-KR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1-2 </a:t>
              </a:r>
              <a:r>
                <a:rPr lang="ko-KR" altLang="en-US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기존 추천 서비스 분석</a:t>
              </a:r>
              <a:endParaRPr lang="en-US" altLang="ko-KR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45" name="그래픽 43">
              <a:extLst>
                <a:ext uri="{FF2B5EF4-FFF2-40B4-BE49-F238E27FC236}">
                  <a16:creationId xmlns:a16="http://schemas.microsoft.com/office/drawing/2014/main" id="{512AEB8B-AA28-FDBA-00E7-D5D95C2F683D}"/>
                </a:ext>
              </a:extLst>
            </p:cNvPr>
            <p:cNvSpPr/>
            <p:nvPr/>
          </p:nvSpPr>
          <p:spPr>
            <a:xfrm>
              <a:off x="541655" y="1539240"/>
              <a:ext cx="100965" cy="113665"/>
            </a:xfrm>
            <a:custGeom>
              <a:avLst/>
              <a:gdLst>
                <a:gd name="connsiteX0" fmla="*/ 428021 w 450214"/>
                <a:gd name="connsiteY0" fmla="*/ 214932 h 506845"/>
                <a:gd name="connsiteX1" fmla="*/ 66705 w 450214"/>
                <a:gd name="connsiteY1" fmla="*/ 6045 h 506845"/>
                <a:gd name="connsiteX2" fmla="*/ 0 w 450214"/>
                <a:gd name="connsiteY2" fmla="*/ 44511 h 506845"/>
                <a:gd name="connsiteX3" fmla="*/ 0 w 450214"/>
                <a:gd name="connsiteY3" fmla="*/ 462326 h 506845"/>
                <a:gd name="connsiteX4" fmla="*/ 66705 w 450214"/>
                <a:gd name="connsiteY4" fmla="*/ 500812 h 506845"/>
                <a:gd name="connsiteX5" fmla="*/ 428021 w 450214"/>
                <a:gd name="connsiteY5" fmla="*/ 291905 h 506845"/>
                <a:gd name="connsiteX6" fmla="*/ 428021 w 450214"/>
                <a:gd name="connsiteY6" fmla="*/ 214932 h 5068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50214" h="506845">
                  <a:moveTo>
                    <a:pt x="428021" y="214932"/>
                  </a:moveTo>
                  <a:lnTo>
                    <a:pt x="66705" y="6045"/>
                  </a:lnTo>
                  <a:cubicBezTo>
                    <a:pt x="37072" y="-11108"/>
                    <a:pt x="0" y="10287"/>
                    <a:pt x="0" y="44511"/>
                  </a:cubicBezTo>
                  <a:lnTo>
                    <a:pt x="0" y="462326"/>
                  </a:lnTo>
                  <a:cubicBezTo>
                    <a:pt x="0" y="496550"/>
                    <a:pt x="37072" y="517945"/>
                    <a:pt x="66705" y="500812"/>
                  </a:cubicBezTo>
                  <a:lnTo>
                    <a:pt x="428021" y="291905"/>
                  </a:lnTo>
                  <a:cubicBezTo>
                    <a:pt x="457613" y="274793"/>
                    <a:pt x="457613" y="232064"/>
                    <a:pt x="428021" y="214932"/>
                  </a:cubicBezTo>
                  <a:close/>
                </a:path>
              </a:pathLst>
            </a:custGeom>
            <a:solidFill>
              <a:srgbClr val="3378C8"/>
            </a:solidFill>
            <a:ln w="2035" cap="flat">
              <a:noFill/>
              <a:prstDash val="solid"/>
              <a:miter/>
            </a:ln>
            <a:effectLst>
              <a:outerShdw blurRad="50800" dist="38100" dir="5400000" algn="t" rotWithShape="0">
                <a:srgbClr val="3378C8">
                  <a:alpha val="40000"/>
                </a:srgbClr>
              </a:outerShdw>
            </a:effectLst>
          </p:spPr>
          <p:txBody>
            <a:bodyPr rtlCol="0" anchor="ctr"/>
            <a:lstStyle/>
            <a:p>
              <a:endParaRPr lang="ko-KR" altLang="en-US"/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D2C2358E-3B03-27B5-CA0C-4BF0B1CDFADB}"/>
              </a:ext>
            </a:extLst>
          </p:cNvPr>
          <p:cNvSpPr txBox="1"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FFD85C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87E27BB-6406-EC3A-3BF4-56C8615BDA14}"/>
              </a:ext>
            </a:extLst>
          </p:cNvPr>
          <p:cNvSpPr txBox="1"/>
          <p:nvPr/>
        </p:nvSpPr>
        <p:spPr>
          <a:xfrm>
            <a:off x="0" y="0"/>
            <a:ext cx="1336675" cy="114300"/>
          </a:xfrm>
          <a:prstGeom prst="rect">
            <a:avLst/>
          </a:prstGeom>
          <a:solidFill>
            <a:srgbClr val="3378C8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pic>
        <p:nvPicPr>
          <p:cNvPr id="74" name="그래픽 73">
            <a:extLst>
              <a:ext uri="{FF2B5EF4-FFF2-40B4-BE49-F238E27FC236}">
                <a16:creationId xmlns:a16="http://schemas.microsoft.com/office/drawing/2014/main" id="{684C52F4-7034-4768-87B0-83A54038EA36}"/>
              </a:ext>
            </a:extLst>
          </p:cNvPr>
          <p:cNvPicPr>
            <a:picLocks noChangeAspect="1"/>
          </p:cNvPicPr>
          <p:nvPr/>
        </p:nvPicPr>
        <p:blipFill rotWithShape="1"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rcRect b="17803"/>
          <a:stretch/>
        </p:blipFill>
        <p:spPr>
          <a:xfrm rot="5400000">
            <a:off x="-476250" y="2466975"/>
            <a:ext cx="1438910" cy="485775"/>
          </a:xfrm>
          <a:prstGeom prst="rect">
            <a:avLst/>
          </a:prstGeom>
        </p:spPr>
      </p:pic>
      <p:grpSp>
        <p:nvGrpSpPr>
          <p:cNvPr id="22" name="그룹 21">
            <a:extLst>
              <a:ext uri="{FF2B5EF4-FFF2-40B4-BE49-F238E27FC236}">
                <a16:creationId xmlns:a16="http://schemas.microsoft.com/office/drawing/2014/main" id="{5F297602-7BCC-5393-C242-81517292EEDF}"/>
              </a:ext>
            </a:extLst>
          </p:cNvPr>
          <p:cNvGrpSpPr/>
          <p:nvPr/>
        </p:nvGrpSpPr>
        <p:grpSpPr>
          <a:xfrm>
            <a:off x="10667365" y="6576695"/>
            <a:ext cx="1075690" cy="150495"/>
            <a:chOff x="10667365" y="6576695"/>
            <a:chExt cx="1075690" cy="150495"/>
          </a:xfrm>
        </p:grpSpPr>
        <p:pic>
          <p:nvPicPr>
            <p:cNvPr id="26" name="_x278651016">
              <a:extLst>
                <a:ext uri="{FF2B5EF4-FFF2-40B4-BE49-F238E27FC236}">
                  <a16:creationId xmlns:a16="http://schemas.microsoft.com/office/drawing/2014/main" id="{C18F29AF-7582-C62A-7853-7017BD7C81B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1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269345" y="6576695"/>
              <a:ext cx="473710" cy="15049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8" name="그래픽 23">
              <a:extLst>
                <a:ext uri="{FF2B5EF4-FFF2-40B4-BE49-F238E27FC236}">
                  <a16:creationId xmlns:a16="http://schemas.microsoft.com/office/drawing/2014/main" id="{53A71266-6E81-59F0-9CDE-3F943094D018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 cstate="print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10667365" y="6576695"/>
              <a:ext cx="477520" cy="142240"/>
            </a:xfrm>
            <a:prstGeom prst="rect">
              <a:avLst/>
            </a:prstGeom>
          </p:spPr>
        </p:pic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DC222AC2-FD61-4295-B858-5527150D46F7}"/>
              </a:ext>
            </a:extLst>
          </p:cNvPr>
          <p:cNvSpPr txBox="1"/>
          <p:nvPr/>
        </p:nvSpPr>
        <p:spPr>
          <a:xfrm>
            <a:off x="7832725" y="2386965"/>
            <a:ext cx="3312160" cy="23271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1500" b="1" dirty="0" err="1"/>
              <a:t>ㆍ단순</a:t>
            </a:r>
            <a:r>
              <a:rPr lang="ko-KR" altLang="en-US" sz="1500" b="1" dirty="0"/>
              <a:t> 카테고리에 의한 서비스</a:t>
            </a:r>
            <a:endParaRPr lang="en-US" altLang="ko-KR" sz="1500" b="1" dirty="0"/>
          </a:p>
          <a:p>
            <a:pPr>
              <a:lnSpc>
                <a:spcPct val="200000"/>
              </a:lnSpc>
            </a:pPr>
            <a:r>
              <a:rPr lang="ko-KR" altLang="en-US" sz="1500" b="1" dirty="0" err="1"/>
              <a:t>ㆍ사용자의</a:t>
            </a:r>
            <a:r>
              <a:rPr lang="ko-KR" altLang="en-US" sz="1500" b="1" dirty="0"/>
              <a:t> 주변 환경 </a:t>
            </a:r>
            <a:r>
              <a:rPr lang="en-US" altLang="ko-KR" sz="1500" b="1" dirty="0"/>
              <a:t>(</a:t>
            </a:r>
            <a:r>
              <a:rPr lang="ko-KR" altLang="en-US" sz="1500" b="1" dirty="0"/>
              <a:t>계절</a:t>
            </a:r>
            <a:r>
              <a:rPr lang="en-US" altLang="ko-KR" sz="1500" b="1" dirty="0"/>
              <a:t>, </a:t>
            </a:r>
            <a:r>
              <a:rPr lang="ko-KR" altLang="en-US" sz="1500" b="1" dirty="0"/>
              <a:t>시간</a:t>
            </a:r>
            <a:r>
              <a:rPr lang="en-US" altLang="ko-KR" sz="1500" b="1" dirty="0"/>
              <a:t>,  </a:t>
            </a:r>
          </a:p>
          <a:p>
            <a:pPr>
              <a:lnSpc>
                <a:spcPct val="200000"/>
              </a:lnSpc>
            </a:pPr>
            <a:r>
              <a:rPr lang="en-US" altLang="ko-KR" sz="1500" b="1" dirty="0"/>
              <a:t>   </a:t>
            </a:r>
            <a:r>
              <a:rPr lang="ko-KR" altLang="en-US" sz="1500" b="1" dirty="0"/>
              <a:t>날씨</a:t>
            </a:r>
            <a:r>
              <a:rPr lang="en-US" altLang="ko-KR" sz="1500" b="1" dirty="0"/>
              <a:t> </a:t>
            </a:r>
            <a:r>
              <a:rPr lang="ko-KR" altLang="en-US" sz="1500" b="1" dirty="0"/>
              <a:t>등</a:t>
            </a:r>
            <a:r>
              <a:rPr lang="en-US" altLang="ko-KR" sz="1500" b="1" dirty="0"/>
              <a:t>)</a:t>
            </a:r>
            <a:r>
              <a:rPr lang="ko-KR" altLang="en-US" sz="1500" b="1" dirty="0"/>
              <a:t>을</a:t>
            </a:r>
            <a:r>
              <a:rPr lang="en-US" altLang="ko-KR" sz="1500" b="1" dirty="0"/>
              <a:t> </a:t>
            </a:r>
            <a:r>
              <a:rPr lang="ko-KR" altLang="en-US" sz="1500" b="1" dirty="0"/>
              <a:t>활용한 음식 추천이 </a:t>
            </a:r>
            <a:endParaRPr lang="en-US" altLang="ko-KR" sz="1500" b="1" dirty="0"/>
          </a:p>
          <a:p>
            <a:pPr>
              <a:lnSpc>
                <a:spcPct val="200000"/>
              </a:lnSpc>
            </a:pPr>
            <a:r>
              <a:rPr lang="en-US" altLang="ko-KR" sz="1500" b="1" dirty="0"/>
              <a:t>   </a:t>
            </a:r>
            <a:r>
              <a:rPr lang="ko-KR" altLang="en-US" sz="1500" b="1" dirty="0"/>
              <a:t>이루어지지 않음</a:t>
            </a:r>
          </a:p>
          <a:p>
            <a:pPr>
              <a:lnSpc>
                <a:spcPct val="200000"/>
              </a:lnSpc>
            </a:pPr>
            <a:endParaRPr lang="ko-KR" altLang="en-US" sz="1500" b="1" dirty="0"/>
          </a:p>
        </p:txBody>
      </p:sp>
    </p:spTree>
    <p:extLst>
      <p:ext uri="{BB962C8B-B14F-4D97-AF65-F5344CB8AC3E}">
        <p14:creationId xmlns:p14="http://schemas.microsoft.com/office/powerpoint/2010/main" val="69962768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" name="그래픽 71">
            <a:extLst>
              <a:ext uri="{FF2B5EF4-FFF2-40B4-BE49-F238E27FC236}">
                <a16:creationId xmlns:a16="http://schemas.microsoft.com/office/drawing/2014/main" id="{81B5BF80-2F22-A3FA-1008-77887337582C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5078" b="11486"/>
          <a:stretch/>
        </p:blipFill>
        <p:spPr>
          <a:xfrm>
            <a:off x="7589520" y="4695190"/>
            <a:ext cx="4602480" cy="2162810"/>
          </a:xfrm>
          <a:prstGeom prst="rect">
            <a:avLst/>
          </a:prstGeom>
        </p:spPr>
      </p:pic>
      <p:sp>
        <p:nvSpPr>
          <p:cNvPr id="39" name="사각형: 둥근 한쪽 모서리 38">
            <a:extLst>
              <a:ext uri="{FF2B5EF4-FFF2-40B4-BE49-F238E27FC236}">
                <a16:creationId xmlns:a16="http://schemas.microsoft.com/office/drawing/2014/main" id="{5EADE06A-9DBC-11A8-5DF5-38CF63ECD050}"/>
              </a:ext>
            </a:extLst>
          </p:cNvPr>
          <p:cNvSpPr/>
          <p:nvPr/>
        </p:nvSpPr>
        <p:spPr>
          <a:xfrm flipH="1" flipV="1">
            <a:off x="173990" y="70485"/>
            <a:ext cx="12018010" cy="1221105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50000"/>
            </a:schemeClr>
          </a:solidFill>
          <a:ln w="10818" cap="flat">
            <a:noFill/>
            <a:prstDash val="solid"/>
            <a:miter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01B99D1A-B73F-D570-A360-ED34F3576111}"/>
              </a:ext>
            </a:extLst>
          </p:cNvPr>
          <p:cNvGrpSpPr/>
          <p:nvPr/>
        </p:nvGrpSpPr>
        <p:grpSpPr>
          <a:xfrm>
            <a:off x="375920" y="333375"/>
            <a:ext cx="5948680" cy="831215"/>
            <a:chOff x="375920" y="333375"/>
            <a:chExt cx="5948680" cy="831215"/>
          </a:xfrm>
        </p:grpSpPr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B3B4124F-4D0D-30C0-E721-EE580D127CC8}"/>
                </a:ext>
              </a:extLst>
            </p:cNvPr>
            <p:cNvSpPr txBox="1"/>
            <p:nvPr/>
          </p:nvSpPr>
          <p:spPr>
            <a:xfrm>
              <a:off x="1461770" y="366395"/>
              <a:ext cx="2252345" cy="2768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2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>
                      <a:alpha val="50000"/>
                    </a:srgb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K-Digital Training</a:t>
              </a:r>
              <a:endParaRPr lang="ko-KR" altLang="en-US" sz="12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>
                    <a:alpha val="50000"/>
                  </a:srgb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6C8DE4B1-0C6D-133C-80D8-F6968CBF60AC}"/>
                </a:ext>
              </a:extLst>
            </p:cNvPr>
            <p:cNvSpPr txBox="1"/>
            <p:nvPr/>
          </p:nvSpPr>
          <p:spPr>
            <a:xfrm>
              <a:off x="1461770" y="584835"/>
              <a:ext cx="4862830" cy="52324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28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프로젝트 개요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E0E94AA3-A994-6AB2-870F-88DA16811E4D}"/>
                </a:ext>
              </a:extLst>
            </p:cNvPr>
            <p:cNvSpPr txBox="1"/>
            <p:nvPr/>
          </p:nvSpPr>
          <p:spPr>
            <a:xfrm>
              <a:off x="375920" y="333375"/>
              <a:ext cx="1266825" cy="831215"/>
            </a:xfrm>
            <a:prstGeom prst="rect">
              <a:avLst/>
            </a:prstGeom>
            <a:noFill/>
          </p:spPr>
          <p:txBody>
            <a:bodyPr wrap="square" tIns="0" bIns="0">
              <a:spAutoFit/>
            </a:bodyPr>
            <a:lstStyle/>
            <a:p>
              <a:pPr eaLnBrk="1" fontAlgn="auto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ko-KR" sz="54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01</a:t>
              </a:r>
              <a:endParaRPr lang="ko-KR" altLang="en-US" sz="4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</p:grpSp>
      <p:pic>
        <p:nvPicPr>
          <p:cNvPr id="35" name="그림 34">
            <a:extLst>
              <a:ext uri="{FF2B5EF4-FFF2-40B4-BE49-F238E27FC236}">
                <a16:creationId xmlns:a16="http://schemas.microsoft.com/office/drawing/2014/main" id="{753AFFF3-DFFD-86BD-A0E4-365D0D959218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print">
            <a:duotone>
              <a:schemeClr val="accent5">
                <a:shade val="45000"/>
                <a:satMod val="135000"/>
              </a:schemeClr>
              <a:prstClr val="white"/>
            </a:duotone>
            <a:alphaModFix amt="27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10800000" flipV="1">
            <a:off x="0" y="1917065"/>
            <a:ext cx="12192000" cy="233680"/>
          </a:xfrm>
          <a:prstGeom prst="rect">
            <a:avLst/>
          </a:prstGeom>
        </p:spPr>
      </p:pic>
      <p:grpSp>
        <p:nvGrpSpPr>
          <p:cNvPr id="16" name="그룹 15">
            <a:extLst>
              <a:ext uri="{FF2B5EF4-FFF2-40B4-BE49-F238E27FC236}">
                <a16:creationId xmlns:a16="http://schemas.microsoft.com/office/drawing/2014/main" id="{6C09F73A-C1E8-C027-B178-EF2EB31EA301}"/>
              </a:ext>
            </a:extLst>
          </p:cNvPr>
          <p:cNvGrpSpPr/>
          <p:nvPr/>
        </p:nvGrpSpPr>
        <p:grpSpPr>
          <a:xfrm>
            <a:off x="541655" y="1430020"/>
            <a:ext cx="10526395" cy="369570"/>
            <a:chOff x="541655" y="1430020"/>
            <a:chExt cx="10526395" cy="369570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67F04AE5-D365-4B0E-9031-83310E282831}"/>
                </a:ext>
              </a:extLst>
            </p:cNvPr>
            <p:cNvSpPr txBox="1"/>
            <p:nvPr/>
          </p:nvSpPr>
          <p:spPr>
            <a:xfrm>
              <a:off x="743585" y="1430020"/>
              <a:ext cx="10324465" cy="36957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en-US" altLang="ko-KR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1-2 </a:t>
              </a:r>
              <a:r>
                <a:rPr lang="ko-KR" altLang="en-US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기존 추천 서비스 분석</a:t>
              </a:r>
              <a:endParaRPr lang="en-US" altLang="ko-KR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45" name="그래픽 43">
              <a:extLst>
                <a:ext uri="{FF2B5EF4-FFF2-40B4-BE49-F238E27FC236}">
                  <a16:creationId xmlns:a16="http://schemas.microsoft.com/office/drawing/2014/main" id="{512AEB8B-AA28-FDBA-00E7-D5D95C2F683D}"/>
                </a:ext>
              </a:extLst>
            </p:cNvPr>
            <p:cNvSpPr/>
            <p:nvPr/>
          </p:nvSpPr>
          <p:spPr>
            <a:xfrm>
              <a:off x="541655" y="1539240"/>
              <a:ext cx="100965" cy="113665"/>
            </a:xfrm>
            <a:custGeom>
              <a:avLst/>
              <a:gdLst>
                <a:gd name="connsiteX0" fmla="*/ 428021 w 450214"/>
                <a:gd name="connsiteY0" fmla="*/ 214932 h 506845"/>
                <a:gd name="connsiteX1" fmla="*/ 66705 w 450214"/>
                <a:gd name="connsiteY1" fmla="*/ 6045 h 506845"/>
                <a:gd name="connsiteX2" fmla="*/ 0 w 450214"/>
                <a:gd name="connsiteY2" fmla="*/ 44511 h 506845"/>
                <a:gd name="connsiteX3" fmla="*/ 0 w 450214"/>
                <a:gd name="connsiteY3" fmla="*/ 462326 h 506845"/>
                <a:gd name="connsiteX4" fmla="*/ 66705 w 450214"/>
                <a:gd name="connsiteY4" fmla="*/ 500812 h 506845"/>
                <a:gd name="connsiteX5" fmla="*/ 428021 w 450214"/>
                <a:gd name="connsiteY5" fmla="*/ 291905 h 506845"/>
                <a:gd name="connsiteX6" fmla="*/ 428021 w 450214"/>
                <a:gd name="connsiteY6" fmla="*/ 214932 h 5068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50214" h="506845">
                  <a:moveTo>
                    <a:pt x="428021" y="214932"/>
                  </a:moveTo>
                  <a:lnTo>
                    <a:pt x="66705" y="6045"/>
                  </a:lnTo>
                  <a:cubicBezTo>
                    <a:pt x="37072" y="-11108"/>
                    <a:pt x="0" y="10287"/>
                    <a:pt x="0" y="44511"/>
                  </a:cubicBezTo>
                  <a:lnTo>
                    <a:pt x="0" y="462326"/>
                  </a:lnTo>
                  <a:cubicBezTo>
                    <a:pt x="0" y="496550"/>
                    <a:pt x="37072" y="517945"/>
                    <a:pt x="66705" y="500812"/>
                  </a:cubicBezTo>
                  <a:lnTo>
                    <a:pt x="428021" y="291905"/>
                  </a:lnTo>
                  <a:cubicBezTo>
                    <a:pt x="457613" y="274793"/>
                    <a:pt x="457613" y="232064"/>
                    <a:pt x="428021" y="214932"/>
                  </a:cubicBezTo>
                  <a:close/>
                </a:path>
              </a:pathLst>
            </a:custGeom>
            <a:solidFill>
              <a:srgbClr val="3378C8"/>
            </a:solidFill>
            <a:ln w="2035" cap="flat">
              <a:noFill/>
              <a:prstDash val="solid"/>
              <a:miter/>
            </a:ln>
            <a:effectLst>
              <a:outerShdw blurRad="50800" dist="38100" dir="5400000" algn="t" rotWithShape="0">
                <a:srgbClr val="3378C8">
                  <a:alpha val="40000"/>
                </a:srgbClr>
              </a:outerShdw>
            </a:effectLst>
          </p:spPr>
          <p:txBody>
            <a:bodyPr rtlCol="0" anchor="ctr"/>
            <a:lstStyle/>
            <a:p>
              <a:endParaRPr lang="ko-KR" altLang="en-US"/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D2C2358E-3B03-27B5-CA0C-4BF0B1CDFADB}"/>
              </a:ext>
            </a:extLst>
          </p:cNvPr>
          <p:cNvSpPr txBox="1"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FFD85C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87E27BB-6406-EC3A-3BF4-56C8615BDA14}"/>
              </a:ext>
            </a:extLst>
          </p:cNvPr>
          <p:cNvSpPr txBox="1"/>
          <p:nvPr/>
        </p:nvSpPr>
        <p:spPr>
          <a:xfrm>
            <a:off x="0" y="0"/>
            <a:ext cx="1336675" cy="114300"/>
          </a:xfrm>
          <a:prstGeom prst="rect">
            <a:avLst/>
          </a:prstGeom>
          <a:solidFill>
            <a:srgbClr val="3378C8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pic>
        <p:nvPicPr>
          <p:cNvPr id="74" name="그래픽 73">
            <a:extLst>
              <a:ext uri="{FF2B5EF4-FFF2-40B4-BE49-F238E27FC236}">
                <a16:creationId xmlns:a16="http://schemas.microsoft.com/office/drawing/2014/main" id="{684C52F4-7034-4768-87B0-83A54038EA36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 b="17803"/>
          <a:stretch/>
        </p:blipFill>
        <p:spPr>
          <a:xfrm rot="5400000">
            <a:off x="-476250" y="2466975"/>
            <a:ext cx="1438910" cy="485775"/>
          </a:xfrm>
          <a:prstGeom prst="rect">
            <a:avLst/>
          </a:prstGeom>
        </p:spPr>
      </p:pic>
      <p:grpSp>
        <p:nvGrpSpPr>
          <p:cNvPr id="22" name="그룹 21">
            <a:extLst>
              <a:ext uri="{FF2B5EF4-FFF2-40B4-BE49-F238E27FC236}">
                <a16:creationId xmlns:a16="http://schemas.microsoft.com/office/drawing/2014/main" id="{5F297602-7BCC-5393-C242-81517292EEDF}"/>
              </a:ext>
            </a:extLst>
          </p:cNvPr>
          <p:cNvGrpSpPr/>
          <p:nvPr/>
        </p:nvGrpSpPr>
        <p:grpSpPr>
          <a:xfrm>
            <a:off x="10667365" y="6576695"/>
            <a:ext cx="1075690" cy="150495"/>
            <a:chOff x="10667365" y="6576695"/>
            <a:chExt cx="1075690" cy="150495"/>
          </a:xfrm>
        </p:grpSpPr>
        <p:pic>
          <p:nvPicPr>
            <p:cNvPr id="26" name="_x278651016">
              <a:extLst>
                <a:ext uri="{FF2B5EF4-FFF2-40B4-BE49-F238E27FC236}">
                  <a16:creationId xmlns:a16="http://schemas.microsoft.com/office/drawing/2014/main" id="{C18F29AF-7582-C62A-7853-7017BD7C81B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269345" y="6576695"/>
              <a:ext cx="473710" cy="15049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8" name="그래픽 23">
              <a:extLst>
                <a:ext uri="{FF2B5EF4-FFF2-40B4-BE49-F238E27FC236}">
                  <a16:creationId xmlns:a16="http://schemas.microsoft.com/office/drawing/2014/main" id="{53A71266-6E81-59F0-9CDE-3F943094D018}"/>
                </a:ext>
              </a:extLst>
            </p:cNvPr>
            <p:cNvPicPr>
              <a:picLocks noChangeAspect="1"/>
            </p:cNvPicPr>
            <p:nvPr/>
          </p:nvPicPr>
          <p:blipFill>
            <a:blip r:embed="rId8" cstate="print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10667365" y="6576695"/>
              <a:ext cx="477520" cy="142240"/>
            </a:xfrm>
            <a:prstGeom prst="rect">
              <a:avLst/>
            </a:prstGeom>
          </p:spPr>
        </p:pic>
      </p:grpSp>
      <p:pic>
        <p:nvPicPr>
          <p:cNvPr id="5" name="그림 4">
            <a:extLst>
              <a:ext uri="{FF2B5EF4-FFF2-40B4-BE49-F238E27FC236}">
                <a16:creationId xmlns:a16="http://schemas.microsoft.com/office/drawing/2014/main" id="{FD99DF44-0E61-429D-A93E-94E8E5351BFB}"/>
              </a:ext>
            </a:extLst>
          </p:cNvPr>
          <p:cNvPicPr>
            <a:picLocks noChangeAspect="1"/>
          </p:cNvPicPr>
          <p:nvPr/>
        </p:nvPicPr>
        <p:blipFill rotWithShape="1"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7627"/>
          <a:stretch/>
        </p:blipFill>
        <p:spPr>
          <a:xfrm>
            <a:off x="1113790" y="2174240"/>
            <a:ext cx="6104255" cy="4171315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E38ECBF1-9638-4AA9-A427-C866095CF0C4}"/>
              </a:ext>
            </a:extLst>
          </p:cNvPr>
          <p:cNvSpPr txBox="1"/>
          <p:nvPr/>
        </p:nvSpPr>
        <p:spPr>
          <a:xfrm>
            <a:off x="7832725" y="2386965"/>
            <a:ext cx="3312160" cy="18656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1500" b="1" dirty="0" err="1"/>
              <a:t>ㆍ여러가지</a:t>
            </a:r>
            <a:r>
              <a:rPr lang="ko-KR" altLang="en-US" sz="1500" b="1" dirty="0"/>
              <a:t> 음식 나열로 인한 사용자</a:t>
            </a:r>
            <a:br>
              <a:rPr lang="en-US" altLang="ko-KR" sz="1500" b="1" dirty="0"/>
            </a:br>
            <a:r>
              <a:rPr lang="en-US" altLang="ko-KR" sz="1500" b="1" dirty="0"/>
              <a:t>   </a:t>
            </a:r>
            <a:r>
              <a:rPr lang="ko-KR" altLang="en-US" sz="1500" b="1" dirty="0"/>
              <a:t>피로도 상승</a:t>
            </a:r>
            <a:endParaRPr lang="en-US" altLang="ko-KR" sz="1500" b="1" dirty="0"/>
          </a:p>
          <a:p>
            <a:pPr>
              <a:lnSpc>
                <a:spcPct val="200000"/>
              </a:lnSpc>
            </a:pPr>
            <a:r>
              <a:rPr lang="ko-KR" altLang="en-US" sz="1500" b="1" dirty="0" err="1"/>
              <a:t>ㆍ획일화된</a:t>
            </a:r>
            <a:r>
              <a:rPr lang="ko-KR" altLang="en-US" sz="1500" b="1" dirty="0"/>
              <a:t> 음식 메뉴 추천</a:t>
            </a:r>
            <a:endParaRPr lang="en-US" altLang="ko-KR" sz="1500" b="1" dirty="0"/>
          </a:p>
          <a:p>
            <a:pPr>
              <a:lnSpc>
                <a:spcPct val="200000"/>
              </a:lnSpc>
            </a:pPr>
            <a:r>
              <a:rPr lang="en-US" altLang="ko-KR" sz="1500" b="1" dirty="0"/>
              <a:t>    ( </a:t>
            </a:r>
            <a:r>
              <a:rPr lang="ko-KR" altLang="en-US" sz="1500" b="1" dirty="0"/>
              <a:t>점심 메뉴 추천</a:t>
            </a:r>
            <a:r>
              <a:rPr lang="en-US" altLang="ko-KR" sz="1500" b="1" dirty="0"/>
              <a:t>, </a:t>
            </a:r>
            <a:r>
              <a:rPr lang="ko-KR" altLang="en-US" sz="1500" b="1" dirty="0"/>
              <a:t>저녁 메뉴 추천</a:t>
            </a:r>
            <a:r>
              <a:rPr lang="en-US" altLang="ko-KR" sz="1500" b="1" dirty="0"/>
              <a:t>)</a:t>
            </a:r>
            <a:endParaRPr lang="ko-KR" altLang="en-US" sz="1500" b="1" dirty="0"/>
          </a:p>
        </p:txBody>
      </p:sp>
    </p:spTree>
    <p:extLst>
      <p:ext uri="{BB962C8B-B14F-4D97-AF65-F5344CB8AC3E}">
        <p14:creationId xmlns:p14="http://schemas.microsoft.com/office/powerpoint/2010/main" val="328375199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" name="그래픽 80">
            <a:extLst>
              <a:ext uri="{FF2B5EF4-FFF2-40B4-BE49-F238E27FC236}">
                <a16:creationId xmlns:a16="http://schemas.microsoft.com/office/drawing/2014/main" id="{DADEC04D-C2B2-3DF1-E0D3-9B93AE532DA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72" name="그래픽 71">
            <a:extLst>
              <a:ext uri="{FF2B5EF4-FFF2-40B4-BE49-F238E27FC236}">
                <a16:creationId xmlns:a16="http://schemas.microsoft.com/office/drawing/2014/main" id="{81B5BF80-2F22-A3FA-1008-77887337582C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 r="5078" b="11486"/>
          <a:stretch/>
        </p:blipFill>
        <p:spPr>
          <a:xfrm>
            <a:off x="7589520" y="4695190"/>
            <a:ext cx="4602480" cy="2162810"/>
          </a:xfrm>
          <a:prstGeom prst="rect">
            <a:avLst/>
          </a:prstGeom>
        </p:spPr>
      </p:pic>
      <p:sp>
        <p:nvSpPr>
          <p:cNvPr id="39" name="사각형: 둥근 한쪽 모서리 38">
            <a:extLst>
              <a:ext uri="{FF2B5EF4-FFF2-40B4-BE49-F238E27FC236}">
                <a16:creationId xmlns:a16="http://schemas.microsoft.com/office/drawing/2014/main" id="{5EADE06A-9DBC-11A8-5DF5-38CF63ECD050}"/>
              </a:ext>
            </a:extLst>
          </p:cNvPr>
          <p:cNvSpPr/>
          <p:nvPr/>
        </p:nvSpPr>
        <p:spPr>
          <a:xfrm flipH="1" flipV="1">
            <a:off x="173990" y="70485"/>
            <a:ext cx="12018010" cy="1221105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50000"/>
            </a:schemeClr>
          </a:solidFill>
          <a:ln w="10818" cap="flat">
            <a:noFill/>
            <a:prstDash val="solid"/>
            <a:miter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01B99D1A-B73F-D570-A360-ED34F3576111}"/>
              </a:ext>
            </a:extLst>
          </p:cNvPr>
          <p:cNvGrpSpPr/>
          <p:nvPr/>
        </p:nvGrpSpPr>
        <p:grpSpPr>
          <a:xfrm>
            <a:off x="375920" y="333375"/>
            <a:ext cx="5948680" cy="831215"/>
            <a:chOff x="375920" y="333375"/>
            <a:chExt cx="5948680" cy="831215"/>
          </a:xfrm>
        </p:grpSpPr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B3B4124F-4D0D-30C0-E721-EE580D127CC8}"/>
                </a:ext>
              </a:extLst>
            </p:cNvPr>
            <p:cNvSpPr txBox="1"/>
            <p:nvPr/>
          </p:nvSpPr>
          <p:spPr>
            <a:xfrm>
              <a:off x="1461770" y="366395"/>
              <a:ext cx="2252345" cy="2768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2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>
                      <a:alpha val="50000"/>
                    </a:srgb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K-Digital Training</a:t>
              </a:r>
              <a:endParaRPr lang="ko-KR" altLang="en-US" sz="12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>
                    <a:alpha val="50000"/>
                  </a:srgb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6C8DE4B1-0C6D-133C-80D8-F6968CBF60AC}"/>
                </a:ext>
              </a:extLst>
            </p:cNvPr>
            <p:cNvSpPr txBox="1"/>
            <p:nvPr/>
          </p:nvSpPr>
          <p:spPr>
            <a:xfrm>
              <a:off x="1461770" y="584835"/>
              <a:ext cx="4862830" cy="52324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28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프로젝트 개요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E0E94AA3-A994-6AB2-870F-88DA16811E4D}"/>
                </a:ext>
              </a:extLst>
            </p:cNvPr>
            <p:cNvSpPr txBox="1"/>
            <p:nvPr/>
          </p:nvSpPr>
          <p:spPr>
            <a:xfrm>
              <a:off x="375920" y="333375"/>
              <a:ext cx="1266825" cy="831215"/>
            </a:xfrm>
            <a:prstGeom prst="rect">
              <a:avLst/>
            </a:prstGeom>
            <a:noFill/>
          </p:spPr>
          <p:txBody>
            <a:bodyPr wrap="square" tIns="0" bIns="0">
              <a:spAutoFit/>
            </a:bodyPr>
            <a:lstStyle/>
            <a:p>
              <a:pPr eaLnBrk="1" fontAlgn="auto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ko-KR" sz="54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01</a:t>
              </a:r>
              <a:endParaRPr lang="ko-KR" altLang="en-US" sz="4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</p:grpSp>
      <p:pic>
        <p:nvPicPr>
          <p:cNvPr id="35" name="그림 34">
            <a:extLst>
              <a:ext uri="{FF2B5EF4-FFF2-40B4-BE49-F238E27FC236}">
                <a16:creationId xmlns:a16="http://schemas.microsoft.com/office/drawing/2014/main" id="{753AFFF3-DFFD-86BD-A0E4-365D0D959218}"/>
              </a:ext>
            </a:extLst>
          </p:cNvPr>
          <p:cNvPicPr>
            <a:picLocks noChangeAspect="1"/>
          </p:cNvPicPr>
          <p:nvPr/>
        </p:nvPicPr>
        <p:blipFill rotWithShape="1">
          <a:blip r:embed="rId7" cstate="print">
            <a:duotone>
              <a:schemeClr val="accent5">
                <a:shade val="45000"/>
                <a:satMod val="135000"/>
              </a:schemeClr>
              <a:prstClr val="white"/>
            </a:duotone>
            <a:alphaModFix amt="27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10800000" flipV="1">
            <a:off x="0" y="1917065"/>
            <a:ext cx="12192000" cy="233680"/>
          </a:xfrm>
          <a:prstGeom prst="rect">
            <a:avLst/>
          </a:prstGeom>
        </p:spPr>
      </p:pic>
      <p:grpSp>
        <p:nvGrpSpPr>
          <p:cNvPr id="16" name="그룹 15">
            <a:extLst>
              <a:ext uri="{FF2B5EF4-FFF2-40B4-BE49-F238E27FC236}">
                <a16:creationId xmlns:a16="http://schemas.microsoft.com/office/drawing/2014/main" id="{6C09F73A-C1E8-C027-B178-EF2EB31EA301}"/>
              </a:ext>
            </a:extLst>
          </p:cNvPr>
          <p:cNvGrpSpPr/>
          <p:nvPr/>
        </p:nvGrpSpPr>
        <p:grpSpPr>
          <a:xfrm>
            <a:off x="541655" y="1430020"/>
            <a:ext cx="10526395" cy="369570"/>
            <a:chOff x="541655" y="1430020"/>
            <a:chExt cx="10526395" cy="369570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67F04AE5-D365-4B0E-9031-83310E282831}"/>
                </a:ext>
              </a:extLst>
            </p:cNvPr>
            <p:cNvSpPr txBox="1"/>
            <p:nvPr/>
          </p:nvSpPr>
          <p:spPr>
            <a:xfrm>
              <a:off x="743585" y="1430020"/>
              <a:ext cx="10324465" cy="36957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en-US" altLang="ko-KR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1-3 </a:t>
              </a:r>
              <a:r>
                <a:rPr lang="ko-KR" altLang="en-US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기획 의도 및 목표</a:t>
              </a:r>
              <a:endParaRPr lang="en-US" altLang="ko-KR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45" name="그래픽 43">
              <a:extLst>
                <a:ext uri="{FF2B5EF4-FFF2-40B4-BE49-F238E27FC236}">
                  <a16:creationId xmlns:a16="http://schemas.microsoft.com/office/drawing/2014/main" id="{512AEB8B-AA28-FDBA-00E7-D5D95C2F683D}"/>
                </a:ext>
              </a:extLst>
            </p:cNvPr>
            <p:cNvSpPr/>
            <p:nvPr/>
          </p:nvSpPr>
          <p:spPr>
            <a:xfrm>
              <a:off x="541655" y="1539240"/>
              <a:ext cx="100965" cy="113665"/>
            </a:xfrm>
            <a:custGeom>
              <a:avLst/>
              <a:gdLst>
                <a:gd name="connsiteX0" fmla="*/ 428021 w 450214"/>
                <a:gd name="connsiteY0" fmla="*/ 214932 h 506845"/>
                <a:gd name="connsiteX1" fmla="*/ 66705 w 450214"/>
                <a:gd name="connsiteY1" fmla="*/ 6045 h 506845"/>
                <a:gd name="connsiteX2" fmla="*/ 0 w 450214"/>
                <a:gd name="connsiteY2" fmla="*/ 44511 h 506845"/>
                <a:gd name="connsiteX3" fmla="*/ 0 w 450214"/>
                <a:gd name="connsiteY3" fmla="*/ 462326 h 506845"/>
                <a:gd name="connsiteX4" fmla="*/ 66705 w 450214"/>
                <a:gd name="connsiteY4" fmla="*/ 500812 h 506845"/>
                <a:gd name="connsiteX5" fmla="*/ 428021 w 450214"/>
                <a:gd name="connsiteY5" fmla="*/ 291905 h 506845"/>
                <a:gd name="connsiteX6" fmla="*/ 428021 w 450214"/>
                <a:gd name="connsiteY6" fmla="*/ 214932 h 5068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50214" h="506845">
                  <a:moveTo>
                    <a:pt x="428021" y="214932"/>
                  </a:moveTo>
                  <a:lnTo>
                    <a:pt x="66705" y="6045"/>
                  </a:lnTo>
                  <a:cubicBezTo>
                    <a:pt x="37072" y="-11108"/>
                    <a:pt x="0" y="10287"/>
                    <a:pt x="0" y="44511"/>
                  </a:cubicBezTo>
                  <a:lnTo>
                    <a:pt x="0" y="462326"/>
                  </a:lnTo>
                  <a:cubicBezTo>
                    <a:pt x="0" y="496550"/>
                    <a:pt x="37072" y="517945"/>
                    <a:pt x="66705" y="500812"/>
                  </a:cubicBezTo>
                  <a:lnTo>
                    <a:pt x="428021" y="291905"/>
                  </a:lnTo>
                  <a:cubicBezTo>
                    <a:pt x="457613" y="274793"/>
                    <a:pt x="457613" y="232064"/>
                    <a:pt x="428021" y="214932"/>
                  </a:cubicBezTo>
                  <a:close/>
                </a:path>
              </a:pathLst>
            </a:custGeom>
            <a:solidFill>
              <a:srgbClr val="3378C8"/>
            </a:solidFill>
            <a:ln w="2035" cap="flat">
              <a:noFill/>
              <a:prstDash val="solid"/>
              <a:miter/>
            </a:ln>
            <a:effectLst>
              <a:outerShdw blurRad="50800" dist="38100" dir="5400000" algn="t" rotWithShape="0">
                <a:srgbClr val="3378C8">
                  <a:alpha val="40000"/>
                </a:srgbClr>
              </a:outerShdw>
            </a:effectLst>
          </p:spPr>
          <p:txBody>
            <a:bodyPr rtlCol="0" anchor="ctr"/>
            <a:lstStyle/>
            <a:p>
              <a:endParaRPr lang="ko-KR" altLang="en-US"/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D2C2358E-3B03-27B5-CA0C-4BF0B1CDFADB}"/>
              </a:ext>
            </a:extLst>
          </p:cNvPr>
          <p:cNvSpPr txBox="1"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FFD85C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87E27BB-6406-EC3A-3BF4-56C8615BDA14}"/>
              </a:ext>
            </a:extLst>
          </p:cNvPr>
          <p:cNvSpPr txBox="1"/>
          <p:nvPr/>
        </p:nvSpPr>
        <p:spPr>
          <a:xfrm>
            <a:off x="0" y="0"/>
            <a:ext cx="1336675" cy="114300"/>
          </a:xfrm>
          <a:prstGeom prst="rect">
            <a:avLst/>
          </a:prstGeom>
          <a:solidFill>
            <a:srgbClr val="3378C8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5" name="왼쪽 중괄호 4">
            <a:extLst>
              <a:ext uri="{FF2B5EF4-FFF2-40B4-BE49-F238E27FC236}">
                <a16:creationId xmlns:a16="http://schemas.microsoft.com/office/drawing/2014/main" id="{AA2D157E-DC4B-3915-37B9-389E3A4FFCFC}"/>
              </a:ext>
            </a:extLst>
          </p:cNvPr>
          <p:cNvSpPr/>
          <p:nvPr/>
        </p:nvSpPr>
        <p:spPr>
          <a:xfrm>
            <a:off x="2235835" y="3020695"/>
            <a:ext cx="290830" cy="2827655"/>
          </a:xfrm>
          <a:prstGeom prst="leftBrace">
            <a:avLst>
              <a:gd name="adj1" fmla="val 63525"/>
              <a:gd name="adj2" fmla="val 8173"/>
            </a:avLst>
          </a:prstGeom>
          <a:ln w="15875" cap="rnd" cmpd="sng">
            <a:solidFill>
              <a:schemeClr val="bg1">
                <a:lumMod val="75000"/>
                <a:alpha val="87000"/>
              </a:schemeClr>
            </a:solidFill>
            <a:prstDash val="sysDash"/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 dirty="0">
              <a:latin typeface="세방고딕 Bold" panose="00000800000000000000" pitchFamily="2" charset="-127"/>
              <a:ea typeface="세방고딕 Bold" panose="00000800000000000000" pitchFamily="2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662D4CE-F6A7-ADDA-07ED-7CFBCE199F48}"/>
              </a:ext>
            </a:extLst>
          </p:cNvPr>
          <p:cNvSpPr txBox="1"/>
          <p:nvPr/>
        </p:nvSpPr>
        <p:spPr>
          <a:xfrm>
            <a:off x="513715" y="2888615"/>
            <a:ext cx="1738630" cy="9544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ko-KR" altLang="en-US" sz="28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Bold" panose="00000800000000000000" pitchFamily="2" charset="-127"/>
                <a:ea typeface="세방고딕 Bold" panose="00000800000000000000" pitchFamily="2" charset="-127"/>
              </a:rPr>
              <a:t>프로젝트</a:t>
            </a:r>
            <a:endParaRPr lang="en-US" altLang="ko-KR" sz="28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세방고딕 Bold" panose="00000800000000000000" pitchFamily="2" charset="-127"/>
              <a:ea typeface="세방고딕 Bold" panose="00000800000000000000" pitchFamily="2" charset="-127"/>
            </a:endParaRPr>
          </a:p>
          <a:p>
            <a:pPr>
              <a:defRPr/>
            </a:pPr>
            <a:r>
              <a:rPr lang="ko-KR" altLang="en-US" sz="28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Bold" panose="00000800000000000000" pitchFamily="2" charset="-127"/>
                <a:ea typeface="세방고딕 Bold" panose="00000800000000000000" pitchFamily="2" charset="-127"/>
              </a:rPr>
              <a:t>목표</a:t>
            </a:r>
          </a:p>
        </p:txBody>
      </p: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CF94D926-D978-3CED-E480-F2C90DA63374}"/>
              </a:ext>
            </a:extLst>
          </p:cNvPr>
          <p:cNvGrpSpPr/>
          <p:nvPr/>
        </p:nvGrpSpPr>
        <p:grpSpPr>
          <a:xfrm>
            <a:off x="2638425" y="3660775"/>
            <a:ext cx="9095105" cy="673100"/>
            <a:chOff x="2638425" y="3660775"/>
            <a:chExt cx="9095105" cy="673100"/>
          </a:xfrm>
        </p:grpSpPr>
        <p:sp>
          <p:nvSpPr>
            <p:cNvPr id="40" name="사각형: 둥근 모서리 39">
              <a:extLst>
                <a:ext uri="{FF2B5EF4-FFF2-40B4-BE49-F238E27FC236}">
                  <a16:creationId xmlns:a16="http://schemas.microsoft.com/office/drawing/2014/main" id="{85E5837F-33ED-4B0A-BE59-F900C8DD2AE7}"/>
                </a:ext>
              </a:extLst>
            </p:cNvPr>
            <p:cNvSpPr/>
            <p:nvPr/>
          </p:nvSpPr>
          <p:spPr>
            <a:xfrm>
              <a:off x="2830830" y="3660775"/>
              <a:ext cx="8902700" cy="673100"/>
            </a:xfrm>
            <a:prstGeom prst="roundRect">
              <a:avLst/>
            </a:prstGeom>
            <a:solidFill>
              <a:schemeClr val="bg1">
                <a:alpha val="85000"/>
              </a:schemeClr>
            </a:solidFill>
            <a:ln>
              <a:noFill/>
            </a:ln>
            <a:effectLst>
              <a:outerShdw blurRad="76200" algn="ctr" rotWithShape="0">
                <a:srgbClr val="3378C8">
                  <a:alpha val="4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grpSp>
          <p:nvGrpSpPr>
            <p:cNvPr id="49" name="그룹 48">
              <a:extLst>
                <a:ext uri="{FF2B5EF4-FFF2-40B4-BE49-F238E27FC236}">
                  <a16:creationId xmlns:a16="http://schemas.microsoft.com/office/drawing/2014/main" id="{C19EA3D4-16C1-C2D2-3A00-41314A3E6335}"/>
                </a:ext>
              </a:extLst>
            </p:cNvPr>
            <p:cNvGrpSpPr/>
            <p:nvPr/>
          </p:nvGrpSpPr>
          <p:grpSpPr>
            <a:xfrm>
              <a:off x="2638425" y="3812540"/>
              <a:ext cx="408305" cy="351790"/>
              <a:chOff x="2638425" y="3812540"/>
              <a:chExt cx="408305" cy="351790"/>
            </a:xfrm>
          </p:grpSpPr>
          <p:sp>
            <p:nvSpPr>
              <p:cNvPr id="50" name="육각형 49">
                <a:extLst>
                  <a:ext uri="{FF2B5EF4-FFF2-40B4-BE49-F238E27FC236}">
                    <a16:creationId xmlns:a16="http://schemas.microsoft.com/office/drawing/2014/main" id="{5CDA4196-E1B2-7E49-518F-8F2F10F6F60D}"/>
                  </a:ext>
                </a:extLst>
              </p:cNvPr>
              <p:cNvSpPr/>
              <p:nvPr/>
            </p:nvSpPr>
            <p:spPr>
              <a:xfrm>
                <a:off x="2638425" y="3812540"/>
                <a:ext cx="408305" cy="351790"/>
              </a:xfrm>
              <a:prstGeom prst="hexagon">
                <a:avLst/>
              </a:prstGeom>
              <a:solidFill>
                <a:srgbClr val="3378C8"/>
              </a:solidFill>
              <a:ln w="12700">
                <a:solidFill>
                  <a:srgbClr val="3378C8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400"/>
              </a:p>
            </p:txBody>
          </p:sp>
          <p:sp>
            <p:nvSpPr>
              <p:cNvPr id="51" name="자유형: 도형 50">
                <a:extLst>
                  <a:ext uri="{FF2B5EF4-FFF2-40B4-BE49-F238E27FC236}">
                    <a16:creationId xmlns:a16="http://schemas.microsoft.com/office/drawing/2014/main" id="{D2201DFF-ED8F-E21C-83BC-E77D5DDD5390}"/>
                  </a:ext>
                </a:extLst>
              </p:cNvPr>
              <p:cNvSpPr/>
              <p:nvPr/>
            </p:nvSpPr>
            <p:spPr>
              <a:xfrm rot="4666750">
                <a:off x="2663825" y="3807460"/>
                <a:ext cx="306705" cy="320675"/>
              </a:xfrm>
              <a:custGeom>
                <a:avLst/>
                <a:gdLst>
                  <a:gd name="connsiteX0" fmla="*/ 0 w 751712"/>
                  <a:gd name="connsiteY0" fmla="*/ 497894 h 766419"/>
                  <a:gd name="connsiteX1" fmla="*/ 107134 w 751712"/>
                  <a:gd name="connsiteY1" fmla="*/ 3253 h 766419"/>
                  <a:gd name="connsiteX2" fmla="*/ 119855 w 751712"/>
                  <a:gd name="connsiteY2" fmla="*/ 0 h 766419"/>
                  <a:gd name="connsiteX3" fmla="*/ 751712 w 751712"/>
                  <a:gd name="connsiteY3" fmla="*/ 649798 h 766419"/>
                  <a:gd name="connsiteX4" fmla="*/ 749455 w 751712"/>
                  <a:gd name="connsiteY4" fmla="*/ 660217 h 766419"/>
                  <a:gd name="connsiteX5" fmla="*/ 334147 w 751712"/>
                  <a:gd name="connsiteY5" fmla="*/ 766419 h 766419"/>
                  <a:gd name="connsiteX6" fmla="*/ 0 w 751712"/>
                  <a:gd name="connsiteY6" fmla="*/ 497894 h 7664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751712" h="766419">
                    <a:moveTo>
                      <a:pt x="0" y="497894"/>
                    </a:moveTo>
                    <a:lnTo>
                      <a:pt x="107134" y="3253"/>
                    </a:lnTo>
                    <a:lnTo>
                      <a:pt x="119855" y="0"/>
                    </a:lnTo>
                    <a:lnTo>
                      <a:pt x="751712" y="649798"/>
                    </a:lnTo>
                    <a:lnTo>
                      <a:pt x="749455" y="660217"/>
                    </a:lnTo>
                    <a:lnTo>
                      <a:pt x="334147" y="766419"/>
                    </a:lnTo>
                    <a:lnTo>
                      <a:pt x="0" y="497894"/>
                    </a:lnTo>
                    <a:close/>
                  </a:path>
                </a:pathLst>
              </a:custGeom>
              <a:gradFill>
                <a:gsLst>
                  <a:gs pos="69000">
                    <a:schemeClr val="bg1">
                      <a:alpha val="20000"/>
                    </a:schemeClr>
                  </a:gs>
                  <a:gs pos="0">
                    <a:srgbClr val="2069C2">
                      <a:alpha val="14000"/>
                    </a:srgbClr>
                  </a:gs>
                </a:gsLst>
                <a:lin ang="15000000" scaled="0"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ko-KR" altLang="en-US" sz="1400"/>
              </a:p>
            </p:txBody>
          </p:sp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43A1EEE5-2A25-4981-5450-C4AA5A85F86A}"/>
                  </a:ext>
                </a:extLst>
              </p:cNvPr>
              <p:cNvSpPr txBox="1"/>
              <p:nvPr/>
            </p:nvSpPr>
            <p:spPr>
              <a:xfrm>
                <a:off x="2714625" y="3877945"/>
                <a:ext cx="255905" cy="246380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 latinLnBrk="0"/>
                <a:r>
                  <a:rPr lang="en-US" altLang="ko-KR" sz="1600" dirty="0">
                    <a:ln>
                      <a:solidFill>
                        <a:schemeClr val="accent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세방고딕 Bold" panose="00000800000000000000" pitchFamily="2" charset="-127"/>
                    <a:ea typeface="세방고딕 Bold" panose="00000800000000000000" pitchFamily="2" charset="-127"/>
                    <a:cs typeface="Pretendard SemiBold" panose="02000703000000020004" pitchFamily="2" charset="-127"/>
                  </a:rPr>
                  <a:t>2</a:t>
                </a:r>
                <a:endParaRPr lang="ko-KR" altLang="en-US" sz="1200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  <a:cs typeface="Pretendard SemiBold" panose="02000703000000020004" pitchFamily="2" charset="-127"/>
                </a:endParaRPr>
              </a:p>
            </p:txBody>
          </p:sp>
        </p:grp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5BC8E924-E6BF-22EA-5924-F6AF36A3A462}"/>
                </a:ext>
              </a:extLst>
            </p:cNvPr>
            <p:cNvSpPr txBox="1"/>
            <p:nvPr/>
          </p:nvSpPr>
          <p:spPr>
            <a:xfrm>
              <a:off x="3249930" y="3841115"/>
              <a:ext cx="8176895" cy="3079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14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매일 반복되는 음식 선택 과정에서 발생하는 고민과 결정 피로를 줄이는 서비스의 제공</a:t>
              </a:r>
            </a:p>
          </p:txBody>
        </p:sp>
      </p:grpSp>
      <p:grpSp>
        <p:nvGrpSpPr>
          <p:cNvPr id="21" name="그룹 20">
            <a:extLst>
              <a:ext uri="{FF2B5EF4-FFF2-40B4-BE49-F238E27FC236}">
                <a16:creationId xmlns:a16="http://schemas.microsoft.com/office/drawing/2014/main" id="{AAB460BD-FCED-3D3B-D88E-7BA4E871FD67}"/>
              </a:ext>
            </a:extLst>
          </p:cNvPr>
          <p:cNvGrpSpPr/>
          <p:nvPr/>
        </p:nvGrpSpPr>
        <p:grpSpPr>
          <a:xfrm>
            <a:off x="2638425" y="4598035"/>
            <a:ext cx="9095105" cy="673100"/>
            <a:chOff x="2638425" y="4598035"/>
            <a:chExt cx="9095105" cy="673100"/>
          </a:xfrm>
        </p:grpSpPr>
        <p:sp>
          <p:nvSpPr>
            <p:cNvPr id="41" name="사각형: 둥근 모서리 40">
              <a:extLst>
                <a:ext uri="{FF2B5EF4-FFF2-40B4-BE49-F238E27FC236}">
                  <a16:creationId xmlns:a16="http://schemas.microsoft.com/office/drawing/2014/main" id="{60AEF2CD-96BE-6EDB-1CF2-927625F6B439}"/>
                </a:ext>
              </a:extLst>
            </p:cNvPr>
            <p:cNvSpPr/>
            <p:nvPr/>
          </p:nvSpPr>
          <p:spPr>
            <a:xfrm>
              <a:off x="2830830" y="4598035"/>
              <a:ext cx="8902700" cy="673100"/>
            </a:xfrm>
            <a:prstGeom prst="roundRect">
              <a:avLst/>
            </a:prstGeom>
            <a:solidFill>
              <a:schemeClr val="bg1">
                <a:alpha val="85000"/>
              </a:schemeClr>
            </a:solidFill>
            <a:ln>
              <a:noFill/>
            </a:ln>
            <a:effectLst>
              <a:outerShdw blurRad="76200" algn="ctr" rotWithShape="0">
                <a:srgbClr val="3378C8">
                  <a:alpha val="4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grpSp>
          <p:nvGrpSpPr>
            <p:cNvPr id="53" name="그룹 52">
              <a:extLst>
                <a:ext uri="{FF2B5EF4-FFF2-40B4-BE49-F238E27FC236}">
                  <a16:creationId xmlns:a16="http://schemas.microsoft.com/office/drawing/2014/main" id="{191F00A3-4D0E-4CB1-0655-054E51789F4A}"/>
                </a:ext>
              </a:extLst>
            </p:cNvPr>
            <p:cNvGrpSpPr/>
            <p:nvPr/>
          </p:nvGrpSpPr>
          <p:grpSpPr>
            <a:xfrm>
              <a:off x="2638425" y="4749165"/>
              <a:ext cx="408305" cy="351790"/>
              <a:chOff x="2638425" y="4749165"/>
              <a:chExt cx="408305" cy="351790"/>
            </a:xfrm>
          </p:grpSpPr>
          <p:sp>
            <p:nvSpPr>
              <p:cNvPr id="54" name="육각형 53">
                <a:extLst>
                  <a:ext uri="{FF2B5EF4-FFF2-40B4-BE49-F238E27FC236}">
                    <a16:creationId xmlns:a16="http://schemas.microsoft.com/office/drawing/2014/main" id="{C31EEF7E-1FD0-E48B-A776-0ACBD3B0BC1C}"/>
                  </a:ext>
                </a:extLst>
              </p:cNvPr>
              <p:cNvSpPr/>
              <p:nvPr/>
            </p:nvSpPr>
            <p:spPr>
              <a:xfrm>
                <a:off x="2638425" y="4749165"/>
                <a:ext cx="408305" cy="351790"/>
              </a:xfrm>
              <a:prstGeom prst="hexagon">
                <a:avLst/>
              </a:prstGeom>
              <a:solidFill>
                <a:srgbClr val="3378C8"/>
              </a:solidFill>
              <a:ln w="12700">
                <a:solidFill>
                  <a:srgbClr val="3378C8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400"/>
              </a:p>
            </p:txBody>
          </p:sp>
          <p:sp>
            <p:nvSpPr>
              <p:cNvPr id="55" name="자유형: 도형 54">
                <a:extLst>
                  <a:ext uri="{FF2B5EF4-FFF2-40B4-BE49-F238E27FC236}">
                    <a16:creationId xmlns:a16="http://schemas.microsoft.com/office/drawing/2014/main" id="{6C68B973-3659-4454-BD29-CE68FD01C44E}"/>
                  </a:ext>
                </a:extLst>
              </p:cNvPr>
              <p:cNvSpPr/>
              <p:nvPr/>
            </p:nvSpPr>
            <p:spPr>
              <a:xfrm rot="4666750">
                <a:off x="2663825" y="4744085"/>
                <a:ext cx="306705" cy="320675"/>
              </a:xfrm>
              <a:custGeom>
                <a:avLst/>
                <a:gdLst>
                  <a:gd name="connsiteX0" fmla="*/ 0 w 751712"/>
                  <a:gd name="connsiteY0" fmla="*/ 497894 h 766419"/>
                  <a:gd name="connsiteX1" fmla="*/ 107134 w 751712"/>
                  <a:gd name="connsiteY1" fmla="*/ 3253 h 766419"/>
                  <a:gd name="connsiteX2" fmla="*/ 119855 w 751712"/>
                  <a:gd name="connsiteY2" fmla="*/ 0 h 766419"/>
                  <a:gd name="connsiteX3" fmla="*/ 751712 w 751712"/>
                  <a:gd name="connsiteY3" fmla="*/ 649798 h 766419"/>
                  <a:gd name="connsiteX4" fmla="*/ 749455 w 751712"/>
                  <a:gd name="connsiteY4" fmla="*/ 660217 h 766419"/>
                  <a:gd name="connsiteX5" fmla="*/ 334147 w 751712"/>
                  <a:gd name="connsiteY5" fmla="*/ 766419 h 766419"/>
                  <a:gd name="connsiteX6" fmla="*/ 0 w 751712"/>
                  <a:gd name="connsiteY6" fmla="*/ 497894 h 7664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751712" h="766419">
                    <a:moveTo>
                      <a:pt x="0" y="497894"/>
                    </a:moveTo>
                    <a:lnTo>
                      <a:pt x="107134" y="3253"/>
                    </a:lnTo>
                    <a:lnTo>
                      <a:pt x="119855" y="0"/>
                    </a:lnTo>
                    <a:lnTo>
                      <a:pt x="751712" y="649798"/>
                    </a:lnTo>
                    <a:lnTo>
                      <a:pt x="749455" y="660217"/>
                    </a:lnTo>
                    <a:lnTo>
                      <a:pt x="334147" y="766419"/>
                    </a:lnTo>
                    <a:lnTo>
                      <a:pt x="0" y="497894"/>
                    </a:lnTo>
                    <a:close/>
                  </a:path>
                </a:pathLst>
              </a:custGeom>
              <a:gradFill>
                <a:gsLst>
                  <a:gs pos="69000">
                    <a:schemeClr val="bg1">
                      <a:alpha val="20000"/>
                    </a:schemeClr>
                  </a:gs>
                  <a:gs pos="0">
                    <a:srgbClr val="2069C2">
                      <a:alpha val="14000"/>
                    </a:srgbClr>
                  </a:gs>
                </a:gsLst>
                <a:lin ang="15000000" scaled="0"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ko-KR" altLang="en-US" sz="1400"/>
              </a:p>
            </p:txBody>
          </p:sp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9BC77D60-A844-B390-ADE8-FEB89E7E6BC4}"/>
                  </a:ext>
                </a:extLst>
              </p:cNvPr>
              <p:cNvSpPr txBox="1"/>
              <p:nvPr/>
            </p:nvSpPr>
            <p:spPr>
              <a:xfrm>
                <a:off x="2714625" y="4814570"/>
                <a:ext cx="255905" cy="246380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 latinLnBrk="0"/>
                <a:r>
                  <a:rPr lang="en-US" altLang="ko-KR" sz="1600" dirty="0">
                    <a:ln>
                      <a:solidFill>
                        <a:schemeClr val="accent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세방고딕 Bold" panose="00000800000000000000" pitchFamily="2" charset="-127"/>
                    <a:ea typeface="세방고딕 Bold" panose="00000800000000000000" pitchFamily="2" charset="-127"/>
                    <a:cs typeface="Pretendard SemiBold" panose="02000703000000020004" pitchFamily="2" charset="-127"/>
                  </a:rPr>
                  <a:t>3</a:t>
                </a:r>
                <a:endParaRPr lang="ko-KR" altLang="en-US" sz="1200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  <a:cs typeface="Pretendard SemiBold" panose="02000703000000020004" pitchFamily="2" charset="-127"/>
                </a:endParaRPr>
              </a:p>
            </p:txBody>
          </p:sp>
        </p:grp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4087B303-51FE-D056-D117-A87B789B4E7C}"/>
                </a:ext>
              </a:extLst>
            </p:cNvPr>
            <p:cNvSpPr txBox="1"/>
            <p:nvPr/>
          </p:nvSpPr>
          <p:spPr>
            <a:xfrm>
              <a:off x="3249930" y="4732655"/>
              <a:ext cx="8176895" cy="3886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50000"/>
                </a:lnSpc>
                <a:defRPr/>
              </a:pPr>
              <a:r>
                <a:rPr lang="ko-KR" altLang="en-US" sz="14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날씨</a:t>
              </a:r>
              <a:r>
                <a:rPr lang="en-US" altLang="ko-KR" sz="14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·</a:t>
              </a:r>
              <a:r>
                <a:rPr lang="ko-KR" altLang="en-US" sz="14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위치</a:t>
              </a:r>
              <a:r>
                <a:rPr lang="en-US" altLang="ko-KR" sz="14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·</a:t>
              </a:r>
              <a:r>
                <a:rPr lang="ko-KR" altLang="en-US" sz="14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시간 정보를 통합한 상황 인지형 음식점 추천 기능 구현</a:t>
              </a:r>
            </a:p>
          </p:txBody>
        </p:sp>
      </p:grp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86EB6972-64A2-D199-D99B-9DC2AD775BFD}"/>
              </a:ext>
            </a:extLst>
          </p:cNvPr>
          <p:cNvGrpSpPr/>
          <p:nvPr/>
        </p:nvGrpSpPr>
        <p:grpSpPr>
          <a:xfrm>
            <a:off x="2638425" y="2724150"/>
            <a:ext cx="9095105" cy="673100"/>
            <a:chOff x="2638425" y="2724150"/>
            <a:chExt cx="9095105" cy="673100"/>
          </a:xfrm>
        </p:grpSpPr>
        <p:sp>
          <p:nvSpPr>
            <p:cNvPr id="31" name="사각형: 둥근 모서리 30">
              <a:extLst>
                <a:ext uri="{FF2B5EF4-FFF2-40B4-BE49-F238E27FC236}">
                  <a16:creationId xmlns:a16="http://schemas.microsoft.com/office/drawing/2014/main" id="{5C4D692F-24A9-2E64-EDDC-3309FB5D256A}"/>
                </a:ext>
              </a:extLst>
            </p:cNvPr>
            <p:cNvSpPr/>
            <p:nvPr/>
          </p:nvSpPr>
          <p:spPr>
            <a:xfrm>
              <a:off x="2830830" y="2724150"/>
              <a:ext cx="8902700" cy="673100"/>
            </a:xfrm>
            <a:prstGeom prst="roundRect">
              <a:avLst/>
            </a:prstGeom>
            <a:solidFill>
              <a:schemeClr val="bg1">
                <a:alpha val="85000"/>
              </a:schemeClr>
            </a:solidFill>
            <a:ln>
              <a:noFill/>
            </a:ln>
            <a:effectLst>
              <a:outerShdw blurRad="76200" algn="ctr" rotWithShape="0">
                <a:srgbClr val="3378C8">
                  <a:alpha val="4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FE7BB0B9-E2A0-8195-FC06-E1784851614C}"/>
                </a:ext>
              </a:extLst>
            </p:cNvPr>
            <p:cNvSpPr txBox="1"/>
            <p:nvPr/>
          </p:nvSpPr>
          <p:spPr>
            <a:xfrm>
              <a:off x="3277870" y="2905125"/>
              <a:ext cx="8148955" cy="3079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14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사용자의 위치 정보와 실시간 날씨 데이터를 활용하여</a:t>
              </a:r>
              <a:r>
                <a:rPr lang="en-US" altLang="ko-KR" sz="14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, </a:t>
              </a:r>
              <a:r>
                <a:rPr lang="ko-KR" altLang="en-US" sz="14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사용자의 상황에 적합한 음식 선택을 돕는다</a:t>
              </a:r>
              <a:endPara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grpSp>
          <p:nvGrpSpPr>
            <p:cNvPr id="44" name="그룹 43">
              <a:extLst>
                <a:ext uri="{FF2B5EF4-FFF2-40B4-BE49-F238E27FC236}">
                  <a16:creationId xmlns:a16="http://schemas.microsoft.com/office/drawing/2014/main" id="{AAE94BE5-34AC-6820-6F4E-6545486CA43D}"/>
                </a:ext>
              </a:extLst>
            </p:cNvPr>
            <p:cNvGrpSpPr/>
            <p:nvPr/>
          </p:nvGrpSpPr>
          <p:grpSpPr>
            <a:xfrm>
              <a:off x="2638425" y="2875915"/>
              <a:ext cx="408305" cy="387985"/>
              <a:chOff x="2638425" y="2875915"/>
              <a:chExt cx="408305" cy="387985"/>
            </a:xfrm>
          </p:grpSpPr>
          <p:sp>
            <p:nvSpPr>
              <p:cNvPr id="46" name="육각형 45">
                <a:extLst>
                  <a:ext uri="{FF2B5EF4-FFF2-40B4-BE49-F238E27FC236}">
                    <a16:creationId xmlns:a16="http://schemas.microsoft.com/office/drawing/2014/main" id="{EB4E98E3-EA86-0711-6A3D-B085D6207A8D}"/>
                  </a:ext>
                </a:extLst>
              </p:cNvPr>
              <p:cNvSpPr/>
              <p:nvPr/>
            </p:nvSpPr>
            <p:spPr>
              <a:xfrm>
                <a:off x="2638425" y="2875915"/>
                <a:ext cx="408305" cy="351790"/>
              </a:xfrm>
              <a:prstGeom prst="hexagon">
                <a:avLst/>
              </a:prstGeom>
              <a:solidFill>
                <a:srgbClr val="3378C8"/>
              </a:solidFill>
              <a:ln w="12700">
                <a:solidFill>
                  <a:srgbClr val="3378C8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400"/>
              </a:p>
            </p:txBody>
          </p:sp>
          <p:sp>
            <p:nvSpPr>
              <p:cNvPr id="47" name="자유형: 도형 46">
                <a:extLst>
                  <a:ext uri="{FF2B5EF4-FFF2-40B4-BE49-F238E27FC236}">
                    <a16:creationId xmlns:a16="http://schemas.microsoft.com/office/drawing/2014/main" id="{DC9CD92F-68F5-4F71-873E-C52262D4E4E7}"/>
                  </a:ext>
                </a:extLst>
              </p:cNvPr>
              <p:cNvSpPr/>
              <p:nvPr/>
            </p:nvSpPr>
            <p:spPr>
              <a:xfrm rot="4666750">
                <a:off x="2663825" y="2870835"/>
                <a:ext cx="306705" cy="320675"/>
              </a:xfrm>
              <a:custGeom>
                <a:avLst/>
                <a:gdLst>
                  <a:gd name="connsiteX0" fmla="*/ 0 w 751712"/>
                  <a:gd name="connsiteY0" fmla="*/ 497894 h 766419"/>
                  <a:gd name="connsiteX1" fmla="*/ 107134 w 751712"/>
                  <a:gd name="connsiteY1" fmla="*/ 3253 h 766419"/>
                  <a:gd name="connsiteX2" fmla="*/ 119855 w 751712"/>
                  <a:gd name="connsiteY2" fmla="*/ 0 h 766419"/>
                  <a:gd name="connsiteX3" fmla="*/ 751712 w 751712"/>
                  <a:gd name="connsiteY3" fmla="*/ 649798 h 766419"/>
                  <a:gd name="connsiteX4" fmla="*/ 749455 w 751712"/>
                  <a:gd name="connsiteY4" fmla="*/ 660217 h 766419"/>
                  <a:gd name="connsiteX5" fmla="*/ 334147 w 751712"/>
                  <a:gd name="connsiteY5" fmla="*/ 766419 h 766419"/>
                  <a:gd name="connsiteX6" fmla="*/ 0 w 751712"/>
                  <a:gd name="connsiteY6" fmla="*/ 497894 h 7664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751712" h="766419">
                    <a:moveTo>
                      <a:pt x="0" y="497894"/>
                    </a:moveTo>
                    <a:lnTo>
                      <a:pt x="107134" y="3253"/>
                    </a:lnTo>
                    <a:lnTo>
                      <a:pt x="119855" y="0"/>
                    </a:lnTo>
                    <a:lnTo>
                      <a:pt x="751712" y="649798"/>
                    </a:lnTo>
                    <a:lnTo>
                      <a:pt x="749455" y="660217"/>
                    </a:lnTo>
                    <a:lnTo>
                      <a:pt x="334147" y="766419"/>
                    </a:lnTo>
                    <a:lnTo>
                      <a:pt x="0" y="497894"/>
                    </a:lnTo>
                    <a:close/>
                  </a:path>
                </a:pathLst>
              </a:custGeom>
              <a:gradFill>
                <a:gsLst>
                  <a:gs pos="69000">
                    <a:schemeClr val="bg1">
                      <a:alpha val="20000"/>
                    </a:schemeClr>
                  </a:gs>
                  <a:gs pos="0">
                    <a:srgbClr val="2069C2">
                      <a:alpha val="14000"/>
                    </a:srgbClr>
                  </a:gs>
                </a:gsLst>
                <a:lin ang="15000000" scaled="0"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ko-KR" altLang="en-US" sz="1400"/>
              </a:p>
            </p:txBody>
          </p:sp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A578A259-752C-6DC6-39E8-9778F13F2078}"/>
                  </a:ext>
                </a:extLst>
              </p:cNvPr>
              <p:cNvSpPr txBox="1"/>
              <p:nvPr/>
            </p:nvSpPr>
            <p:spPr>
              <a:xfrm>
                <a:off x="2714625" y="2941320"/>
                <a:ext cx="255905" cy="322580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 latinLnBrk="0"/>
                <a:r>
                  <a:rPr lang="en-US" altLang="ko-KR" sz="1600" dirty="0">
                    <a:ln>
                      <a:solidFill>
                        <a:schemeClr val="accent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세방고딕 Bold" panose="00000800000000000000" pitchFamily="2" charset="-127"/>
                    <a:ea typeface="세방고딕 Bold" panose="00000800000000000000" pitchFamily="2" charset="-127"/>
                    <a:cs typeface="Pretendard SemiBold" panose="02000703000000020004" pitchFamily="2" charset="-127"/>
                  </a:rPr>
                  <a:t>1</a:t>
                </a:r>
                <a:endParaRPr lang="ko-KR" altLang="en-US" sz="1200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  <a:cs typeface="Pretendard SemiBold" panose="02000703000000020004" pitchFamily="2" charset="-127"/>
                </a:endParaRPr>
              </a:p>
            </p:txBody>
          </p:sp>
        </p:grpSp>
      </p:grpSp>
      <p:grpSp>
        <p:nvGrpSpPr>
          <p:cNvPr id="23" name="그룹 22">
            <a:extLst>
              <a:ext uri="{FF2B5EF4-FFF2-40B4-BE49-F238E27FC236}">
                <a16:creationId xmlns:a16="http://schemas.microsoft.com/office/drawing/2014/main" id="{B8123C23-7A76-99C8-0803-53A933D1ACBE}"/>
              </a:ext>
            </a:extLst>
          </p:cNvPr>
          <p:cNvGrpSpPr/>
          <p:nvPr/>
        </p:nvGrpSpPr>
        <p:grpSpPr>
          <a:xfrm>
            <a:off x="2638425" y="5534660"/>
            <a:ext cx="9095105" cy="673100"/>
            <a:chOff x="2638425" y="5534660"/>
            <a:chExt cx="9095105" cy="673100"/>
          </a:xfrm>
        </p:grpSpPr>
        <p:sp>
          <p:nvSpPr>
            <p:cNvPr id="43" name="사각형: 둥근 모서리 42">
              <a:extLst>
                <a:ext uri="{FF2B5EF4-FFF2-40B4-BE49-F238E27FC236}">
                  <a16:creationId xmlns:a16="http://schemas.microsoft.com/office/drawing/2014/main" id="{91919741-9825-9507-FEF9-5652C463E060}"/>
                </a:ext>
              </a:extLst>
            </p:cNvPr>
            <p:cNvSpPr/>
            <p:nvPr/>
          </p:nvSpPr>
          <p:spPr>
            <a:xfrm>
              <a:off x="2830830" y="5534660"/>
              <a:ext cx="8902700" cy="673100"/>
            </a:xfrm>
            <a:prstGeom prst="roundRect">
              <a:avLst/>
            </a:prstGeom>
            <a:solidFill>
              <a:schemeClr val="bg1">
                <a:alpha val="85000"/>
              </a:schemeClr>
            </a:solidFill>
            <a:ln>
              <a:noFill/>
            </a:ln>
            <a:effectLst>
              <a:outerShdw blurRad="76200" algn="ctr" rotWithShape="0">
                <a:srgbClr val="3378C8">
                  <a:alpha val="4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grpSp>
          <p:nvGrpSpPr>
            <p:cNvPr id="57" name="그룹 56">
              <a:extLst>
                <a:ext uri="{FF2B5EF4-FFF2-40B4-BE49-F238E27FC236}">
                  <a16:creationId xmlns:a16="http://schemas.microsoft.com/office/drawing/2014/main" id="{5E8775BF-8025-6B56-33EC-E05C4930BEF3}"/>
                </a:ext>
              </a:extLst>
            </p:cNvPr>
            <p:cNvGrpSpPr/>
            <p:nvPr/>
          </p:nvGrpSpPr>
          <p:grpSpPr>
            <a:xfrm>
              <a:off x="2638425" y="5685790"/>
              <a:ext cx="408305" cy="351790"/>
              <a:chOff x="2638425" y="5685790"/>
              <a:chExt cx="408305" cy="351790"/>
            </a:xfrm>
          </p:grpSpPr>
          <p:sp>
            <p:nvSpPr>
              <p:cNvPr id="58" name="육각형 57">
                <a:extLst>
                  <a:ext uri="{FF2B5EF4-FFF2-40B4-BE49-F238E27FC236}">
                    <a16:creationId xmlns:a16="http://schemas.microsoft.com/office/drawing/2014/main" id="{F2B5CC19-848E-CE0D-0EDF-332B4D2DBF1F}"/>
                  </a:ext>
                </a:extLst>
              </p:cNvPr>
              <p:cNvSpPr/>
              <p:nvPr/>
            </p:nvSpPr>
            <p:spPr>
              <a:xfrm>
                <a:off x="2638425" y="5685790"/>
                <a:ext cx="408305" cy="351790"/>
              </a:xfrm>
              <a:prstGeom prst="hexagon">
                <a:avLst/>
              </a:prstGeom>
              <a:solidFill>
                <a:srgbClr val="3378C8"/>
              </a:solidFill>
              <a:ln w="12700">
                <a:solidFill>
                  <a:srgbClr val="3378C8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400"/>
              </a:p>
            </p:txBody>
          </p:sp>
          <p:sp>
            <p:nvSpPr>
              <p:cNvPr id="59" name="자유형: 도형 58">
                <a:extLst>
                  <a:ext uri="{FF2B5EF4-FFF2-40B4-BE49-F238E27FC236}">
                    <a16:creationId xmlns:a16="http://schemas.microsoft.com/office/drawing/2014/main" id="{59767EC2-0DEE-BA6F-D589-DB61944A0665}"/>
                  </a:ext>
                </a:extLst>
              </p:cNvPr>
              <p:cNvSpPr/>
              <p:nvPr/>
            </p:nvSpPr>
            <p:spPr>
              <a:xfrm rot="4666750">
                <a:off x="2663825" y="5680710"/>
                <a:ext cx="306705" cy="320675"/>
              </a:xfrm>
              <a:custGeom>
                <a:avLst/>
                <a:gdLst>
                  <a:gd name="connsiteX0" fmla="*/ 0 w 751712"/>
                  <a:gd name="connsiteY0" fmla="*/ 497894 h 766419"/>
                  <a:gd name="connsiteX1" fmla="*/ 107134 w 751712"/>
                  <a:gd name="connsiteY1" fmla="*/ 3253 h 766419"/>
                  <a:gd name="connsiteX2" fmla="*/ 119855 w 751712"/>
                  <a:gd name="connsiteY2" fmla="*/ 0 h 766419"/>
                  <a:gd name="connsiteX3" fmla="*/ 751712 w 751712"/>
                  <a:gd name="connsiteY3" fmla="*/ 649798 h 766419"/>
                  <a:gd name="connsiteX4" fmla="*/ 749455 w 751712"/>
                  <a:gd name="connsiteY4" fmla="*/ 660217 h 766419"/>
                  <a:gd name="connsiteX5" fmla="*/ 334147 w 751712"/>
                  <a:gd name="connsiteY5" fmla="*/ 766419 h 766419"/>
                  <a:gd name="connsiteX6" fmla="*/ 0 w 751712"/>
                  <a:gd name="connsiteY6" fmla="*/ 497894 h 7664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751712" h="766419">
                    <a:moveTo>
                      <a:pt x="0" y="497894"/>
                    </a:moveTo>
                    <a:lnTo>
                      <a:pt x="107134" y="3253"/>
                    </a:lnTo>
                    <a:lnTo>
                      <a:pt x="119855" y="0"/>
                    </a:lnTo>
                    <a:lnTo>
                      <a:pt x="751712" y="649798"/>
                    </a:lnTo>
                    <a:lnTo>
                      <a:pt x="749455" y="660217"/>
                    </a:lnTo>
                    <a:lnTo>
                      <a:pt x="334147" y="766419"/>
                    </a:lnTo>
                    <a:lnTo>
                      <a:pt x="0" y="497894"/>
                    </a:lnTo>
                    <a:close/>
                  </a:path>
                </a:pathLst>
              </a:custGeom>
              <a:gradFill>
                <a:gsLst>
                  <a:gs pos="69000">
                    <a:schemeClr val="bg1">
                      <a:alpha val="20000"/>
                    </a:schemeClr>
                  </a:gs>
                  <a:gs pos="0">
                    <a:srgbClr val="2069C2">
                      <a:alpha val="14000"/>
                    </a:srgbClr>
                  </a:gs>
                </a:gsLst>
                <a:lin ang="15000000" scaled="0"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ko-KR" altLang="en-US" sz="1400"/>
              </a:p>
            </p:txBody>
          </p:sp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7DD2F99E-900E-5D0C-7186-254A772638BA}"/>
                  </a:ext>
                </a:extLst>
              </p:cNvPr>
              <p:cNvSpPr txBox="1"/>
              <p:nvPr/>
            </p:nvSpPr>
            <p:spPr>
              <a:xfrm>
                <a:off x="2714625" y="5751195"/>
                <a:ext cx="255905" cy="246380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 latinLnBrk="0"/>
                <a:r>
                  <a:rPr lang="en-US" altLang="ko-KR" sz="1600" dirty="0">
                    <a:ln>
                      <a:solidFill>
                        <a:schemeClr val="accent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세방고딕 Bold" panose="00000800000000000000" pitchFamily="2" charset="-127"/>
                    <a:ea typeface="세방고딕 Bold" panose="00000800000000000000" pitchFamily="2" charset="-127"/>
                    <a:cs typeface="Pretendard SemiBold" panose="02000703000000020004" pitchFamily="2" charset="-127"/>
                  </a:rPr>
                  <a:t>4</a:t>
                </a:r>
                <a:endParaRPr lang="ko-KR" altLang="en-US" sz="1200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  <a:cs typeface="Pretendard SemiBold" panose="02000703000000020004" pitchFamily="2" charset="-127"/>
                </a:endParaRPr>
              </a:p>
            </p:txBody>
          </p:sp>
        </p:grpSp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56921BBF-1516-FB24-0D8B-3AB3A25A673E}"/>
                </a:ext>
              </a:extLst>
            </p:cNvPr>
            <p:cNvSpPr txBox="1"/>
            <p:nvPr/>
          </p:nvSpPr>
          <p:spPr>
            <a:xfrm>
              <a:off x="3249930" y="5713730"/>
              <a:ext cx="8019415" cy="3079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14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추천 과정에서 발생하는 이용 이력을 수집</a:t>
              </a:r>
              <a:r>
                <a:rPr lang="en-US" altLang="ko-KR" sz="14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·</a:t>
              </a:r>
              <a:r>
                <a:rPr lang="ko-KR" altLang="en-US" sz="14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분석하여 향후 개인화 추천 및 서비스 고도화에 활용</a:t>
              </a:r>
            </a:p>
          </p:txBody>
        </p:sp>
      </p:grpSp>
      <p:pic>
        <p:nvPicPr>
          <p:cNvPr id="74" name="그래픽 73">
            <a:extLst>
              <a:ext uri="{FF2B5EF4-FFF2-40B4-BE49-F238E27FC236}">
                <a16:creationId xmlns:a16="http://schemas.microsoft.com/office/drawing/2014/main" id="{684C52F4-7034-4768-87B0-83A54038EA36}"/>
              </a:ext>
            </a:extLst>
          </p:cNvPr>
          <p:cNvPicPr>
            <a:picLocks noChangeAspect="1"/>
          </p:cNvPicPr>
          <p:nvPr/>
        </p:nvPicPr>
        <p:blipFill rotWithShape="1"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rcRect b="17803"/>
          <a:stretch/>
        </p:blipFill>
        <p:spPr>
          <a:xfrm rot="5400000">
            <a:off x="-476250" y="2466975"/>
            <a:ext cx="1438910" cy="485775"/>
          </a:xfrm>
          <a:prstGeom prst="rect">
            <a:avLst/>
          </a:prstGeom>
        </p:spPr>
      </p:pic>
      <p:grpSp>
        <p:nvGrpSpPr>
          <p:cNvPr id="22" name="그룹 21">
            <a:extLst>
              <a:ext uri="{FF2B5EF4-FFF2-40B4-BE49-F238E27FC236}">
                <a16:creationId xmlns:a16="http://schemas.microsoft.com/office/drawing/2014/main" id="{5F297602-7BCC-5393-C242-81517292EEDF}"/>
              </a:ext>
            </a:extLst>
          </p:cNvPr>
          <p:cNvGrpSpPr/>
          <p:nvPr/>
        </p:nvGrpSpPr>
        <p:grpSpPr>
          <a:xfrm>
            <a:off x="10667365" y="6576695"/>
            <a:ext cx="1075690" cy="150495"/>
            <a:chOff x="10667365" y="6576695"/>
            <a:chExt cx="1075690" cy="150495"/>
          </a:xfrm>
        </p:grpSpPr>
        <p:pic>
          <p:nvPicPr>
            <p:cNvPr id="26" name="_x278651016">
              <a:extLst>
                <a:ext uri="{FF2B5EF4-FFF2-40B4-BE49-F238E27FC236}">
                  <a16:creationId xmlns:a16="http://schemas.microsoft.com/office/drawing/2014/main" id="{C18F29AF-7582-C62A-7853-7017BD7C81B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0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269345" y="6576695"/>
              <a:ext cx="473710" cy="15049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8" name="그래픽 23">
              <a:extLst>
                <a:ext uri="{FF2B5EF4-FFF2-40B4-BE49-F238E27FC236}">
                  <a16:creationId xmlns:a16="http://schemas.microsoft.com/office/drawing/2014/main" id="{53A71266-6E81-59F0-9CDE-3F943094D018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 cstate="print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p:blipFill>
          <p:spPr>
            <a:xfrm>
              <a:off x="10667365" y="6576695"/>
              <a:ext cx="477520" cy="14224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09975932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사각형: 둥근 한쪽 모서리 17">
            <a:extLst>
              <a:ext uri="{FF2B5EF4-FFF2-40B4-BE49-F238E27FC236}">
                <a16:creationId xmlns:a16="http://schemas.microsoft.com/office/drawing/2014/main" id="{2EAF6D58-084F-2DED-DF2E-AAB0DF464557}"/>
              </a:ext>
            </a:extLst>
          </p:cNvPr>
          <p:cNvSpPr/>
          <p:nvPr/>
        </p:nvSpPr>
        <p:spPr>
          <a:xfrm flipH="1" flipV="1">
            <a:off x="173990" y="70485"/>
            <a:ext cx="12018010" cy="1221105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50000"/>
            </a:schemeClr>
          </a:solidFill>
          <a:ln w="10818" cap="flat">
            <a:noFill/>
            <a:prstDash val="solid"/>
            <a:miter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739452E3-2013-66BF-2EBE-F0EC960C4077}"/>
              </a:ext>
            </a:extLst>
          </p:cNvPr>
          <p:cNvGrpSpPr/>
          <p:nvPr/>
        </p:nvGrpSpPr>
        <p:grpSpPr>
          <a:xfrm>
            <a:off x="375920" y="333375"/>
            <a:ext cx="5948680" cy="831215"/>
            <a:chOff x="375920" y="333375"/>
            <a:chExt cx="5948680" cy="831215"/>
          </a:xfrm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92519771-A232-D9CF-4769-EBFF2F8CFBB1}"/>
                </a:ext>
              </a:extLst>
            </p:cNvPr>
            <p:cNvSpPr txBox="1"/>
            <p:nvPr/>
          </p:nvSpPr>
          <p:spPr>
            <a:xfrm>
              <a:off x="1461770" y="366395"/>
              <a:ext cx="2252345" cy="2768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2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>
                      <a:alpha val="50000"/>
                    </a:srgb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K-Digital Training</a:t>
              </a:r>
              <a:endParaRPr lang="ko-KR" altLang="en-US" sz="12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>
                    <a:alpha val="50000"/>
                  </a:srgb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EE109AB5-00CA-F0E8-7FD9-645FB6E912A9}"/>
                </a:ext>
              </a:extLst>
            </p:cNvPr>
            <p:cNvSpPr txBox="1"/>
            <p:nvPr/>
          </p:nvSpPr>
          <p:spPr>
            <a:xfrm>
              <a:off x="1461770" y="584835"/>
              <a:ext cx="4862830" cy="52324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28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프로젝트 개요</a:t>
              </a: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093CAA92-4EAE-8A8B-E8EE-0F5B51065B1A}"/>
                </a:ext>
              </a:extLst>
            </p:cNvPr>
            <p:cNvSpPr txBox="1"/>
            <p:nvPr/>
          </p:nvSpPr>
          <p:spPr>
            <a:xfrm>
              <a:off x="375920" y="333375"/>
              <a:ext cx="1266825" cy="831215"/>
            </a:xfrm>
            <a:prstGeom prst="rect">
              <a:avLst/>
            </a:prstGeom>
            <a:noFill/>
          </p:spPr>
          <p:txBody>
            <a:bodyPr wrap="square" tIns="0" bIns="0">
              <a:spAutoFit/>
            </a:bodyPr>
            <a:lstStyle/>
            <a:p>
              <a:pPr eaLnBrk="1" fontAlgn="auto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ko-KR" sz="54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01</a:t>
              </a:r>
              <a:endParaRPr lang="ko-KR" altLang="en-US" sz="4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</p:grpSp>
      <p:pic>
        <p:nvPicPr>
          <p:cNvPr id="26" name="그림 25">
            <a:extLst>
              <a:ext uri="{FF2B5EF4-FFF2-40B4-BE49-F238E27FC236}">
                <a16:creationId xmlns:a16="http://schemas.microsoft.com/office/drawing/2014/main" id="{FE80A41B-F61E-4713-97AE-0B084B8425AD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duotone>
              <a:schemeClr val="accent5">
                <a:shade val="45000"/>
                <a:satMod val="135000"/>
              </a:schemeClr>
              <a:prstClr val="white"/>
            </a:duotone>
            <a:alphaModFix amt="27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10800000" flipV="1">
            <a:off x="0" y="1917065"/>
            <a:ext cx="12192000" cy="233680"/>
          </a:xfrm>
          <a:prstGeom prst="rect">
            <a:avLst/>
          </a:prstGeom>
        </p:spPr>
      </p:pic>
      <p:sp>
        <p:nvSpPr>
          <p:cNvPr id="31" name="TextBox 30">
            <a:extLst>
              <a:ext uri="{FF2B5EF4-FFF2-40B4-BE49-F238E27FC236}">
                <a16:creationId xmlns:a16="http://schemas.microsoft.com/office/drawing/2014/main" id="{F3F47CD5-B807-B83F-61E9-F4274413B9B9}"/>
              </a:ext>
            </a:extLst>
          </p:cNvPr>
          <p:cNvSpPr txBox="1"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FFD85C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3D5EC40-66CF-4031-0B6C-BB0FF72B95AC}"/>
              </a:ext>
            </a:extLst>
          </p:cNvPr>
          <p:cNvSpPr txBox="1"/>
          <p:nvPr/>
        </p:nvSpPr>
        <p:spPr>
          <a:xfrm>
            <a:off x="0" y="0"/>
            <a:ext cx="1336675" cy="114300"/>
          </a:xfrm>
          <a:prstGeom prst="rect">
            <a:avLst/>
          </a:prstGeom>
          <a:solidFill>
            <a:srgbClr val="3378C8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pic>
        <p:nvPicPr>
          <p:cNvPr id="38" name="그래픽 37">
            <a:extLst>
              <a:ext uri="{FF2B5EF4-FFF2-40B4-BE49-F238E27FC236}">
                <a16:creationId xmlns:a16="http://schemas.microsoft.com/office/drawing/2014/main" id="{52169E4C-2799-F656-9DE1-1585D60362A7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l="34974"/>
          <a:stretch/>
        </p:blipFill>
        <p:spPr>
          <a:xfrm rot="14660350">
            <a:off x="1905" y="5530850"/>
            <a:ext cx="1452245" cy="917575"/>
          </a:xfrm>
          <a:prstGeom prst="rect">
            <a:avLst/>
          </a:prstGeom>
        </p:spPr>
      </p:pic>
      <p:pic>
        <p:nvPicPr>
          <p:cNvPr id="77" name="그래픽 76">
            <a:extLst>
              <a:ext uri="{FF2B5EF4-FFF2-40B4-BE49-F238E27FC236}">
                <a16:creationId xmlns:a16="http://schemas.microsoft.com/office/drawing/2014/main" id="{07A591E4-A623-F9E5-1D76-C87CC8D6F30F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 rot="21165700">
            <a:off x="8621395" y="4762500"/>
            <a:ext cx="3710305" cy="1869440"/>
          </a:xfrm>
          <a:prstGeom prst="rect">
            <a:avLst/>
          </a:prstGeom>
        </p:spPr>
      </p:pic>
      <p:pic>
        <p:nvPicPr>
          <p:cNvPr id="2" name="그래픽 1">
            <a:extLst>
              <a:ext uri="{FF2B5EF4-FFF2-40B4-BE49-F238E27FC236}">
                <a16:creationId xmlns:a16="http://schemas.microsoft.com/office/drawing/2014/main" id="{987BCEF9-B226-F362-6313-E55EE9911845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1690350" y="3164840"/>
            <a:ext cx="178435" cy="178435"/>
          </a:xfrm>
          <a:prstGeom prst="rect">
            <a:avLst/>
          </a:prstGeom>
        </p:spPr>
      </p:pic>
      <p:pic>
        <p:nvPicPr>
          <p:cNvPr id="3" name="그래픽 2">
            <a:extLst>
              <a:ext uri="{FF2B5EF4-FFF2-40B4-BE49-F238E27FC236}">
                <a16:creationId xmlns:a16="http://schemas.microsoft.com/office/drawing/2014/main" id="{4B110257-EB8E-76DE-368E-E544EFAFF9E3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 rot="20272352">
            <a:off x="386715" y="5443220"/>
            <a:ext cx="186690" cy="207645"/>
          </a:xfrm>
          <a:prstGeom prst="rect">
            <a:avLst/>
          </a:prstGeom>
        </p:spPr>
      </p:pic>
      <p:pic>
        <p:nvPicPr>
          <p:cNvPr id="4" name="그래픽 3">
            <a:extLst>
              <a:ext uri="{FF2B5EF4-FFF2-40B4-BE49-F238E27FC236}">
                <a16:creationId xmlns:a16="http://schemas.microsoft.com/office/drawing/2014/main" id="{92D42B1E-2EB5-D71D-F8B8-63CD366F3570}"/>
              </a:ext>
            </a:extLst>
          </p:cNvPr>
          <p:cNvPicPr>
            <a:picLocks noChangeAspect="1"/>
          </p:cNvPicPr>
          <p:nvPr/>
        </p:nvPicPr>
        <p:blipFill rotWithShape="1"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rcRect l="44921"/>
          <a:stretch/>
        </p:blipFill>
        <p:spPr>
          <a:xfrm rot="10800000">
            <a:off x="11016615" y="4903470"/>
            <a:ext cx="1175385" cy="779780"/>
          </a:xfrm>
          <a:prstGeom prst="rect">
            <a:avLst/>
          </a:prstGeom>
        </p:spPr>
      </p:pic>
      <p:pic>
        <p:nvPicPr>
          <p:cNvPr id="5" name="그래픽 4">
            <a:extLst>
              <a:ext uri="{FF2B5EF4-FFF2-40B4-BE49-F238E27FC236}">
                <a16:creationId xmlns:a16="http://schemas.microsoft.com/office/drawing/2014/main" id="{F78E59B9-5F04-49C5-1722-52369FFA7F3C}"/>
              </a:ext>
            </a:extLst>
          </p:cNvPr>
          <p:cNvPicPr>
            <a:picLocks noChangeAspect="1"/>
          </p:cNvPicPr>
          <p:nvPr/>
        </p:nvPicPr>
        <p:blipFill rotWithShape="1"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rcRect l="45412"/>
          <a:stretch/>
        </p:blipFill>
        <p:spPr>
          <a:xfrm>
            <a:off x="0" y="3261995"/>
            <a:ext cx="2914650" cy="2847975"/>
          </a:xfrm>
          <a:prstGeom prst="rect">
            <a:avLst/>
          </a:prstGeom>
        </p:spPr>
      </p:pic>
      <p:pic>
        <p:nvPicPr>
          <p:cNvPr id="7" name="그래픽 6"/>
          <p:cNvPicPr>
            <a:picLocks noChangeAspect="1"/>
          </p:cNvPicPr>
          <p:nvPr/>
        </p:nvPicPr>
        <p:blipFill rotWithShape="1"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934710"/>
            <a:ext cx="12192635" cy="923925"/>
          </a:xfrm>
          <a:prstGeom prst="rect">
            <a:avLst/>
          </a:prstGeom>
          <a:noFill/>
        </p:spPr>
      </p:pic>
      <p:pic>
        <p:nvPicPr>
          <p:cNvPr id="8" name="그래픽 7">
            <a:extLst>
              <a:ext uri="{FF2B5EF4-FFF2-40B4-BE49-F238E27FC236}">
                <a16:creationId xmlns:a16="http://schemas.microsoft.com/office/drawing/2014/main" id="{7B6B5F6A-0FEB-342B-332D-F2272FE569DD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11672570" y="2240915"/>
            <a:ext cx="149225" cy="149225"/>
          </a:xfrm>
          <a:prstGeom prst="rect">
            <a:avLst/>
          </a:prstGeom>
        </p:spPr>
      </p:pic>
      <p:grpSp>
        <p:nvGrpSpPr>
          <p:cNvPr id="127" name="그룹 126">
            <a:extLst>
              <a:ext uri="{FF2B5EF4-FFF2-40B4-BE49-F238E27FC236}">
                <a16:creationId xmlns:a16="http://schemas.microsoft.com/office/drawing/2014/main" id="{77140A24-4427-2901-0E48-56E8102BC738}"/>
              </a:ext>
            </a:extLst>
          </p:cNvPr>
          <p:cNvGrpSpPr/>
          <p:nvPr/>
        </p:nvGrpSpPr>
        <p:grpSpPr>
          <a:xfrm>
            <a:off x="10667365" y="6576695"/>
            <a:ext cx="1075690" cy="150495"/>
            <a:chOff x="10667365" y="6576695"/>
            <a:chExt cx="1075690" cy="150495"/>
          </a:xfrm>
        </p:grpSpPr>
        <p:pic>
          <p:nvPicPr>
            <p:cNvPr id="128" name="_x278651016">
              <a:extLst>
                <a:ext uri="{FF2B5EF4-FFF2-40B4-BE49-F238E27FC236}">
                  <a16:creationId xmlns:a16="http://schemas.microsoft.com/office/drawing/2014/main" id="{63145737-FAD3-C459-34E2-FEA7EE5FEDB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9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269345" y="6576695"/>
              <a:ext cx="473710" cy="15049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29" name="그래픽 23">
              <a:extLst>
                <a:ext uri="{FF2B5EF4-FFF2-40B4-BE49-F238E27FC236}">
                  <a16:creationId xmlns:a16="http://schemas.microsoft.com/office/drawing/2014/main" id="{7C23C462-5B92-8099-5E84-F4F6B2B97DE8}"/>
                </a:ext>
              </a:extLst>
            </p:cNvPr>
            <p:cNvPicPr>
              <a:picLocks noChangeAspect="1"/>
            </p:cNvPicPr>
            <p:nvPr/>
          </p:nvPicPr>
          <p:blipFill>
            <a:blip r:embed="rId20" cstate="print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tretch>
              <a:fillRect/>
            </a:stretch>
          </p:blipFill>
          <p:spPr>
            <a:xfrm>
              <a:off x="10667365" y="6576695"/>
              <a:ext cx="477520" cy="142240"/>
            </a:xfrm>
            <a:prstGeom prst="rect">
              <a:avLst/>
            </a:prstGeom>
          </p:spPr>
        </p:pic>
      </p:grpSp>
      <p:sp>
        <p:nvSpPr>
          <p:cNvPr id="78" name="TextBox 77">
            <a:extLst>
              <a:ext uri="{FF2B5EF4-FFF2-40B4-BE49-F238E27FC236}">
                <a16:creationId xmlns:a16="http://schemas.microsoft.com/office/drawing/2014/main" id="{0ECFF9AA-B8BE-40FD-9C3B-6DBCEEE69F9E}"/>
              </a:ext>
            </a:extLst>
          </p:cNvPr>
          <p:cNvSpPr txBox="1"/>
          <p:nvPr/>
        </p:nvSpPr>
        <p:spPr>
          <a:xfrm>
            <a:off x="422910" y="4989830"/>
            <a:ext cx="2036445" cy="488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0000"/>
              </a:lnSpc>
              <a:defRPr/>
            </a:pPr>
            <a:r>
              <a:rPr lang="en-US" altLang="ko-KR" sz="1200" dirty="0" err="1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GeoLocation</a:t>
            </a:r>
            <a:r>
              <a:rPr lang="ko-KR" altLang="en-US" sz="12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으로 이용자의 좌표 획득</a:t>
            </a:r>
            <a:endParaRPr lang="en-US" altLang="ko-KR" sz="12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1F81D922-48EB-4362-BBD3-39CA7DDE51E7}"/>
              </a:ext>
            </a:extLst>
          </p:cNvPr>
          <p:cNvSpPr txBox="1"/>
          <p:nvPr/>
        </p:nvSpPr>
        <p:spPr>
          <a:xfrm>
            <a:off x="3216910" y="5048885"/>
            <a:ext cx="2122805" cy="487045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>
            <a:spAutoFit/>
          </a:bodyPr>
          <a:lstStyle/>
          <a:p>
            <a:pPr marL="0" indent="0" algn="ctr" latinLnBrk="0">
              <a:lnSpc>
                <a:spcPct val="110000"/>
              </a:lnSpc>
              <a:buFontTx/>
              <a:buNone/>
              <a:defRPr/>
            </a:pPr>
            <a:r>
              <a:rPr lang="en-US" altLang="ko-KR" sz="12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charset="0"/>
                <a:ea typeface="세방고딕 Regular" charset="0"/>
              </a:rPr>
              <a:t>LCC DFS </a:t>
            </a:r>
            <a:r>
              <a:rPr lang="ko-KR" altLang="en-US" sz="12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charset="0"/>
                <a:ea typeface="세방고딕 Regular" charset="0"/>
              </a:rPr>
              <a:t>좌표로 변환 후 기상청에 날씨 요청</a:t>
            </a:r>
          </a:p>
        </p:txBody>
      </p:sp>
      <p:grpSp>
        <p:nvGrpSpPr>
          <p:cNvPr id="76" name="그룹 75">
            <a:extLst>
              <a:ext uri="{FF2B5EF4-FFF2-40B4-BE49-F238E27FC236}">
                <a16:creationId xmlns:a16="http://schemas.microsoft.com/office/drawing/2014/main" id="{8734F482-8D9D-4730-AC07-2A52F78763B7}"/>
              </a:ext>
            </a:extLst>
          </p:cNvPr>
          <p:cNvGrpSpPr/>
          <p:nvPr/>
        </p:nvGrpSpPr>
        <p:grpSpPr>
          <a:xfrm>
            <a:off x="541655" y="1430020"/>
            <a:ext cx="10526395" cy="369570"/>
            <a:chOff x="541655" y="1430020"/>
            <a:chExt cx="10526395" cy="369570"/>
          </a:xfrm>
        </p:grpSpPr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A26143AA-EC37-486B-9653-36B79C491362}"/>
                </a:ext>
              </a:extLst>
            </p:cNvPr>
            <p:cNvSpPr txBox="1"/>
            <p:nvPr/>
          </p:nvSpPr>
          <p:spPr>
            <a:xfrm>
              <a:off x="743585" y="1430020"/>
              <a:ext cx="10324465" cy="36957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en-US" altLang="ko-KR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1-4 </a:t>
              </a:r>
              <a:r>
                <a:rPr lang="ko-KR" altLang="en-US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서비스 개요</a:t>
              </a:r>
              <a:endParaRPr lang="en-US" altLang="ko-KR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24" name="그래픽 43">
              <a:extLst>
                <a:ext uri="{FF2B5EF4-FFF2-40B4-BE49-F238E27FC236}">
                  <a16:creationId xmlns:a16="http://schemas.microsoft.com/office/drawing/2014/main" id="{61F120D7-0567-4C32-963B-AAE1B9E62D91}"/>
                </a:ext>
              </a:extLst>
            </p:cNvPr>
            <p:cNvSpPr/>
            <p:nvPr/>
          </p:nvSpPr>
          <p:spPr>
            <a:xfrm>
              <a:off x="541655" y="1539240"/>
              <a:ext cx="100965" cy="113665"/>
            </a:xfrm>
            <a:custGeom>
              <a:avLst/>
              <a:gdLst>
                <a:gd name="connsiteX0" fmla="*/ 428021 w 450214"/>
                <a:gd name="connsiteY0" fmla="*/ 214932 h 506845"/>
                <a:gd name="connsiteX1" fmla="*/ 66705 w 450214"/>
                <a:gd name="connsiteY1" fmla="*/ 6045 h 506845"/>
                <a:gd name="connsiteX2" fmla="*/ 0 w 450214"/>
                <a:gd name="connsiteY2" fmla="*/ 44511 h 506845"/>
                <a:gd name="connsiteX3" fmla="*/ 0 w 450214"/>
                <a:gd name="connsiteY3" fmla="*/ 462326 h 506845"/>
                <a:gd name="connsiteX4" fmla="*/ 66705 w 450214"/>
                <a:gd name="connsiteY4" fmla="*/ 500812 h 506845"/>
                <a:gd name="connsiteX5" fmla="*/ 428021 w 450214"/>
                <a:gd name="connsiteY5" fmla="*/ 291905 h 506845"/>
                <a:gd name="connsiteX6" fmla="*/ 428021 w 450214"/>
                <a:gd name="connsiteY6" fmla="*/ 214932 h 5068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50214" h="506845">
                  <a:moveTo>
                    <a:pt x="428021" y="214932"/>
                  </a:moveTo>
                  <a:lnTo>
                    <a:pt x="66705" y="6045"/>
                  </a:lnTo>
                  <a:cubicBezTo>
                    <a:pt x="37072" y="-11108"/>
                    <a:pt x="0" y="10287"/>
                    <a:pt x="0" y="44511"/>
                  </a:cubicBezTo>
                  <a:lnTo>
                    <a:pt x="0" y="462326"/>
                  </a:lnTo>
                  <a:cubicBezTo>
                    <a:pt x="0" y="496550"/>
                    <a:pt x="37072" y="517945"/>
                    <a:pt x="66705" y="500812"/>
                  </a:cubicBezTo>
                  <a:lnTo>
                    <a:pt x="428021" y="291905"/>
                  </a:lnTo>
                  <a:cubicBezTo>
                    <a:pt x="457613" y="274793"/>
                    <a:pt x="457613" y="232064"/>
                    <a:pt x="428021" y="214932"/>
                  </a:cubicBezTo>
                  <a:close/>
                </a:path>
              </a:pathLst>
            </a:custGeom>
            <a:solidFill>
              <a:srgbClr val="3378C8"/>
            </a:solidFill>
            <a:ln w="2035" cap="flat">
              <a:noFill/>
              <a:prstDash val="solid"/>
              <a:miter/>
            </a:ln>
            <a:effectLst>
              <a:outerShdw blurRad="50800" dist="38100" dir="5400000" algn="t" rotWithShape="0">
                <a:srgbClr val="3378C8">
                  <a:alpha val="40000"/>
                </a:srgbClr>
              </a:outerShdw>
            </a:effectLst>
          </p:spPr>
          <p:txBody>
            <a:bodyPr rtlCol="0" anchor="ctr"/>
            <a:lstStyle/>
            <a:p>
              <a:endParaRPr lang="ko-KR" altLang="en-US"/>
            </a:p>
          </p:txBody>
        </p:sp>
      </p:grpSp>
      <p:pic>
        <p:nvPicPr>
          <p:cNvPr id="10" name="그래픽 9">
            <a:extLst>
              <a:ext uri="{FF2B5EF4-FFF2-40B4-BE49-F238E27FC236}">
                <a16:creationId xmlns:a16="http://schemas.microsoft.com/office/drawing/2014/main" id="{61C75D0F-C629-45FF-9672-63EAEFAD4AB5}"/>
              </a:ext>
            </a:extLst>
          </p:cNvPr>
          <p:cNvPicPr>
            <a:picLocks noChangeAspect="1"/>
          </p:cNvPicPr>
          <p:nvPr/>
        </p:nvPicPr>
        <p:blipFill>
          <a:blip r:embed="rId2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3"/>
              </a:ext>
            </a:extLst>
          </a:blip>
          <a:stretch>
            <a:fillRect/>
          </a:stretch>
        </p:blipFill>
        <p:spPr>
          <a:xfrm>
            <a:off x="2929890" y="2277110"/>
            <a:ext cx="2704465" cy="1869440"/>
          </a:xfrm>
          <a:prstGeom prst="rect">
            <a:avLst/>
          </a:prstGeom>
        </p:spPr>
      </p:pic>
      <p:sp>
        <p:nvSpPr>
          <p:cNvPr id="126" name="TextBox 125">
            <a:extLst>
              <a:ext uri="{FF2B5EF4-FFF2-40B4-BE49-F238E27FC236}">
                <a16:creationId xmlns:a16="http://schemas.microsoft.com/office/drawing/2014/main" id="{5F235FE4-2D8A-41A8-90F6-8A48CC24C89D}"/>
              </a:ext>
            </a:extLst>
          </p:cNvPr>
          <p:cNvSpPr txBox="1"/>
          <p:nvPr/>
        </p:nvSpPr>
        <p:spPr>
          <a:xfrm>
            <a:off x="504825" y="4354195"/>
            <a:ext cx="1774825" cy="3714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0000"/>
              </a:lnSpc>
              <a:defRPr/>
            </a:pPr>
            <a:r>
              <a:rPr lang="en-US" altLang="ko-KR" sz="18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Bold" panose="00000800000000000000" pitchFamily="2" charset="-127"/>
                <a:ea typeface="세방고딕 Bold" panose="00000800000000000000" pitchFamily="2" charset="-127"/>
              </a:rPr>
              <a:t>1. </a:t>
            </a:r>
            <a:r>
              <a:rPr lang="ko-KR" altLang="en-US" sz="18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Bold" panose="00000800000000000000" pitchFamily="2" charset="-127"/>
                <a:ea typeface="세방고딕 Bold" panose="00000800000000000000" pitchFamily="2" charset="-127"/>
              </a:rPr>
              <a:t>이용자 좌표</a:t>
            </a:r>
          </a:p>
        </p:txBody>
      </p:sp>
      <p:sp>
        <p:nvSpPr>
          <p:cNvPr id="130" name="TextBox 129"/>
          <p:cNvSpPr txBox="1">
            <a:spLocks/>
          </p:cNvSpPr>
          <p:nvPr/>
        </p:nvSpPr>
        <p:spPr>
          <a:xfrm>
            <a:off x="3442335" y="4293235"/>
            <a:ext cx="1718310" cy="734695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>
            <a:spAutoFit/>
          </a:bodyPr>
          <a:lstStyle/>
          <a:p>
            <a:pPr marL="0" indent="0" algn="ctr" latinLnBrk="0">
              <a:lnSpc>
                <a:spcPct val="110000"/>
              </a:lnSpc>
              <a:buFontTx/>
              <a:buNone/>
              <a:defRPr/>
            </a:pPr>
            <a:r>
              <a:rPr lang="en-US" altLang="ko-KR" sz="1900" b="1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5349C7"/>
                </a:solidFill>
                <a:latin typeface="세방고딕 Bold" charset="0"/>
                <a:ea typeface="세방고딕 Bold" charset="0"/>
              </a:rPr>
              <a:t>2. </a:t>
            </a:r>
            <a:r>
              <a:rPr lang="ko-KR" altLang="en-US" sz="1900" b="1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5349C7"/>
                </a:solidFill>
                <a:latin typeface="세방고딕 Bold" charset="0"/>
                <a:ea typeface="세방고딕 Bold" charset="0"/>
              </a:rPr>
              <a:t>초단기예보 </a:t>
            </a:r>
            <a:r>
              <a:rPr lang="en-US" altLang="ko-KR" sz="1900" b="1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5349C7"/>
                </a:solidFill>
                <a:latin typeface="세방고딕 Bold" charset="0"/>
                <a:ea typeface="세방고딕 Bold" charset="0"/>
              </a:rPr>
              <a:t>API </a:t>
            </a:r>
            <a:r>
              <a:rPr lang="ko-KR" altLang="en-US" sz="1900" b="1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5349C7"/>
                </a:solidFill>
                <a:latin typeface="세방고딕 Bold" charset="0"/>
                <a:ea typeface="세방고딕 Bold" charset="0"/>
              </a:rPr>
              <a:t>호출</a:t>
            </a:r>
          </a:p>
        </p:txBody>
      </p:sp>
      <p:pic>
        <p:nvPicPr>
          <p:cNvPr id="13" name="그래픽 12">
            <a:extLst>
              <a:ext uri="{FF2B5EF4-FFF2-40B4-BE49-F238E27FC236}">
                <a16:creationId xmlns:a16="http://schemas.microsoft.com/office/drawing/2014/main" id="{3D6C4C69-A727-4DEE-81F3-A65E346BF6D4}"/>
              </a:ext>
            </a:extLst>
          </p:cNvPr>
          <p:cNvPicPr>
            <a:picLocks noChangeAspect="1"/>
          </p:cNvPicPr>
          <p:nvPr/>
        </p:nvPicPr>
        <p:blipFill>
          <a:blip r:embed="rId24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5"/>
              </a:ext>
            </a:extLst>
          </a:blip>
          <a:stretch>
            <a:fillRect/>
          </a:stretch>
        </p:blipFill>
        <p:spPr>
          <a:xfrm>
            <a:off x="252095" y="2277110"/>
            <a:ext cx="2386330" cy="1929765"/>
          </a:xfrm>
          <a:prstGeom prst="rect">
            <a:avLst/>
          </a:prstGeom>
        </p:spPr>
      </p:pic>
      <p:grpSp>
        <p:nvGrpSpPr>
          <p:cNvPr id="211" name="그룹 210">
            <a:extLst>
              <a:ext uri="{FF2B5EF4-FFF2-40B4-BE49-F238E27FC236}">
                <a16:creationId xmlns:a16="http://schemas.microsoft.com/office/drawing/2014/main" id="{22217562-97B7-43FD-AB54-46F8751A38C1}"/>
              </a:ext>
            </a:extLst>
          </p:cNvPr>
          <p:cNvGrpSpPr/>
          <p:nvPr/>
        </p:nvGrpSpPr>
        <p:grpSpPr>
          <a:xfrm>
            <a:off x="9020810" y="2380615"/>
            <a:ext cx="3041015" cy="1804035"/>
            <a:chOff x="9020810" y="2380615"/>
            <a:chExt cx="3041015" cy="1804035"/>
          </a:xfrm>
        </p:grpSpPr>
        <p:sp>
          <p:nvSpPr>
            <p:cNvPr id="212" name="자유형: 도형 211">
              <a:extLst>
                <a:ext uri="{FF2B5EF4-FFF2-40B4-BE49-F238E27FC236}">
                  <a16:creationId xmlns:a16="http://schemas.microsoft.com/office/drawing/2014/main" id="{83D821A6-3480-474D-9107-653311551F12}"/>
                </a:ext>
              </a:extLst>
            </p:cNvPr>
            <p:cNvSpPr/>
            <p:nvPr/>
          </p:nvSpPr>
          <p:spPr>
            <a:xfrm>
              <a:off x="10109200" y="2380615"/>
              <a:ext cx="1130935" cy="1495425"/>
            </a:xfrm>
            <a:custGeom>
              <a:avLst/>
              <a:gdLst>
                <a:gd name="connsiteX0" fmla="*/ 1141224 w 1141537"/>
                <a:gd name="connsiteY0" fmla="*/ 471352 h 1571168"/>
                <a:gd name="connsiteX1" fmla="*/ 684287 w 1141537"/>
                <a:gd name="connsiteY1" fmla="*/ 1503977 h 1571168"/>
                <a:gd name="connsiteX2" fmla="*/ 507059 w 1141537"/>
                <a:gd name="connsiteY2" fmla="*/ 1554413 h 1571168"/>
                <a:gd name="connsiteX3" fmla="*/ 456623 w 1141537"/>
                <a:gd name="connsiteY3" fmla="*/ 1503977 h 1571168"/>
                <a:gd name="connsiteX4" fmla="*/ -314 w 1141537"/>
                <a:gd name="connsiteY4" fmla="*/ 471352 h 1571168"/>
                <a:gd name="connsiteX5" fmla="*/ 570455 w 1141537"/>
                <a:gd name="connsiteY5" fmla="*/ -269 h 1571168"/>
                <a:gd name="connsiteX6" fmla="*/ 1141224 w 1141537"/>
                <a:gd name="connsiteY6" fmla="*/ 471352 h 15711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141537" h="1571168">
                  <a:moveTo>
                    <a:pt x="1141224" y="471352"/>
                  </a:moveTo>
                  <a:cubicBezTo>
                    <a:pt x="1141224" y="657149"/>
                    <a:pt x="850802" y="1205082"/>
                    <a:pt x="684287" y="1503977"/>
                  </a:cubicBezTo>
                  <a:cubicBezTo>
                    <a:pt x="649275" y="1566842"/>
                    <a:pt x="569925" y="1589426"/>
                    <a:pt x="507059" y="1554413"/>
                  </a:cubicBezTo>
                  <a:cubicBezTo>
                    <a:pt x="485885" y="1542617"/>
                    <a:pt x="468419" y="1525152"/>
                    <a:pt x="456623" y="1503977"/>
                  </a:cubicBezTo>
                  <a:cubicBezTo>
                    <a:pt x="290109" y="1205082"/>
                    <a:pt x="-314" y="657149"/>
                    <a:pt x="-314" y="471352"/>
                  </a:cubicBezTo>
                  <a:cubicBezTo>
                    <a:pt x="-314" y="210883"/>
                    <a:pt x="255230" y="-269"/>
                    <a:pt x="570455" y="-269"/>
                  </a:cubicBezTo>
                  <a:cubicBezTo>
                    <a:pt x="885680" y="-269"/>
                    <a:pt x="1141224" y="210883"/>
                    <a:pt x="1141224" y="471352"/>
                  </a:cubicBezTo>
                  <a:close/>
                </a:path>
              </a:pathLst>
            </a:custGeom>
            <a:solidFill>
              <a:srgbClr val="6C63FF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13" name="자유형: 도형 212">
              <a:extLst>
                <a:ext uri="{FF2B5EF4-FFF2-40B4-BE49-F238E27FC236}">
                  <a16:creationId xmlns:a16="http://schemas.microsoft.com/office/drawing/2014/main" id="{B553194A-D5B0-4E21-A145-693D9F1F0DD4}"/>
                </a:ext>
              </a:extLst>
            </p:cNvPr>
            <p:cNvSpPr/>
            <p:nvPr/>
          </p:nvSpPr>
          <p:spPr>
            <a:xfrm>
              <a:off x="10369550" y="2528570"/>
              <a:ext cx="615950" cy="591820"/>
            </a:xfrm>
            <a:custGeom>
              <a:avLst/>
              <a:gdLst>
                <a:gd name="connsiteX0" fmla="*/ 621682 w 621682"/>
                <a:gd name="connsiteY0" fmla="*/ 310841 h 621682"/>
                <a:gd name="connsiteX1" fmla="*/ 310841 w 621682"/>
                <a:gd name="connsiteY1" fmla="*/ 621682 h 621682"/>
                <a:gd name="connsiteX2" fmla="*/ 0 w 621682"/>
                <a:gd name="connsiteY2" fmla="*/ 310841 h 621682"/>
                <a:gd name="connsiteX3" fmla="*/ 310841 w 621682"/>
                <a:gd name="connsiteY3" fmla="*/ 0 h 621682"/>
                <a:gd name="connsiteX4" fmla="*/ 621682 w 621682"/>
                <a:gd name="connsiteY4" fmla="*/ 310841 h 6216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21682" h="621682">
                  <a:moveTo>
                    <a:pt x="621682" y="310841"/>
                  </a:moveTo>
                  <a:cubicBezTo>
                    <a:pt x="621682" y="482514"/>
                    <a:pt x="482514" y="621682"/>
                    <a:pt x="310841" y="621682"/>
                  </a:cubicBezTo>
                  <a:cubicBezTo>
                    <a:pt x="139168" y="621682"/>
                    <a:pt x="0" y="482514"/>
                    <a:pt x="0" y="310841"/>
                  </a:cubicBezTo>
                  <a:cubicBezTo>
                    <a:pt x="0" y="139168"/>
                    <a:pt x="139168" y="0"/>
                    <a:pt x="310841" y="0"/>
                  </a:cubicBezTo>
                  <a:cubicBezTo>
                    <a:pt x="482514" y="0"/>
                    <a:pt x="621682" y="139168"/>
                    <a:pt x="621682" y="310841"/>
                  </a:cubicBezTo>
                  <a:close/>
                </a:path>
              </a:pathLst>
            </a:custGeom>
            <a:solidFill>
              <a:srgbClr val="FFFFFF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14" name="자유형: 도형 213">
              <a:extLst>
                <a:ext uri="{FF2B5EF4-FFF2-40B4-BE49-F238E27FC236}">
                  <a16:creationId xmlns:a16="http://schemas.microsoft.com/office/drawing/2014/main" id="{D967D472-B7BF-4807-A4D1-DE6A86F572DB}"/>
                </a:ext>
              </a:extLst>
            </p:cNvPr>
            <p:cNvSpPr/>
            <p:nvPr/>
          </p:nvSpPr>
          <p:spPr>
            <a:xfrm>
              <a:off x="9208135" y="2738120"/>
              <a:ext cx="368935" cy="354330"/>
            </a:xfrm>
            <a:custGeom>
              <a:avLst/>
              <a:gdLst>
                <a:gd name="connsiteX0" fmla="*/ 372362 w 372361"/>
                <a:gd name="connsiteY0" fmla="*/ 186181 h 372361"/>
                <a:gd name="connsiteX1" fmla="*/ 186181 w 372361"/>
                <a:gd name="connsiteY1" fmla="*/ 372362 h 372361"/>
                <a:gd name="connsiteX2" fmla="*/ 0 w 372361"/>
                <a:gd name="connsiteY2" fmla="*/ 186181 h 372361"/>
                <a:gd name="connsiteX3" fmla="*/ 186181 w 372361"/>
                <a:gd name="connsiteY3" fmla="*/ 0 h 372361"/>
                <a:gd name="connsiteX4" fmla="*/ 372362 w 372361"/>
                <a:gd name="connsiteY4" fmla="*/ 186181 h 3723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2361" h="372361">
                  <a:moveTo>
                    <a:pt x="372362" y="186181"/>
                  </a:moveTo>
                  <a:cubicBezTo>
                    <a:pt x="372362" y="289006"/>
                    <a:pt x="289006" y="372362"/>
                    <a:pt x="186181" y="372362"/>
                  </a:cubicBezTo>
                  <a:cubicBezTo>
                    <a:pt x="83356" y="372362"/>
                    <a:pt x="0" y="289006"/>
                    <a:pt x="0" y="186181"/>
                  </a:cubicBezTo>
                  <a:cubicBezTo>
                    <a:pt x="0" y="83356"/>
                    <a:pt x="83356" y="0"/>
                    <a:pt x="186181" y="0"/>
                  </a:cubicBezTo>
                  <a:cubicBezTo>
                    <a:pt x="289006" y="0"/>
                    <a:pt x="372362" y="83356"/>
                    <a:pt x="372362" y="186181"/>
                  </a:cubicBezTo>
                  <a:close/>
                </a:path>
              </a:pathLst>
            </a:custGeom>
            <a:solidFill>
              <a:srgbClr val="FF6584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15" name="자유형: 도형 214">
              <a:extLst>
                <a:ext uri="{FF2B5EF4-FFF2-40B4-BE49-F238E27FC236}">
                  <a16:creationId xmlns:a16="http://schemas.microsoft.com/office/drawing/2014/main" id="{4B541338-A0BE-4F0A-9CDE-2D0400BF8729}"/>
                </a:ext>
              </a:extLst>
            </p:cNvPr>
            <p:cNvSpPr/>
            <p:nvPr/>
          </p:nvSpPr>
          <p:spPr>
            <a:xfrm rot="16753048">
              <a:off x="9148445" y="2950210"/>
              <a:ext cx="203835" cy="212090"/>
            </a:xfrm>
            <a:custGeom>
              <a:avLst/>
              <a:gdLst>
                <a:gd name="connsiteX0" fmla="*/ 213910 w 214223"/>
                <a:gd name="connsiteY0" fmla="*/ 106842 h 214223"/>
                <a:gd name="connsiteX1" fmla="*/ 106798 w 214223"/>
                <a:gd name="connsiteY1" fmla="*/ 213954 h 214223"/>
                <a:gd name="connsiteX2" fmla="*/ -313 w 214223"/>
                <a:gd name="connsiteY2" fmla="*/ 106842 h 214223"/>
                <a:gd name="connsiteX3" fmla="*/ 106798 w 214223"/>
                <a:gd name="connsiteY3" fmla="*/ -269 h 214223"/>
                <a:gd name="connsiteX4" fmla="*/ 213910 w 214223"/>
                <a:gd name="connsiteY4" fmla="*/ 106842 h 214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14223" h="214223">
                  <a:moveTo>
                    <a:pt x="213910" y="106842"/>
                  </a:moveTo>
                  <a:cubicBezTo>
                    <a:pt x="213910" y="165998"/>
                    <a:pt x="165954" y="213954"/>
                    <a:pt x="106798" y="213954"/>
                  </a:cubicBezTo>
                  <a:cubicBezTo>
                    <a:pt x="47642" y="213954"/>
                    <a:pt x="-313" y="165998"/>
                    <a:pt x="-313" y="106842"/>
                  </a:cubicBezTo>
                  <a:cubicBezTo>
                    <a:pt x="-313" y="47686"/>
                    <a:pt x="47642" y="-269"/>
                    <a:pt x="106798" y="-269"/>
                  </a:cubicBezTo>
                  <a:cubicBezTo>
                    <a:pt x="165954" y="-269"/>
                    <a:pt x="213910" y="47686"/>
                    <a:pt x="213910" y="106842"/>
                  </a:cubicBezTo>
                  <a:close/>
                </a:path>
              </a:pathLst>
            </a:custGeom>
            <a:solidFill>
              <a:srgbClr val="6C63FF">
                <a:alpha val="40000"/>
              </a:srgbClr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16" name="자유형: 도형 215">
              <a:extLst>
                <a:ext uri="{FF2B5EF4-FFF2-40B4-BE49-F238E27FC236}">
                  <a16:creationId xmlns:a16="http://schemas.microsoft.com/office/drawing/2014/main" id="{2DC800BA-F5B4-47FF-9E79-A7768A88D1B9}"/>
                </a:ext>
              </a:extLst>
            </p:cNvPr>
            <p:cNvSpPr/>
            <p:nvPr/>
          </p:nvSpPr>
          <p:spPr>
            <a:xfrm>
              <a:off x="9271000" y="3451225"/>
              <a:ext cx="2461895" cy="734060"/>
            </a:xfrm>
            <a:custGeom>
              <a:avLst/>
              <a:gdLst>
                <a:gd name="connsiteX0" fmla="*/ 2485022 w 2485335"/>
                <a:gd name="connsiteY0" fmla="*/ 137697 h 771331"/>
                <a:gd name="connsiteX1" fmla="*/ 18766 w 2485335"/>
                <a:gd name="connsiteY1" fmla="*/ 760344 h 771331"/>
                <a:gd name="connsiteX2" fmla="*/ 8744 w 2485335"/>
                <a:gd name="connsiteY2" fmla="*/ 771062 h 771331"/>
                <a:gd name="connsiteX3" fmla="*/ -314 w 2485335"/>
                <a:gd name="connsiteY3" fmla="*/ 771062 h 771331"/>
                <a:gd name="connsiteX4" fmla="*/ 9172 w 2485335"/>
                <a:gd name="connsiteY4" fmla="*/ 760344 h 771331"/>
                <a:gd name="connsiteX5" fmla="*/ 2485022 w 2485335"/>
                <a:gd name="connsiteY5" fmla="*/ 137697 h 7713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485335" h="771331">
                  <a:moveTo>
                    <a:pt x="2485022" y="137697"/>
                  </a:moveTo>
                  <a:cubicBezTo>
                    <a:pt x="1641517" y="-178504"/>
                    <a:pt x="612740" y="129765"/>
                    <a:pt x="18766" y="760344"/>
                  </a:cubicBezTo>
                  <a:cubicBezTo>
                    <a:pt x="15389" y="763881"/>
                    <a:pt x="12013" y="767472"/>
                    <a:pt x="8744" y="771062"/>
                  </a:cubicBezTo>
                  <a:lnTo>
                    <a:pt x="-314" y="771062"/>
                  </a:lnTo>
                  <a:cubicBezTo>
                    <a:pt x="2795" y="767472"/>
                    <a:pt x="6010" y="763881"/>
                    <a:pt x="9172" y="760344"/>
                  </a:cubicBezTo>
                  <a:cubicBezTo>
                    <a:pt x="615473" y="81799"/>
                    <a:pt x="1630584" y="-188633"/>
                    <a:pt x="2485022" y="137697"/>
                  </a:cubicBez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17" name="자유형: 도형 216">
              <a:extLst>
                <a:ext uri="{FF2B5EF4-FFF2-40B4-BE49-F238E27FC236}">
                  <a16:creationId xmlns:a16="http://schemas.microsoft.com/office/drawing/2014/main" id="{BF966F7B-43B7-4852-9A0C-A73B107C35B8}"/>
                </a:ext>
              </a:extLst>
            </p:cNvPr>
            <p:cNvSpPr/>
            <p:nvPr/>
          </p:nvSpPr>
          <p:spPr>
            <a:xfrm>
              <a:off x="11732260" y="3582035"/>
              <a:ext cx="228600" cy="99695"/>
            </a:xfrm>
            <a:custGeom>
              <a:avLst/>
              <a:gdLst>
                <a:gd name="connsiteX0" fmla="*/ 230191 w 230504"/>
                <a:gd name="connsiteY0" fmla="*/ 104613 h 104882"/>
                <a:gd name="connsiteX1" fmla="*/ -314 w 230504"/>
                <a:gd name="connsiteY1" fmla="*/ -269 h 104882"/>
                <a:gd name="connsiteX2" fmla="*/ 230191 w 230504"/>
                <a:gd name="connsiteY2" fmla="*/ 104613 h 1048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30504" h="104882">
                  <a:moveTo>
                    <a:pt x="230191" y="104613"/>
                  </a:moveTo>
                  <a:cubicBezTo>
                    <a:pt x="155632" y="64852"/>
                    <a:pt x="78645" y="29823"/>
                    <a:pt x="-314" y="-269"/>
                  </a:cubicBezTo>
                  <a:cubicBezTo>
                    <a:pt x="78854" y="29325"/>
                    <a:pt x="155873" y="64370"/>
                    <a:pt x="230191" y="104613"/>
                  </a:cubicBez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18" name="자유형: 도형 217">
              <a:extLst>
                <a:ext uri="{FF2B5EF4-FFF2-40B4-BE49-F238E27FC236}">
                  <a16:creationId xmlns:a16="http://schemas.microsoft.com/office/drawing/2014/main" id="{4867830D-9661-4296-BE1C-B9EF9F431C5B}"/>
                </a:ext>
              </a:extLst>
            </p:cNvPr>
            <p:cNvSpPr/>
            <p:nvPr/>
          </p:nvSpPr>
          <p:spPr>
            <a:xfrm>
              <a:off x="11387455" y="3157855"/>
              <a:ext cx="233045" cy="223520"/>
            </a:xfrm>
            <a:custGeom>
              <a:avLst/>
              <a:gdLst>
                <a:gd name="connsiteX0" fmla="*/ 234955 w 234955"/>
                <a:gd name="connsiteY0" fmla="*/ 117478 h 234955"/>
                <a:gd name="connsiteX1" fmla="*/ 117478 w 234955"/>
                <a:gd name="connsiteY1" fmla="*/ 234955 h 234955"/>
                <a:gd name="connsiteX2" fmla="*/ 0 w 234955"/>
                <a:gd name="connsiteY2" fmla="*/ 117478 h 234955"/>
                <a:gd name="connsiteX3" fmla="*/ 117478 w 234955"/>
                <a:gd name="connsiteY3" fmla="*/ 0 h 234955"/>
                <a:gd name="connsiteX4" fmla="*/ 234955 w 234955"/>
                <a:gd name="connsiteY4" fmla="*/ 117478 h 2349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34955" h="234955">
                  <a:moveTo>
                    <a:pt x="234955" y="117478"/>
                  </a:moveTo>
                  <a:cubicBezTo>
                    <a:pt x="234955" y="182359"/>
                    <a:pt x="182359" y="234955"/>
                    <a:pt x="117478" y="234955"/>
                  </a:cubicBezTo>
                  <a:cubicBezTo>
                    <a:pt x="52596" y="234955"/>
                    <a:pt x="0" y="182359"/>
                    <a:pt x="0" y="117478"/>
                  </a:cubicBezTo>
                  <a:cubicBezTo>
                    <a:pt x="0" y="52597"/>
                    <a:pt x="52596" y="0"/>
                    <a:pt x="117478" y="0"/>
                  </a:cubicBezTo>
                  <a:cubicBezTo>
                    <a:pt x="182359" y="0"/>
                    <a:pt x="234955" y="52597"/>
                    <a:pt x="234955" y="117478"/>
                  </a:cubicBezTo>
                  <a:close/>
                </a:path>
              </a:pathLst>
            </a:custGeom>
            <a:solidFill>
              <a:srgbClr val="6C63FF">
                <a:alpha val="40000"/>
              </a:srgbClr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19" name="자유형: 도형 218">
              <a:extLst>
                <a:ext uri="{FF2B5EF4-FFF2-40B4-BE49-F238E27FC236}">
                  <a16:creationId xmlns:a16="http://schemas.microsoft.com/office/drawing/2014/main" id="{1A737428-E473-4900-B719-ADF2ABB77838}"/>
                </a:ext>
              </a:extLst>
            </p:cNvPr>
            <p:cNvSpPr/>
            <p:nvPr/>
          </p:nvSpPr>
          <p:spPr>
            <a:xfrm>
              <a:off x="11513820" y="4065905"/>
              <a:ext cx="52705" cy="115570"/>
            </a:xfrm>
            <a:custGeom>
              <a:avLst/>
              <a:gdLst>
                <a:gd name="connsiteX0" fmla="*/ 2428 w 52956"/>
                <a:gd name="connsiteY0" fmla="*/ 66915 h 121528"/>
                <a:gd name="connsiteX1" fmla="*/ 42602 w 52956"/>
                <a:gd name="connsiteY1" fmla="*/ 121259 h 121528"/>
                <a:gd name="connsiteX2" fmla="*/ 49901 w 52956"/>
                <a:gd name="connsiteY2" fmla="*/ 54074 h 121528"/>
                <a:gd name="connsiteX3" fmla="*/ 9727 w 52956"/>
                <a:gd name="connsiteY3" fmla="*/ -269 h 121528"/>
                <a:gd name="connsiteX4" fmla="*/ 2428 w 52956"/>
                <a:gd name="connsiteY4" fmla="*/ 66915 h 1215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2956" h="121528">
                  <a:moveTo>
                    <a:pt x="2428" y="66915"/>
                  </a:moveTo>
                  <a:cubicBezTo>
                    <a:pt x="11507" y="100475"/>
                    <a:pt x="42602" y="121259"/>
                    <a:pt x="42602" y="121259"/>
                  </a:cubicBezTo>
                  <a:cubicBezTo>
                    <a:pt x="42602" y="121259"/>
                    <a:pt x="58980" y="87634"/>
                    <a:pt x="49901" y="54074"/>
                  </a:cubicBezTo>
                  <a:cubicBezTo>
                    <a:pt x="40822" y="20514"/>
                    <a:pt x="9727" y="-269"/>
                    <a:pt x="9727" y="-269"/>
                  </a:cubicBezTo>
                  <a:cubicBezTo>
                    <a:pt x="9727" y="-269"/>
                    <a:pt x="-6651" y="33361"/>
                    <a:pt x="2428" y="66915"/>
                  </a:cubicBez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20" name="자유형: 도형 219">
              <a:extLst>
                <a:ext uri="{FF2B5EF4-FFF2-40B4-BE49-F238E27FC236}">
                  <a16:creationId xmlns:a16="http://schemas.microsoft.com/office/drawing/2014/main" id="{8778CAE8-54D0-4828-BBD5-566501D655DD}"/>
                </a:ext>
              </a:extLst>
            </p:cNvPr>
            <p:cNvSpPr/>
            <p:nvPr/>
          </p:nvSpPr>
          <p:spPr>
            <a:xfrm>
              <a:off x="11468100" y="4098290"/>
              <a:ext cx="89535" cy="83820"/>
            </a:xfrm>
            <a:custGeom>
              <a:avLst/>
              <a:gdLst>
                <a:gd name="connsiteX0" fmla="*/ 61941 w 90208"/>
                <a:gd name="connsiteY0" fmla="*/ 26024 h 87818"/>
                <a:gd name="connsiteX1" fmla="*/ 89895 w 90208"/>
                <a:gd name="connsiteY1" fmla="*/ 87549 h 87818"/>
                <a:gd name="connsiteX2" fmla="*/ 27641 w 90208"/>
                <a:gd name="connsiteY2" fmla="*/ 61261 h 87818"/>
                <a:gd name="connsiteX3" fmla="*/ -314 w 90208"/>
                <a:gd name="connsiteY3" fmla="*/ -269 h 87818"/>
                <a:gd name="connsiteX4" fmla="*/ 61941 w 90208"/>
                <a:gd name="connsiteY4" fmla="*/ 26024 h 878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0208" h="87818">
                  <a:moveTo>
                    <a:pt x="61941" y="26024"/>
                  </a:moveTo>
                  <a:cubicBezTo>
                    <a:pt x="86856" y="50275"/>
                    <a:pt x="89895" y="87549"/>
                    <a:pt x="89895" y="87549"/>
                  </a:cubicBezTo>
                  <a:cubicBezTo>
                    <a:pt x="89895" y="87549"/>
                    <a:pt x="52551" y="85512"/>
                    <a:pt x="27641" y="61261"/>
                  </a:cubicBezTo>
                  <a:cubicBezTo>
                    <a:pt x="2731" y="37010"/>
                    <a:pt x="-314" y="-269"/>
                    <a:pt x="-314" y="-269"/>
                  </a:cubicBezTo>
                  <a:cubicBezTo>
                    <a:pt x="-314" y="-269"/>
                    <a:pt x="37030" y="1773"/>
                    <a:pt x="61941" y="26024"/>
                  </a:cubicBezTo>
                  <a:close/>
                </a:path>
              </a:pathLst>
            </a:custGeom>
            <a:solidFill>
              <a:srgbClr val="6C63FF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21" name="자유형: 도형 220">
              <a:extLst>
                <a:ext uri="{FF2B5EF4-FFF2-40B4-BE49-F238E27FC236}">
                  <a16:creationId xmlns:a16="http://schemas.microsoft.com/office/drawing/2014/main" id="{874BB850-4FF7-41FA-B427-DEFBC07035A3}"/>
                </a:ext>
              </a:extLst>
            </p:cNvPr>
            <p:cNvSpPr/>
            <p:nvPr/>
          </p:nvSpPr>
          <p:spPr>
            <a:xfrm>
              <a:off x="9036050" y="3685540"/>
              <a:ext cx="2540" cy="52705"/>
            </a:xfrm>
            <a:custGeom>
              <a:avLst/>
              <a:gdLst>
                <a:gd name="connsiteX0" fmla="*/ 2259 w 2572"/>
                <a:gd name="connsiteY0" fmla="*/ 267 h 55094"/>
                <a:gd name="connsiteX1" fmla="*/ 2259 w 2572"/>
                <a:gd name="connsiteY1" fmla="*/ 52038 h 55094"/>
                <a:gd name="connsiteX2" fmla="*/ -314 w 2572"/>
                <a:gd name="connsiteY2" fmla="*/ 54825 h 55094"/>
                <a:gd name="connsiteX3" fmla="*/ -314 w 2572"/>
                <a:gd name="connsiteY3" fmla="*/ -269 h 55094"/>
                <a:gd name="connsiteX4" fmla="*/ 2259 w 2572"/>
                <a:gd name="connsiteY4" fmla="*/ 267 h 550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572" h="55094">
                  <a:moveTo>
                    <a:pt x="2259" y="267"/>
                  </a:moveTo>
                  <a:lnTo>
                    <a:pt x="2259" y="52038"/>
                  </a:lnTo>
                  <a:lnTo>
                    <a:pt x="-314" y="54825"/>
                  </a:lnTo>
                  <a:lnTo>
                    <a:pt x="-314" y="-269"/>
                  </a:lnTo>
                  <a:cubicBezTo>
                    <a:pt x="544" y="-108"/>
                    <a:pt x="1401" y="106"/>
                    <a:pt x="2259" y="267"/>
                  </a:cubicBez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22" name="자유형: 도형 221">
              <a:extLst>
                <a:ext uri="{FF2B5EF4-FFF2-40B4-BE49-F238E27FC236}">
                  <a16:creationId xmlns:a16="http://schemas.microsoft.com/office/drawing/2014/main" id="{FFC0418B-96D6-4794-9ABC-3AD56FA8FA22}"/>
                </a:ext>
              </a:extLst>
            </p:cNvPr>
            <p:cNvSpPr/>
            <p:nvPr/>
          </p:nvSpPr>
          <p:spPr>
            <a:xfrm>
              <a:off x="9036050" y="3674745"/>
              <a:ext cx="200660" cy="503555"/>
            </a:xfrm>
            <a:custGeom>
              <a:avLst/>
              <a:gdLst>
                <a:gd name="connsiteX0" fmla="*/ 167219 w 202436"/>
                <a:gd name="connsiteY0" fmla="*/ 524945 h 528912"/>
                <a:gd name="connsiteX1" fmla="*/ 164861 w 202436"/>
                <a:gd name="connsiteY1" fmla="*/ 528643 h 528912"/>
                <a:gd name="connsiteX2" fmla="*/ -314 w 202436"/>
                <a:gd name="connsiteY2" fmla="*/ 528643 h 528912"/>
                <a:gd name="connsiteX3" fmla="*/ -314 w 202436"/>
                <a:gd name="connsiteY3" fmla="*/ 13826 h 528912"/>
                <a:gd name="connsiteX4" fmla="*/ 2259 w 202436"/>
                <a:gd name="connsiteY4" fmla="*/ 11253 h 528912"/>
                <a:gd name="connsiteX5" fmla="*/ 24179 w 202436"/>
                <a:gd name="connsiteY5" fmla="*/ 36174 h 528912"/>
                <a:gd name="connsiteX6" fmla="*/ 24179 w 202436"/>
                <a:gd name="connsiteY6" fmla="*/ -269 h 528912"/>
                <a:gd name="connsiteX7" fmla="*/ 93850 w 202436"/>
                <a:gd name="connsiteY7" fmla="*/ -269 h 528912"/>
                <a:gd name="connsiteX8" fmla="*/ 93850 w 202436"/>
                <a:gd name="connsiteY8" fmla="*/ 115385 h 528912"/>
                <a:gd name="connsiteX9" fmla="*/ 164218 w 202436"/>
                <a:gd name="connsiteY9" fmla="*/ 195293 h 528912"/>
                <a:gd name="connsiteX10" fmla="*/ 164861 w 202436"/>
                <a:gd name="connsiteY10" fmla="*/ 196043 h 528912"/>
                <a:gd name="connsiteX11" fmla="*/ 167326 w 202436"/>
                <a:gd name="connsiteY11" fmla="*/ 204082 h 528912"/>
                <a:gd name="connsiteX12" fmla="*/ 167380 w 202436"/>
                <a:gd name="connsiteY12" fmla="*/ 204189 h 528912"/>
                <a:gd name="connsiteX13" fmla="*/ 193319 w 202436"/>
                <a:gd name="connsiteY13" fmla="*/ 307035 h 528912"/>
                <a:gd name="connsiteX14" fmla="*/ 167219 w 202436"/>
                <a:gd name="connsiteY14" fmla="*/ 524945 h 5289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202436" h="528912">
                  <a:moveTo>
                    <a:pt x="167219" y="524945"/>
                  </a:moveTo>
                  <a:cubicBezTo>
                    <a:pt x="166469" y="526178"/>
                    <a:pt x="165665" y="527410"/>
                    <a:pt x="164861" y="528643"/>
                  </a:cubicBezTo>
                  <a:lnTo>
                    <a:pt x="-314" y="528643"/>
                  </a:lnTo>
                  <a:lnTo>
                    <a:pt x="-314" y="13826"/>
                  </a:lnTo>
                  <a:lnTo>
                    <a:pt x="2259" y="11253"/>
                  </a:lnTo>
                  <a:lnTo>
                    <a:pt x="24179" y="36174"/>
                  </a:lnTo>
                  <a:lnTo>
                    <a:pt x="24179" y="-269"/>
                  </a:lnTo>
                  <a:lnTo>
                    <a:pt x="93850" y="-269"/>
                  </a:lnTo>
                  <a:lnTo>
                    <a:pt x="93850" y="115385"/>
                  </a:lnTo>
                  <a:lnTo>
                    <a:pt x="164218" y="195293"/>
                  </a:lnTo>
                  <a:lnTo>
                    <a:pt x="164861" y="196043"/>
                  </a:lnTo>
                  <a:cubicBezTo>
                    <a:pt x="165719" y="198723"/>
                    <a:pt x="166522" y="201402"/>
                    <a:pt x="167326" y="204082"/>
                  </a:cubicBezTo>
                  <a:cubicBezTo>
                    <a:pt x="167332" y="204120"/>
                    <a:pt x="167348" y="204157"/>
                    <a:pt x="167380" y="204189"/>
                  </a:cubicBezTo>
                  <a:cubicBezTo>
                    <a:pt x="177932" y="237958"/>
                    <a:pt x="186593" y="272296"/>
                    <a:pt x="193319" y="307035"/>
                  </a:cubicBezTo>
                  <a:cubicBezTo>
                    <a:pt x="208647" y="388979"/>
                    <a:pt x="206342" y="464117"/>
                    <a:pt x="167219" y="524945"/>
                  </a:cubicBezTo>
                  <a:close/>
                </a:path>
              </a:pathLst>
            </a:custGeom>
            <a:solidFill>
              <a:srgbClr val="CCCCCC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23" name="자유형: 도형 222">
              <a:extLst>
                <a:ext uri="{FF2B5EF4-FFF2-40B4-BE49-F238E27FC236}">
                  <a16:creationId xmlns:a16="http://schemas.microsoft.com/office/drawing/2014/main" id="{90820960-6D3D-47FE-93D8-F4E931844C7F}"/>
                </a:ext>
              </a:extLst>
            </p:cNvPr>
            <p:cNvSpPr/>
            <p:nvPr/>
          </p:nvSpPr>
          <p:spPr>
            <a:xfrm>
              <a:off x="9050020" y="3956685"/>
              <a:ext cx="43815" cy="34925"/>
            </a:xfrm>
            <a:custGeom>
              <a:avLst/>
              <a:gdLst>
                <a:gd name="connsiteX0" fmla="*/ 0 w 44345"/>
                <a:gd name="connsiteY0" fmla="*/ 0 h 36954"/>
                <a:gd name="connsiteX1" fmla="*/ 44346 w 44345"/>
                <a:gd name="connsiteY1" fmla="*/ 0 h 36954"/>
                <a:gd name="connsiteX2" fmla="*/ 44346 w 44345"/>
                <a:gd name="connsiteY2" fmla="*/ 36955 h 36954"/>
                <a:gd name="connsiteX3" fmla="*/ 0 w 44345"/>
                <a:gd name="connsiteY3" fmla="*/ 36955 h 369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345" h="36954">
                  <a:moveTo>
                    <a:pt x="0" y="0"/>
                  </a:moveTo>
                  <a:lnTo>
                    <a:pt x="44346" y="0"/>
                  </a:lnTo>
                  <a:lnTo>
                    <a:pt x="44346" y="36955"/>
                  </a:lnTo>
                  <a:lnTo>
                    <a:pt x="0" y="36955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24" name="자유형: 도형 223">
              <a:extLst>
                <a:ext uri="{FF2B5EF4-FFF2-40B4-BE49-F238E27FC236}">
                  <a16:creationId xmlns:a16="http://schemas.microsoft.com/office/drawing/2014/main" id="{3D9252F3-137F-4D28-83DD-D9B905AD0232}"/>
                </a:ext>
              </a:extLst>
            </p:cNvPr>
            <p:cNvSpPr/>
            <p:nvPr/>
          </p:nvSpPr>
          <p:spPr>
            <a:xfrm>
              <a:off x="9050020" y="4020185"/>
              <a:ext cx="43815" cy="34925"/>
            </a:xfrm>
            <a:custGeom>
              <a:avLst/>
              <a:gdLst>
                <a:gd name="connsiteX0" fmla="*/ 0 w 44345"/>
                <a:gd name="connsiteY0" fmla="*/ 0 h 36954"/>
                <a:gd name="connsiteX1" fmla="*/ 44346 w 44345"/>
                <a:gd name="connsiteY1" fmla="*/ 0 h 36954"/>
                <a:gd name="connsiteX2" fmla="*/ 44346 w 44345"/>
                <a:gd name="connsiteY2" fmla="*/ 36955 h 36954"/>
                <a:gd name="connsiteX3" fmla="*/ 0 w 44345"/>
                <a:gd name="connsiteY3" fmla="*/ 36955 h 369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345" h="36954">
                  <a:moveTo>
                    <a:pt x="0" y="0"/>
                  </a:moveTo>
                  <a:lnTo>
                    <a:pt x="44346" y="0"/>
                  </a:lnTo>
                  <a:lnTo>
                    <a:pt x="44346" y="36955"/>
                  </a:lnTo>
                  <a:lnTo>
                    <a:pt x="0" y="36955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25" name="자유형: 도형 224">
              <a:extLst>
                <a:ext uri="{FF2B5EF4-FFF2-40B4-BE49-F238E27FC236}">
                  <a16:creationId xmlns:a16="http://schemas.microsoft.com/office/drawing/2014/main" id="{0DB7FC09-2E22-47DC-974A-CF50A37F9D1E}"/>
                </a:ext>
              </a:extLst>
            </p:cNvPr>
            <p:cNvSpPr/>
            <p:nvPr/>
          </p:nvSpPr>
          <p:spPr>
            <a:xfrm>
              <a:off x="10424795" y="3640455"/>
              <a:ext cx="732155" cy="334010"/>
            </a:xfrm>
            <a:custGeom>
              <a:avLst/>
              <a:gdLst>
                <a:gd name="connsiteX0" fmla="*/ 21858 w 739094"/>
                <a:gd name="connsiteY0" fmla="*/ 261661 h 350621"/>
                <a:gd name="connsiteX1" fmla="*/ -314 w 739094"/>
                <a:gd name="connsiteY1" fmla="*/ 224708 h 350621"/>
                <a:gd name="connsiteX2" fmla="*/ 206632 w 739094"/>
                <a:gd name="connsiteY2" fmla="*/ 47325 h 350621"/>
                <a:gd name="connsiteX3" fmla="*/ 738781 w 739094"/>
                <a:gd name="connsiteY3" fmla="*/ 47325 h 350621"/>
                <a:gd name="connsiteX4" fmla="*/ 738781 w 739094"/>
                <a:gd name="connsiteY4" fmla="*/ 99059 h 350621"/>
                <a:gd name="connsiteX5" fmla="*/ 546617 w 739094"/>
                <a:gd name="connsiteY5" fmla="*/ 306009 h 350621"/>
                <a:gd name="connsiteX6" fmla="*/ 324885 w 739094"/>
                <a:gd name="connsiteY6" fmla="*/ 350352 h 3506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739094" h="350621">
                  <a:moveTo>
                    <a:pt x="21858" y="261661"/>
                  </a:moveTo>
                  <a:lnTo>
                    <a:pt x="-314" y="224708"/>
                  </a:lnTo>
                  <a:lnTo>
                    <a:pt x="206632" y="47325"/>
                  </a:lnTo>
                  <a:cubicBezTo>
                    <a:pt x="359624" y="-26317"/>
                    <a:pt x="544044" y="-5068"/>
                    <a:pt x="738781" y="47325"/>
                  </a:cubicBezTo>
                  <a:lnTo>
                    <a:pt x="738781" y="99059"/>
                  </a:lnTo>
                  <a:lnTo>
                    <a:pt x="546617" y="306009"/>
                  </a:lnTo>
                  <a:lnTo>
                    <a:pt x="324885" y="350352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26" name="자유형: 도형 225">
              <a:extLst>
                <a:ext uri="{FF2B5EF4-FFF2-40B4-BE49-F238E27FC236}">
                  <a16:creationId xmlns:a16="http://schemas.microsoft.com/office/drawing/2014/main" id="{1F35891B-A0AC-45EB-AE5D-4B73BD92656A}"/>
                </a:ext>
              </a:extLst>
            </p:cNvPr>
            <p:cNvSpPr/>
            <p:nvPr/>
          </p:nvSpPr>
          <p:spPr>
            <a:xfrm>
              <a:off x="10915650" y="3674745"/>
              <a:ext cx="402590" cy="503555"/>
            </a:xfrm>
            <a:custGeom>
              <a:avLst/>
              <a:gdLst>
                <a:gd name="connsiteX0" fmla="*/ 335191 w 406499"/>
                <a:gd name="connsiteY0" fmla="*/ 115369 h 528906"/>
                <a:gd name="connsiteX1" fmla="*/ 335191 w 406499"/>
                <a:gd name="connsiteY1" fmla="*/ -269 h 528906"/>
                <a:gd name="connsiteX2" fmla="*/ 265520 w 406499"/>
                <a:gd name="connsiteY2" fmla="*/ -269 h 528906"/>
                <a:gd name="connsiteX3" fmla="*/ 265520 w 406499"/>
                <a:gd name="connsiteY3" fmla="*/ 36196 h 528906"/>
                <a:gd name="connsiteX4" fmla="*/ 243590 w 406499"/>
                <a:gd name="connsiteY4" fmla="*/ 11275 h 528906"/>
                <a:gd name="connsiteX5" fmla="*/ 66206 w 406499"/>
                <a:gd name="connsiteY5" fmla="*/ 188658 h 528906"/>
                <a:gd name="connsiteX6" fmla="*/ 36639 w 406499"/>
                <a:gd name="connsiteY6" fmla="*/ 218220 h 528906"/>
                <a:gd name="connsiteX7" fmla="*/ -314 w 406499"/>
                <a:gd name="connsiteY7" fmla="*/ 366041 h 528906"/>
                <a:gd name="connsiteX8" fmla="*/ 66206 w 406499"/>
                <a:gd name="connsiteY8" fmla="*/ 528637 h 528906"/>
                <a:gd name="connsiteX9" fmla="*/ 406186 w 406499"/>
                <a:gd name="connsiteY9" fmla="*/ 528637 h 528906"/>
                <a:gd name="connsiteX10" fmla="*/ 406186 w 406499"/>
                <a:gd name="connsiteY10" fmla="*/ 196048 h 5289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06499" h="528906">
                  <a:moveTo>
                    <a:pt x="335191" y="115369"/>
                  </a:moveTo>
                  <a:cubicBezTo>
                    <a:pt x="371940" y="74493"/>
                    <a:pt x="377048" y="35622"/>
                    <a:pt x="335191" y="-269"/>
                  </a:cubicBezTo>
                  <a:lnTo>
                    <a:pt x="265520" y="-269"/>
                  </a:lnTo>
                  <a:lnTo>
                    <a:pt x="265520" y="36196"/>
                  </a:lnTo>
                  <a:lnTo>
                    <a:pt x="243590" y="11275"/>
                  </a:lnTo>
                  <a:lnTo>
                    <a:pt x="66206" y="188658"/>
                  </a:lnTo>
                  <a:lnTo>
                    <a:pt x="36639" y="218220"/>
                  </a:lnTo>
                  <a:lnTo>
                    <a:pt x="-314" y="366041"/>
                  </a:lnTo>
                  <a:lnTo>
                    <a:pt x="66206" y="528637"/>
                  </a:lnTo>
                  <a:lnTo>
                    <a:pt x="406186" y="528637"/>
                  </a:lnTo>
                  <a:lnTo>
                    <a:pt x="406186" y="196048"/>
                  </a:lnTo>
                  <a:close/>
                </a:path>
              </a:pathLst>
            </a:custGeom>
            <a:solidFill>
              <a:srgbClr val="CCCCCC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27" name="자유형: 도형 226">
              <a:extLst>
                <a:ext uri="{FF2B5EF4-FFF2-40B4-BE49-F238E27FC236}">
                  <a16:creationId xmlns:a16="http://schemas.microsoft.com/office/drawing/2014/main" id="{074B7363-CD4E-417E-93E1-466AB181790F}"/>
                </a:ext>
              </a:extLst>
            </p:cNvPr>
            <p:cNvSpPr/>
            <p:nvPr/>
          </p:nvSpPr>
          <p:spPr>
            <a:xfrm>
              <a:off x="10386695" y="3855085"/>
              <a:ext cx="594995" cy="323850"/>
            </a:xfrm>
            <a:custGeom>
              <a:avLst/>
              <a:gdLst>
                <a:gd name="connsiteX0" fmla="*/ 38514 w 600538"/>
                <a:gd name="connsiteY0" fmla="*/ -269 h 339979"/>
                <a:gd name="connsiteX1" fmla="*/ 600225 w 600538"/>
                <a:gd name="connsiteY1" fmla="*/ -269 h 339979"/>
                <a:gd name="connsiteX2" fmla="*/ 600225 w 600538"/>
                <a:gd name="connsiteY2" fmla="*/ 339710 h 339979"/>
                <a:gd name="connsiteX3" fmla="*/ 38514 w 600538"/>
                <a:gd name="connsiteY3" fmla="*/ 339710 h 339979"/>
                <a:gd name="connsiteX4" fmla="*/ 38514 w 600538"/>
                <a:gd name="connsiteY4" fmla="*/ -269 h 3399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00538" h="339979">
                  <a:moveTo>
                    <a:pt x="38514" y="-269"/>
                  </a:moveTo>
                  <a:lnTo>
                    <a:pt x="600225" y="-269"/>
                  </a:lnTo>
                  <a:lnTo>
                    <a:pt x="600225" y="339710"/>
                  </a:lnTo>
                  <a:lnTo>
                    <a:pt x="38514" y="339710"/>
                  </a:lnTo>
                  <a:cubicBezTo>
                    <a:pt x="-29443" y="266191"/>
                    <a:pt x="5859" y="132181"/>
                    <a:pt x="38514" y="-269"/>
                  </a:cubicBezTo>
                  <a:close/>
                </a:path>
              </a:pathLst>
            </a:custGeom>
            <a:solidFill>
              <a:srgbClr val="F2F2F2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28" name="자유형: 도형 227">
              <a:extLst>
                <a:ext uri="{FF2B5EF4-FFF2-40B4-BE49-F238E27FC236}">
                  <a16:creationId xmlns:a16="http://schemas.microsoft.com/office/drawing/2014/main" id="{D48781A4-1707-4B9A-81C1-B399A1E45A81}"/>
                </a:ext>
              </a:extLst>
            </p:cNvPr>
            <p:cNvSpPr/>
            <p:nvPr/>
          </p:nvSpPr>
          <p:spPr>
            <a:xfrm>
              <a:off x="10787380" y="3956685"/>
              <a:ext cx="116840" cy="98425"/>
            </a:xfrm>
            <a:custGeom>
              <a:avLst/>
              <a:gdLst>
                <a:gd name="connsiteX0" fmla="*/ 0 w 118254"/>
                <a:gd name="connsiteY0" fmla="*/ 0 h 103473"/>
                <a:gd name="connsiteX1" fmla="*/ 118255 w 118254"/>
                <a:gd name="connsiteY1" fmla="*/ 0 h 103473"/>
                <a:gd name="connsiteX2" fmla="*/ 118255 w 118254"/>
                <a:gd name="connsiteY2" fmla="*/ 103473 h 103473"/>
                <a:gd name="connsiteX3" fmla="*/ 0 w 118254"/>
                <a:gd name="connsiteY3" fmla="*/ 103473 h 1034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8254" h="103473">
                  <a:moveTo>
                    <a:pt x="0" y="0"/>
                  </a:moveTo>
                  <a:lnTo>
                    <a:pt x="118255" y="0"/>
                  </a:lnTo>
                  <a:lnTo>
                    <a:pt x="118255" y="103473"/>
                  </a:lnTo>
                  <a:lnTo>
                    <a:pt x="0" y="103473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29" name="자유형: 도형 228">
              <a:extLst>
                <a:ext uri="{FF2B5EF4-FFF2-40B4-BE49-F238E27FC236}">
                  <a16:creationId xmlns:a16="http://schemas.microsoft.com/office/drawing/2014/main" id="{8F829C31-54F3-453C-B247-126784822F19}"/>
                </a:ext>
              </a:extLst>
            </p:cNvPr>
            <p:cNvSpPr/>
            <p:nvPr/>
          </p:nvSpPr>
          <p:spPr>
            <a:xfrm>
              <a:off x="10637520" y="3953510"/>
              <a:ext cx="102235" cy="225425"/>
            </a:xfrm>
            <a:custGeom>
              <a:avLst/>
              <a:gdLst>
                <a:gd name="connsiteX0" fmla="*/ 0 w 103473"/>
                <a:gd name="connsiteY0" fmla="*/ 0 h 236509"/>
                <a:gd name="connsiteX1" fmla="*/ 103473 w 103473"/>
                <a:gd name="connsiteY1" fmla="*/ 0 h 236509"/>
                <a:gd name="connsiteX2" fmla="*/ 103473 w 103473"/>
                <a:gd name="connsiteY2" fmla="*/ 236509 h 236509"/>
                <a:gd name="connsiteX3" fmla="*/ 0 w 103473"/>
                <a:gd name="connsiteY3" fmla="*/ 236509 h 2365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3473" h="236509">
                  <a:moveTo>
                    <a:pt x="0" y="0"/>
                  </a:moveTo>
                  <a:lnTo>
                    <a:pt x="103473" y="0"/>
                  </a:lnTo>
                  <a:lnTo>
                    <a:pt x="103473" y="236509"/>
                  </a:lnTo>
                  <a:lnTo>
                    <a:pt x="0" y="236509"/>
                  </a:lnTo>
                  <a:close/>
                </a:path>
              </a:pathLst>
            </a:custGeom>
            <a:solidFill>
              <a:srgbClr val="CCCCCC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30" name="자유형: 도형 229">
              <a:extLst>
                <a:ext uri="{FF2B5EF4-FFF2-40B4-BE49-F238E27FC236}">
                  <a16:creationId xmlns:a16="http://schemas.microsoft.com/office/drawing/2014/main" id="{0AF6FF4D-2589-4CFF-974A-EEE8AF5AB5D0}"/>
                </a:ext>
              </a:extLst>
            </p:cNvPr>
            <p:cNvSpPr/>
            <p:nvPr/>
          </p:nvSpPr>
          <p:spPr>
            <a:xfrm>
              <a:off x="10476230" y="3953510"/>
              <a:ext cx="43815" cy="34925"/>
            </a:xfrm>
            <a:custGeom>
              <a:avLst/>
              <a:gdLst>
                <a:gd name="connsiteX0" fmla="*/ 44343 w 44343"/>
                <a:gd name="connsiteY0" fmla="*/ 36953 h 36952"/>
                <a:gd name="connsiteX1" fmla="*/ 44343 w 44343"/>
                <a:gd name="connsiteY1" fmla="*/ 0 h 36952"/>
                <a:gd name="connsiteX2" fmla="*/ 0 w 44343"/>
                <a:gd name="connsiteY2" fmla="*/ 0 h 36952"/>
                <a:gd name="connsiteX3" fmla="*/ 0 w 44343"/>
                <a:gd name="connsiteY3" fmla="*/ 36953 h 36952"/>
                <a:gd name="connsiteX4" fmla="*/ 40645 w 44343"/>
                <a:gd name="connsiteY4" fmla="*/ 36953 h 36952"/>
                <a:gd name="connsiteX5" fmla="*/ 44343 w 44343"/>
                <a:gd name="connsiteY5" fmla="*/ 36953 h 36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4343" h="36952">
                  <a:moveTo>
                    <a:pt x="44343" y="36953"/>
                  </a:moveTo>
                  <a:lnTo>
                    <a:pt x="44343" y="0"/>
                  </a:lnTo>
                  <a:lnTo>
                    <a:pt x="0" y="0"/>
                  </a:lnTo>
                  <a:lnTo>
                    <a:pt x="0" y="36953"/>
                  </a:lnTo>
                  <a:lnTo>
                    <a:pt x="40645" y="36953"/>
                  </a:lnTo>
                  <a:lnTo>
                    <a:pt x="44343" y="36953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31" name="자유형: 도형 230">
              <a:extLst>
                <a:ext uri="{FF2B5EF4-FFF2-40B4-BE49-F238E27FC236}">
                  <a16:creationId xmlns:a16="http://schemas.microsoft.com/office/drawing/2014/main" id="{2464DE78-113D-4F18-BBA1-77DC6A17996B}"/>
                </a:ext>
              </a:extLst>
            </p:cNvPr>
            <p:cNvSpPr/>
            <p:nvPr/>
          </p:nvSpPr>
          <p:spPr>
            <a:xfrm>
              <a:off x="10476230" y="4016375"/>
              <a:ext cx="43815" cy="34925"/>
            </a:xfrm>
            <a:custGeom>
              <a:avLst/>
              <a:gdLst>
                <a:gd name="connsiteX0" fmla="*/ 40645 w 44343"/>
                <a:gd name="connsiteY0" fmla="*/ 0 h 36958"/>
                <a:gd name="connsiteX1" fmla="*/ 0 w 44343"/>
                <a:gd name="connsiteY1" fmla="*/ 0 h 36958"/>
                <a:gd name="connsiteX2" fmla="*/ 0 w 44343"/>
                <a:gd name="connsiteY2" fmla="*/ 36958 h 36958"/>
                <a:gd name="connsiteX3" fmla="*/ 44343 w 44343"/>
                <a:gd name="connsiteY3" fmla="*/ 36958 h 36958"/>
                <a:gd name="connsiteX4" fmla="*/ 44343 w 44343"/>
                <a:gd name="connsiteY4" fmla="*/ 0 h 36958"/>
                <a:gd name="connsiteX5" fmla="*/ 40645 w 44343"/>
                <a:gd name="connsiteY5" fmla="*/ 0 h 369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4343" h="36958">
                  <a:moveTo>
                    <a:pt x="40645" y="0"/>
                  </a:moveTo>
                  <a:lnTo>
                    <a:pt x="0" y="0"/>
                  </a:lnTo>
                  <a:lnTo>
                    <a:pt x="0" y="36958"/>
                  </a:lnTo>
                  <a:lnTo>
                    <a:pt x="44343" y="36958"/>
                  </a:lnTo>
                  <a:lnTo>
                    <a:pt x="44343" y="0"/>
                  </a:lnTo>
                  <a:lnTo>
                    <a:pt x="40645" y="0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32" name="자유형: 도형 231">
              <a:extLst>
                <a:ext uri="{FF2B5EF4-FFF2-40B4-BE49-F238E27FC236}">
                  <a16:creationId xmlns:a16="http://schemas.microsoft.com/office/drawing/2014/main" id="{93EBF5BF-DE0C-4BA3-8458-093A039CB222}"/>
                </a:ext>
              </a:extLst>
            </p:cNvPr>
            <p:cNvSpPr/>
            <p:nvPr/>
          </p:nvSpPr>
          <p:spPr>
            <a:xfrm>
              <a:off x="10549255" y="3953510"/>
              <a:ext cx="43815" cy="34925"/>
            </a:xfrm>
            <a:custGeom>
              <a:avLst/>
              <a:gdLst>
                <a:gd name="connsiteX0" fmla="*/ 0 w 44345"/>
                <a:gd name="connsiteY0" fmla="*/ 0 h 36954"/>
                <a:gd name="connsiteX1" fmla="*/ 44346 w 44345"/>
                <a:gd name="connsiteY1" fmla="*/ 0 h 36954"/>
                <a:gd name="connsiteX2" fmla="*/ 44346 w 44345"/>
                <a:gd name="connsiteY2" fmla="*/ 36955 h 36954"/>
                <a:gd name="connsiteX3" fmla="*/ 0 w 44345"/>
                <a:gd name="connsiteY3" fmla="*/ 36955 h 369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345" h="36954">
                  <a:moveTo>
                    <a:pt x="0" y="0"/>
                  </a:moveTo>
                  <a:lnTo>
                    <a:pt x="44346" y="0"/>
                  </a:lnTo>
                  <a:lnTo>
                    <a:pt x="44346" y="36955"/>
                  </a:lnTo>
                  <a:lnTo>
                    <a:pt x="0" y="36955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33" name="자유형: 도형 232">
              <a:extLst>
                <a:ext uri="{FF2B5EF4-FFF2-40B4-BE49-F238E27FC236}">
                  <a16:creationId xmlns:a16="http://schemas.microsoft.com/office/drawing/2014/main" id="{2A7D5036-4769-4329-8D7A-81664F343096}"/>
                </a:ext>
              </a:extLst>
            </p:cNvPr>
            <p:cNvSpPr/>
            <p:nvPr/>
          </p:nvSpPr>
          <p:spPr>
            <a:xfrm>
              <a:off x="10549255" y="4016375"/>
              <a:ext cx="43815" cy="34925"/>
            </a:xfrm>
            <a:custGeom>
              <a:avLst/>
              <a:gdLst>
                <a:gd name="connsiteX0" fmla="*/ 0 w 44345"/>
                <a:gd name="connsiteY0" fmla="*/ 0 h 36954"/>
                <a:gd name="connsiteX1" fmla="*/ 44346 w 44345"/>
                <a:gd name="connsiteY1" fmla="*/ 0 h 36954"/>
                <a:gd name="connsiteX2" fmla="*/ 44346 w 44345"/>
                <a:gd name="connsiteY2" fmla="*/ 36955 h 36954"/>
                <a:gd name="connsiteX3" fmla="*/ 0 w 44345"/>
                <a:gd name="connsiteY3" fmla="*/ 36955 h 369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345" h="36954">
                  <a:moveTo>
                    <a:pt x="0" y="0"/>
                  </a:moveTo>
                  <a:lnTo>
                    <a:pt x="44346" y="0"/>
                  </a:lnTo>
                  <a:lnTo>
                    <a:pt x="44346" y="36955"/>
                  </a:lnTo>
                  <a:lnTo>
                    <a:pt x="0" y="36955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34" name="자유형: 도형 233">
              <a:extLst>
                <a:ext uri="{FF2B5EF4-FFF2-40B4-BE49-F238E27FC236}">
                  <a16:creationId xmlns:a16="http://schemas.microsoft.com/office/drawing/2014/main" id="{5870539E-6954-4C26-B427-3ADB4499617F}"/>
                </a:ext>
              </a:extLst>
            </p:cNvPr>
            <p:cNvSpPr/>
            <p:nvPr/>
          </p:nvSpPr>
          <p:spPr>
            <a:xfrm>
              <a:off x="11094720" y="3956685"/>
              <a:ext cx="43815" cy="34925"/>
            </a:xfrm>
            <a:custGeom>
              <a:avLst/>
              <a:gdLst>
                <a:gd name="connsiteX0" fmla="*/ 44349 w 44348"/>
                <a:gd name="connsiteY0" fmla="*/ 36958 h 36957"/>
                <a:gd name="connsiteX1" fmla="*/ 44349 w 44348"/>
                <a:gd name="connsiteY1" fmla="*/ 0 h 36957"/>
                <a:gd name="connsiteX2" fmla="*/ 0 w 44348"/>
                <a:gd name="connsiteY2" fmla="*/ 0 h 36957"/>
                <a:gd name="connsiteX3" fmla="*/ 0 w 44348"/>
                <a:gd name="connsiteY3" fmla="*/ 36958 h 36957"/>
                <a:gd name="connsiteX4" fmla="*/ 40651 w 44348"/>
                <a:gd name="connsiteY4" fmla="*/ 36958 h 36957"/>
                <a:gd name="connsiteX5" fmla="*/ 44349 w 44348"/>
                <a:gd name="connsiteY5" fmla="*/ 36958 h 369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4348" h="36957">
                  <a:moveTo>
                    <a:pt x="44349" y="36958"/>
                  </a:moveTo>
                  <a:lnTo>
                    <a:pt x="44349" y="0"/>
                  </a:lnTo>
                  <a:lnTo>
                    <a:pt x="0" y="0"/>
                  </a:lnTo>
                  <a:lnTo>
                    <a:pt x="0" y="36958"/>
                  </a:lnTo>
                  <a:lnTo>
                    <a:pt x="40651" y="36958"/>
                  </a:lnTo>
                  <a:lnTo>
                    <a:pt x="44349" y="36958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35" name="자유형: 도형 234">
              <a:extLst>
                <a:ext uri="{FF2B5EF4-FFF2-40B4-BE49-F238E27FC236}">
                  <a16:creationId xmlns:a16="http://schemas.microsoft.com/office/drawing/2014/main" id="{52253FCD-9E1C-4A78-A7E9-E17DE734AA1A}"/>
                </a:ext>
              </a:extLst>
            </p:cNvPr>
            <p:cNvSpPr/>
            <p:nvPr/>
          </p:nvSpPr>
          <p:spPr>
            <a:xfrm>
              <a:off x="11094720" y="4020185"/>
              <a:ext cx="43815" cy="34925"/>
            </a:xfrm>
            <a:custGeom>
              <a:avLst/>
              <a:gdLst>
                <a:gd name="connsiteX0" fmla="*/ 40651 w 44348"/>
                <a:gd name="connsiteY0" fmla="*/ 0 h 36952"/>
                <a:gd name="connsiteX1" fmla="*/ 0 w 44348"/>
                <a:gd name="connsiteY1" fmla="*/ 0 h 36952"/>
                <a:gd name="connsiteX2" fmla="*/ 0 w 44348"/>
                <a:gd name="connsiteY2" fmla="*/ 36953 h 36952"/>
                <a:gd name="connsiteX3" fmla="*/ 44349 w 44348"/>
                <a:gd name="connsiteY3" fmla="*/ 36953 h 36952"/>
                <a:gd name="connsiteX4" fmla="*/ 44349 w 44348"/>
                <a:gd name="connsiteY4" fmla="*/ 0 h 36952"/>
                <a:gd name="connsiteX5" fmla="*/ 40651 w 44348"/>
                <a:gd name="connsiteY5" fmla="*/ 0 h 36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4348" h="36952">
                  <a:moveTo>
                    <a:pt x="40651" y="0"/>
                  </a:moveTo>
                  <a:lnTo>
                    <a:pt x="0" y="0"/>
                  </a:lnTo>
                  <a:lnTo>
                    <a:pt x="0" y="36953"/>
                  </a:lnTo>
                  <a:lnTo>
                    <a:pt x="44349" y="36953"/>
                  </a:lnTo>
                  <a:lnTo>
                    <a:pt x="44349" y="0"/>
                  </a:lnTo>
                  <a:lnTo>
                    <a:pt x="40651" y="0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36" name="자유형: 도형 235">
              <a:extLst>
                <a:ext uri="{FF2B5EF4-FFF2-40B4-BE49-F238E27FC236}">
                  <a16:creationId xmlns:a16="http://schemas.microsoft.com/office/drawing/2014/main" id="{3183AC10-BA41-4E46-B773-927D585FCDAA}"/>
                </a:ext>
              </a:extLst>
            </p:cNvPr>
            <p:cNvSpPr/>
            <p:nvPr/>
          </p:nvSpPr>
          <p:spPr>
            <a:xfrm>
              <a:off x="11167745" y="3956685"/>
              <a:ext cx="43815" cy="34925"/>
            </a:xfrm>
            <a:custGeom>
              <a:avLst/>
              <a:gdLst>
                <a:gd name="connsiteX0" fmla="*/ 0 w 44345"/>
                <a:gd name="connsiteY0" fmla="*/ 0 h 36954"/>
                <a:gd name="connsiteX1" fmla="*/ 44346 w 44345"/>
                <a:gd name="connsiteY1" fmla="*/ 0 h 36954"/>
                <a:gd name="connsiteX2" fmla="*/ 44346 w 44345"/>
                <a:gd name="connsiteY2" fmla="*/ 36955 h 36954"/>
                <a:gd name="connsiteX3" fmla="*/ 0 w 44345"/>
                <a:gd name="connsiteY3" fmla="*/ 36955 h 369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345" h="36954">
                  <a:moveTo>
                    <a:pt x="0" y="0"/>
                  </a:moveTo>
                  <a:lnTo>
                    <a:pt x="44346" y="0"/>
                  </a:lnTo>
                  <a:lnTo>
                    <a:pt x="44346" y="36955"/>
                  </a:lnTo>
                  <a:lnTo>
                    <a:pt x="0" y="36955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37" name="자유형: 도형 236">
              <a:extLst>
                <a:ext uri="{FF2B5EF4-FFF2-40B4-BE49-F238E27FC236}">
                  <a16:creationId xmlns:a16="http://schemas.microsoft.com/office/drawing/2014/main" id="{0C2BA7F3-3F2A-4C83-9F87-C41D96CBEB7F}"/>
                </a:ext>
              </a:extLst>
            </p:cNvPr>
            <p:cNvSpPr/>
            <p:nvPr/>
          </p:nvSpPr>
          <p:spPr>
            <a:xfrm>
              <a:off x="11167745" y="4020185"/>
              <a:ext cx="43815" cy="34925"/>
            </a:xfrm>
            <a:custGeom>
              <a:avLst/>
              <a:gdLst>
                <a:gd name="connsiteX0" fmla="*/ 0 w 44345"/>
                <a:gd name="connsiteY0" fmla="*/ 0 h 36954"/>
                <a:gd name="connsiteX1" fmla="*/ 44346 w 44345"/>
                <a:gd name="connsiteY1" fmla="*/ 0 h 36954"/>
                <a:gd name="connsiteX2" fmla="*/ 44346 w 44345"/>
                <a:gd name="connsiteY2" fmla="*/ 36955 h 36954"/>
                <a:gd name="connsiteX3" fmla="*/ 0 w 44345"/>
                <a:gd name="connsiteY3" fmla="*/ 36955 h 369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345" h="36954">
                  <a:moveTo>
                    <a:pt x="0" y="0"/>
                  </a:moveTo>
                  <a:lnTo>
                    <a:pt x="44346" y="0"/>
                  </a:lnTo>
                  <a:lnTo>
                    <a:pt x="44346" y="36955"/>
                  </a:lnTo>
                  <a:lnTo>
                    <a:pt x="0" y="36955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38" name="자유형: 도형 237">
              <a:extLst>
                <a:ext uri="{FF2B5EF4-FFF2-40B4-BE49-F238E27FC236}">
                  <a16:creationId xmlns:a16="http://schemas.microsoft.com/office/drawing/2014/main" id="{3FA45A4F-A89A-40C8-A01A-5E5823D9083C}"/>
                </a:ext>
              </a:extLst>
            </p:cNvPr>
            <p:cNvSpPr/>
            <p:nvPr/>
          </p:nvSpPr>
          <p:spPr>
            <a:xfrm>
              <a:off x="9419590" y="3094990"/>
              <a:ext cx="724535" cy="372745"/>
            </a:xfrm>
            <a:custGeom>
              <a:avLst/>
              <a:gdLst>
                <a:gd name="connsiteX0" fmla="*/ 36953 w 731698"/>
                <a:gd name="connsiteY0" fmla="*/ 214341 h 391724"/>
                <a:gd name="connsiteX1" fmla="*/ 0 w 731698"/>
                <a:gd name="connsiteY1" fmla="*/ 184774 h 391724"/>
                <a:gd name="connsiteX2" fmla="*/ 206945 w 731698"/>
                <a:gd name="connsiteY2" fmla="*/ 0 h 391724"/>
                <a:gd name="connsiteX3" fmla="*/ 731699 w 731698"/>
                <a:gd name="connsiteY3" fmla="*/ 0 h 391724"/>
                <a:gd name="connsiteX4" fmla="*/ 731699 w 731698"/>
                <a:gd name="connsiteY4" fmla="*/ 162602 h 391724"/>
                <a:gd name="connsiteX5" fmla="*/ 391719 w 731698"/>
                <a:gd name="connsiteY5" fmla="*/ 391724 h 391724"/>
                <a:gd name="connsiteX6" fmla="*/ 36953 w 731698"/>
                <a:gd name="connsiteY6" fmla="*/ 214341 h 3917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731698" h="391724">
                  <a:moveTo>
                    <a:pt x="36953" y="214341"/>
                  </a:moveTo>
                  <a:lnTo>
                    <a:pt x="0" y="184774"/>
                  </a:lnTo>
                  <a:lnTo>
                    <a:pt x="206945" y="0"/>
                  </a:lnTo>
                  <a:lnTo>
                    <a:pt x="731699" y="0"/>
                  </a:lnTo>
                  <a:lnTo>
                    <a:pt x="731699" y="162602"/>
                  </a:lnTo>
                  <a:lnTo>
                    <a:pt x="391719" y="391724"/>
                  </a:lnTo>
                  <a:lnTo>
                    <a:pt x="36953" y="214341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39" name="자유형: 도형 238">
              <a:extLst>
                <a:ext uri="{FF2B5EF4-FFF2-40B4-BE49-F238E27FC236}">
                  <a16:creationId xmlns:a16="http://schemas.microsoft.com/office/drawing/2014/main" id="{B4449605-0840-4852-91EE-3C150ABA5E96}"/>
                </a:ext>
              </a:extLst>
            </p:cNvPr>
            <p:cNvSpPr/>
            <p:nvPr/>
          </p:nvSpPr>
          <p:spPr>
            <a:xfrm>
              <a:off x="9808210" y="3094990"/>
              <a:ext cx="570865" cy="1083310"/>
            </a:xfrm>
            <a:custGeom>
              <a:avLst/>
              <a:gdLst>
                <a:gd name="connsiteX0" fmla="*/ 435009 w 576167"/>
                <a:gd name="connsiteY0" fmla="*/ 103380 h 1138203"/>
                <a:gd name="connsiteX1" fmla="*/ 435009 w 576167"/>
                <a:gd name="connsiteY1" fmla="*/ 3423 h 1138203"/>
                <a:gd name="connsiteX2" fmla="*/ 365337 w 576167"/>
                <a:gd name="connsiteY2" fmla="*/ 3423 h 1138203"/>
                <a:gd name="connsiteX3" fmla="*/ 365337 w 576167"/>
                <a:gd name="connsiteY3" fmla="*/ 27905 h 1138203"/>
                <a:gd name="connsiteX4" fmla="*/ 339334 w 576167"/>
                <a:gd name="connsiteY4" fmla="*/ -269 h 1138203"/>
                <a:gd name="connsiteX5" fmla="*/ 169341 w 576167"/>
                <a:gd name="connsiteY5" fmla="*/ 184504 h 1138203"/>
                <a:gd name="connsiteX6" fmla="*/ 102827 w 576167"/>
                <a:gd name="connsiteY6" fmla="*/ 228853 h 1138203"/>
                <a:gd name="connsiteX7" fmla="*/ -314 w 576167"/>
                <a:gd name="connsiteY7" fmla="*/ 982391 h 1138203"/>
                <a:gd name="connsiteX8" fmla="*/ 155230 w 576167"/>
                <a:gd name="connsiteY8" fmla="*/ 1137934 h 1138203"/>
                <a:gd name="connsiteX9" fmla="*/ 516717 w 576167"/>
                <a:gd name="connsiteY9" fmla="*/ 1137934 h 1138203"/>
                <a:gd name="connsiteX10" fmla="*/ 516717 w 576167"/>
                <a:gd name="connsiteY10" fmla="*/ 191895 h 11382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576167" h="1138203">
                  <a:moveTo>
                    <a:pt x="435009" y="103380"/>
                  </a:moveTo>
                  <a:lnTo>
                    <a:pt x="435009" y="3423"/>
                  </a:lnTo>
                  <a:lnTo>
                    <a:pt x="365337" y="3423"/>
                  </a:lnTo>
                  <a:lnTo>
                    <a:pt x="365337" y="27905"/>
                  </a:lnTo>
                  <a:lnTo>
                    <a:pt x="339334" y="-269"/>
                  </a:lnTo>
                  <a:lnTo>
                    <a:pt x="169341" y="184504"/>
                  </a:lnTo>
                  <a:lnTo>
                    <a:pt x="102827" y="228853"/>
                  </a:lnTo>
                  <a:lnTo>
                    <a:pt x="-314" y="982391"/>
                  </a:lnTo>
                  <a:lnTo>
                    <a:pt x="155230" y="1137934"/>
                  </a:lnTo>
                  <a:lnTo>
                    <a:pt x="516717" y="1137934"/>
                  </a:lnTo>
                  <a:cubicBezTo>
                    <a:pt x="572106" y="859314"/>
                    <a:pt x="616025" y="573093"/>
                    <a:pt x="516717" y="191895"/>
                  </a:cubicBezTo>
                  <a:close/>
                </a:path>
              </a:pathLst>
            </a:custGeom>
            <a:solidFill>
              <a:srgbClr val="CCCCCC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40" name="자유형: 도형 239">
              <a:extLst>
                <a:ext uri="{FF2B5EF4-FFF2-40B4-BE49-F238E27FC236}">
                  <a16:creationId xmlns:a16="http://schemas.microsoft.com/office/drawing/2014/main" id="{59D4FF68-E11B-430E-BE98-1DF911327749}"/>
                </a:ext>
              </a:extLst>
            </p:cNvPr>
            <p:cNvSpPr/>
            <p:nvPr/>
          </p:nvSpPr>
          <p:spPr>
            <a:xfrm>
              <a:off x="9362440" y="3270885"/>
              <a:ext cx="614045" cy="907415"/>
            </a:xfrm>
            <a:custGeom>
              <a:avLst/>
              <a:gdLst>
                <a:gd name="connsiteX0" fmla="*/ 57585 w 619609"/>
                <a:gd name="connsiteY0" fmla="*/ -269 h 953429"/>
                <a:gd name="connsiteX1" fmla="*/ 619296 w 619609"/>
                <a:gd name="connsiteY1" fmla="*/ -269 h 953429"/>
                <a:gd name="connsiteX2" fmla="*/ 619296 w 619609"/>
                <a:gd name="connsiteY2" fmla="*/ 953161 h 953429"/>
                <a:gd name="connsiteX3" fmla="*/ 57585 w 619609"/>
                <a:gd name="connsiteY3" fmla="*/ 953161 h 953429"/>
                <a:gd name="connsiteX4" fmla="*/ 57585 w 619609"/>
                <a:gd name="connsiteY4" fmla="*/ -269 h 9534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19609" h="953429">
                  <a:moveTo>
                    <a:pt x="57585" y="-269"/>
                  </a:moveTo>
                  <a:lnTo>
                    <a:pt x="619296" y="-269"/>
                  </a:lnTo>
                  <a:lnTo>
                    <a:pt x="619296" y="953161"/>
                  </a:lnTo>
                  <a:lnTo>
                    <a:pt x="57585" y="953161"/>
                  </a:lnTo>
                  <a:cubicBezTo>
                    <a:pt x="-3881" y="582761"/>
                    <a:pt x="-33899" y="239271"/>
                    <a:pt x="57585" y="-269"/>
                  </a:cubicBezTo>
                  <a:close/>
                </a:path>
              </a:pathLst>
            </a:custGeom>
            <a:solidFill>
              <a:srgbClr val="F2F2F2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41" name="자유형: 도형 240">
              <a:extLst>
                <a:ext uri="{FF2B5EF4-FFF2-40B4-BE49-F238E27FC236}">
                  <a16:creationId xmlns:a16="http://schemas.microsoft.com/office/drawing/2014/main" id="{7B61E611-3A83-4BFA-BB34-89831BB110BB}"/>
                </a:ext>
              </a:extLst>
            </p:cNvPr>
            <p:cNvSpPr/>
            <p:nvPr/>
          </p:nvSpPr>
          <p:spPr>
            <a:xfrm>
              <a:off x="9635490" y="3956685"/>
              <a:ext cx="102235" cy="221615"/>
            </a:xfrm>
            <a:custGeom>
              <a:avLst/>
              <a:gdLst>
                <a:gd name="connsiteX0" fmla="*/ 0 w 103473"/>
                <a:gd name="connsiteY0" fmla="*/ 0 h 232814"/>
                <a:gd name="connsiteX1" fmla="*/ 103473 w 103473"/>
                <a:gd name="connsiteY1" fmla="*/ 0 h 232814"/>
                <a:gd name="connsiteX2" fmla="*/ 103473 w 103473"/>
                <a:gd name="connsiteY2" fmla="*/ 232814 h 232814"/>
                <a:gd name="connsiteX3" fmla="*/ 0 w 103473"/>
                <a:gd name="connsiteY3" fmla="*/ 232814 h 2328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3473" h="232814">
                  <a:moveTo>
                    <a:pt x="0" y="0"/>
                  </a:moveTo>
                  <a:lnTo>
                    <a:pt x="103473" y="0"/>
                  </a:lnTo>
                  <a:lnTo>
                    <a:pt x="103473" y="232814"/>
                  </a:lnTo>
                  <a:lnTo>
                    <a:pt x="0" y="232814"/>
                  </a:lnTo>
                  <a:close/>
                </a:path>
              </a:pathLst>
            </a:custGeom>
            <a:solidFill>
              <a:srgbClr val="CCCCCC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42" name="자유형: 도형 241">
              <a:extLst>
                <a:ext uri="{FF2B5EF4-FFF2-40B4-BE49-F238E27FC236}">
                  <a16:creationId xmlns:a16="http://schemas.microsoft.com/office/drawing/2014/main" id="{56737EA8-E5CF-4371-8173-16CDAD2C7E3B}"/>
                </a:ext>
              </a:extLst>
            </p:cNvPr>
            <p:cNvSpPr/>
            <p:nvPr/>
          </p:nvSpPr>
          <p:spPr>
            <a:xfrm>
              <a:off x="9481820" y="3984625"/>
              <a:ext cx="43815" cy="34925"/>
            </a:xfrm>
            <a:custGeom>
              <a:avLst/>
              <a:gdLst>
                <a:gd name="connsiteX0" fmla="*/ 44343 w 44343"/>
                <a:gd name="connsiteY0" fmla="*/ 36953 h 36952"/>
                <a:gd name="connsiteX1" fmla="*/ 44343 w 44343"/>
                <a:gd name="connsiteY1" fmla="*/ 0 h 36952"/>
                <a:gd name="connsiteX2" fmla="*/ 0 w 44343"/>
                <a:gd name="connsiteY2" fmla="*/ 0 h 36952"/>
                <a:gd name="connsiteX3" fmla="*/ 0 w 44343"/>
                <a:gd name="connsiteY3" fmla="*/ 36953 h 36952"/>
                <a:gd name="connsiteX4" fmla="*/ 40651 w 44343"/>
                <a:gd name="connsiteY4" fmla="*/ 36953 h 36952"/>
                <a:gd name="connsiteX5" fmla="*/ 44343 w 44343"/>
                <a:gd name="connsiteY5" fmla="*/ 36953 h 36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4343" h="36952">
                  <a:moveTo>
                    <a:pt x="44343" y="36953"/>
                  </a:moveTo>
                  <a:lnTo>
                    <a:pt x="44343" y="0"/>
                  </a:lnTo>
                  <a:lnTo>
                    <a:pt x="0" y="0"/>
                  </a:lnTo>
                  <a:lnTo>
                    <a:pt x="0" y="36953"/>
                  </a:lnTo>
                  <a:lnTo>
                    <a:pt x="40651" y="36953"/>
                  </a:lnTo>
                  <a:lnTo>
                    <a:pt x="44343" y="36953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43" name="자유형: 도형 242">
              <a:extLst>
                <a:ext uri="{FF2B5EF4-FFF2-40B4-BE49-F238E27FC236}">
                  <a16:creationId xmlns:a16="http://schemas.microsoft.com/office/drawing/2014/main" id="{F273ABC0-24B9-4A2A-89DA-A70F534FE4F2}"/>
                </a:ext>
              </a:extLst>
            </p:cNvPr>
            <p:cNvSpPr/>
            <p:nvPr/>
          </p:nvSpPr>
          <p:spPr>
            <a:xfrm>
              <a:off x="9481820" y="4048125"/>
              <a:ext cx="43815" cy="34925"/>
            </a:xfrm>
            <a:custGeom>
              <a:avLst/>
              <a:gdLst>
                <a:gd name="connsiteX0" fmla="*/ 40651 w 44343"/>
                <a:gd name="connsiteY0" fmla="*/ 0 h 36957"/>
                <a:gd name="connsiteX1" fmla="*/ 0 w 44343"/>
                <a:gd name="connsiteY1" fmla="*/ 0 h 36957"/>
                <a:gd name="connsiteX2" fmla="*/ 0 w 44343"/>
                <a:gd name="connsiteY2" fmla="*/ 36958 h 36957"/>
                <a:gd name="connsiteX3" fmla="*/ 44343 w 44343"/>
                <a:gd name="connsiteY3" fmla="*/ 36958 h 36957"/>
                <a:gd name="connsiteX4" fmla="*/ 44343 w 44343"/>
                <a:gd name="connsiteY4" fmla="*/ 0 h 36957"/>
                <a:gd name="connsiteX5" fmla="*/ 40651 w 44343"/>
                <a:gd name="connsiteY5" fmla="*/ 0 h 369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4343" h="36957">
                  <a:moveTo>
                    <a:pt x="40651" y="0"/>
                  </a:moveTo>
                  <a:lnTo>
                    <a:pt x="0" y="0"/>
                  </a:lnTo>
                  <a:lnTo>
                    <a:pt x="0" y="36958"/>
                  </a:lnTo>
                  <a:lnTo>
                    <a:pt x="44343" y="36958"/>
                  </a:lnTo>
                  <a:lnTo>
                    <a:pt x="44343" y="0"/>
                  </a:lnTo>
                  <a:lnTo>
                    <a:pt x="40651" y="0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44" name="자유형: 도형 243">
              <a:extLst>
                <a:ext uri="{FF2B5EF4-FFF2-40B4-BE49-F238E27FC236}">
                  <a16:creationId xmlns:a16="http://schemas.microsoft.com/office/drawing/2014/main" id="{3D10913C-2D01-4AD8-A570-2B3C3E153525}"/>
                </a:ext>
              </a:extLst>
            </p:cNvPr>
            <p:cNvSpPr/>
            <p:nvPr/>
          </p:nvSpPr>
          <p:spPr>
            <a:xfrm>
              <a:off x="9554845" y="3984625"/>
              <a:ext cx="43815" cy="34925"/>
            </a:xfrm>
            <a:custGeom>
              <a:avLst/>
              <a:gdLst>
                <a:gd name="connsiteX0" fmla="*/ 0 w 44345"/>
                <a:gd name="connsiteY0" fmla="*/ 0 h 36954"/>
                <a:gd name="connsiteX1" fmla="*/ 44345 w 44345"/>
                <a:gd name="connsiteY1" fmla="*/ 0 h 36954"/>
                <a:gd name="connsiteX2" fmla="*/ 44345 w 44345"/>
                <a:gd name="connsiteY2" fmla="*/ 36955 h 36954"/>
                <a:gd name="connsiteX3" fmla="*/ 0 w 44345"/>
                <a:gd name="connsiteY3" fmla="*/ 36955 h 369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345" h="36954">
                  <a:moveTo>
                    <a:pt x="0" y="0"/>
                  </a:moveTo>
                  <a:lnTo>
                    <a:pt x="44345" y="0"/>
                  </a:lnTo>
                  <a:lnTo>
                    <a:pt x="44345" y="36955"/>
                  </a:lnTo>
                  <a:lnTo>
                    <a:pt x="0" y="36955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45" name="자유형: 도형 244">
              <a:extLst>
                <a:ext uri="{FF2B5EF4-FFF2-40B4-BE49-F238E27FC236}">
                  <a16:creationId xmlns:a16="http://schemas.microsoft.com/office/drawing/2014/main" id="{D8EFFA32-3240-4EE4-BF66-36329E0338B7}"/>
                </a:ext>
              </a:extLst>
            </p:cNvPr>
            <p:cNvSpPr/>
            <p:nvPr/>
          </p:nvSpPr>
          <p:spPr>
            <a:xfrm>
              <a:off x="9782175" y="4048125"/>
              <a:ext cx="43815" cy="34925"/>
            </a:xfrm>
            <a:custGeom>
              <a:avLst/>
              <a:gdLst>
                <a:gd name="connsiteX0" fmla="*/ 40650 w 44343"/>
                <a:gd name="connsiteY0" fmla="*/ 0 h 36957"/>
                <a:gd name="connsiteX1" fmla="*/ 0 w 44343"/>
                <a:gd name="connsiteY1" fmla="*/ 0 h 36957"/>
                <a:gd name="connsiteX2" fmla="*/ 0 w 44343"/>
                <a:gd name="connsiteY2" fmla="*/ 36958 h 36957"/>
                <a:gd name="connsiteX3" fmla="*/ 44343 w 44343"/>
                <a:gd name="connsiteY3" fmla="*/ 36958 h 36957"/>
                <a:gd name="connsiteX4" fmla="*/ 44343 w 44343"/>
                <a:gd name="connsiteY4" fmla="*/ 0 h 36957"/>
                <a:gd name="connsiteX5" fmla="*/ 40650 w 44343"/>
                <a:gd name="connsiteY5" fmla="*/ 0 h 369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4343" h="36957">
                  <a:moveTo>
                    <a:pt x="40650" y="0"/>
                  </a:moveTo>
                  <a:lnTo>
                    <a:pt x="0" y="0"/>
                  </a:lnTo>
                  <a:lnTo>
                    <a:pt x="0" y="36958"/>
                  </a:lnTo>
                  <a:lnTo>
                    <a:pt x="44343" y="36958"/>
                  </a:lnTo>
                  <a:lnTo>
                    <a:pt x="44343" y="0"/>
                  </a:lnTo>
                  <a:lnTo>
                    <a:pt x="40650" y="0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46" name="자유형: 도형 245">
              <a:extLst>
                <a:ext uri="{FF2B5EF4-FFF2-40B4-BE49-F238E27FC236}">
                  <a16:creationId xmlns:a16="http://schemas.microsoft.com/office/drawing/2014/main" id="{55ED14B8-5073-4CE0-BD5A-57158A238666}"/>
                </a:ext>
              </a:extLst>
            </p:cNvPr>
            <p:cNvSpPr/>
            <p:nvPr/>
          </p:nvSpPr>
          <p:spPr>
            <a:xfrm>
              <a:off x="9855200" y="3984625"/>
              <a:ext cx="43815" cy="34925"/>
            </a:xfrm>
            <a:custGeom>
              <a:avLst/>
              <a:gdLst>
                <a:gd name="connsiteX0" fmla="*/ 0 w 44345"/>
                <a:gd name="connsiteY0" fmla="*/ 0 h 36954"/>
                <a:gd name="connsiteX1" fmla="*/ 44345 w 44345"/>
                <a:gd name="connsiteY1" fmla="*/ 0 h 36954"/>
                <a:gd name="connsiteX2" fmla="*/ 44345 w 44345"/>
                <a:gd name="connsiteY2" fmla="*/ 36955 h 36954"/>
                <a:gd name="connsiteX3" fmla="*/ 0 w 44345"/>
                <a:gd name="connsiteY3" fmla="*/ 36955 h 369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345" h="36954">
                  <a:moveTo>
                    <a:pt x="0" y="0"/>
                  </a:moveTo>
                  <a:lnTo>
                    <a:pt x="44345" y="0"/>
                  </a:lnTo>
                  <a:lnTo>
                    <a:pt x="44345" y="36955"/>
                  </a:lnTo>
                  <a:lnTo>
                    <a:pt x="0" y="36955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47" name="자유형: 도형 246">
              <a:extLst>
                <a:ext uri="{FF2B5EF4-FFF2-40B4-BE49-F238E27FC236}">
                  <a16:creationId xmlns:a16="http://schemas.microsoft.com/office/drawing/2014/main" id="{5E2CBB2A-A69F-427E-B839-1A477514EA8D}"/>
                </a:ext>
              </a:extLst>
            </p:cNvPr>
            <p:cNvSpPr/>
            <p:nvPr/>
          </p:nvSpPr>
          <p:spPr>
            <a:xfrm>
              <a:off x="9855200" y="4048125"/>
              <a:ext cx="43815" cy="34925"/>
            </a:xfrm>
            <a:custGeom>
              <a:avLst/>
              <a:gdLst>
                <a:gd name="connsiteX0" fmla="*/ 0 w 44345"/>
                <a:gd name="connsiteY0" fmla="*/ 0 h 36954"/>
                <a:gd name="connsiteX1" fmla="*/ 44345 w 44345"/>
                <a:gd name="connsiteY1" fmla="*/ 0 h 36954"/>
                <a:gd name="connsiteX2" fmla="*/ 44345 w 44345"/>
                <a:gd name="connsiteY2" fmla="*/ 36955 h 36954"/>
                <a:gd name="connsiteX3" fmla="*/ 0 w 44345"/>
                <a:gd name="connsiteY3" fmla="*/ 36955 h 369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345" h="36954">
                  <a:moveTo>
                    <a:pt x="0" y="0"/>
                  </a:moveTo>
                  <a:lnTo>
                    <a:pt x="44345" y="0"/>
                  </a:lnTo>
                  <a:lnTo>
                    <a:pt x="44345" y="36955"/>
                  </a:lnTo>
                  <a:lnTo>
                    <a:pt x="0" y="36955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48" name="자유형: 도형 247">
              <a:extLst>
                <a:ext uri="{FF2B5EF4-FFF2-40B4-BE49-F238E27FC236}">
                  <a16:creationId xmlns:a16="http://schemas.microsoft.com/office/drawing/2014/main" id="{CAA3D9AA-06E7-44B0-ADA0-059D97625900}"/>
                </a:ext>
              </a:extLst>
            </p:cNvPr>
            <p:cNvSpPr/>
            <p:nvPr/>
          </p:nvSpPr>
          <p:spPr>
            <a:xfrm>
              <a:off x="10089515" y="3281680"/>
              <a:ext cx="43815" cy="34925"/>
            </a:xfrm>
            <a:custGeom>
              <a:avLst/>
              <a:gdLst>
                <a:gd name="connsiteX0" fmla="*/ 44343 w 44343"/>
                <a:gd name="connsiteY0" fmla="*/ 36953 h 36952"/>
                <a:gd name="connsiteX1" fmla="*/ 44343 w 44343"/>
                <a:gd name="connsiteY1" fmla="*/ 0 h 36952"/>
                <a:gd name="connsiteX2" fmla="*/ 0 w 44343"/>
                <a:gd name="connsiteY2" fmla="*/ 0 h 36952"/>
                <a:gd name="connsiteX3" fmla="*/ 0 w 44343"/>
                <a:gd name="connsiteY3" fmla="*/ 36953 h 36952"/>
                <a:gd name="connsiteX4" fmla="*/ 40651 w 44343"/>
                <a:gd name="connsiteY4" fmla="*/ 36953 h 36952"/>
                <a:gd name="connsiteX5" fmla="*/ 44343 w 44343"/>
                <a:gd name="connsiteY5" fmla="*/ 36953 h 36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4343" h="36952">
                  <a:moveTo>
                    <a:pt x="44343" y="36953"/>
                  </a:moveTo>
                  <a:lnTo>
                    <a:pt x="44343" y="0"/>
                  </a:lnTo>
                  <a:lnTo>
                    <a:pt x="0" y="0"/>
                  </a:lnTo>
                  <a:lnTo>
                    <a:pt x="0" y="36953"/>
                  </a:lnTo>
                  <a:lnTo>
                    <a:pt x="40651" y="36953"/>
                  </a:lnTo>
                  <a:lnTo>
                    <a:pt x="44343" y="36953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49" name="자유형: 도형 248">
              <a:extLst>
                <a:ext uri="{FF2B5EF4-FFF2-40B4-BE49-F238E27FC236}">
                  <a16:creationId xmlns:a16="http://schemas.microsoft.com/office/drawing/2014/main" id="{CA46525B-0BCF-418D-B178-044AFF35F36F}"/>
                </a:ext>
              </a:extLst>
            </p:cNvPr>
            <p:cNvSpPr/>
            <p:nvPr/>
          </p:nvSpPr>
          <p:spPr>
            <a:xfrm>
              <a:off x="10089515" y="3344545"/>
              <a:ext cx="43815" cy="34925"/>
            </a:xfrm>
            <a:custGeom>
              <a:avLst/>
              <a:gdLst>
                <a:gd name="connsiteX0" fmla="*/ 40651 w 44343"/>
                <a:gd name="connsiteY0" fmla="*/ 0 h 36952"/>
                <a:gd name="connsiteX1" fmla="*/ 0 w 44343"/>
                <a:gd name="connsiteY1" fmla="*/ 0 h 36952"/>
                <a:gd name="connsiteX2" fmla="*/ 0 w 44343"/>
                <a:gd name="connsiteY2" fmla="*/ 36953 h 36952"/>
                <a:gd name="connsiteX3" fmla="*/ 44343 w 44343"/>
                <a:gd name="connsiteY3" fmla="*/ 36953 h 36952"/>
                <a:gd name="connsiteX4" fmla="*/ 44343 w 44343"/>
                <a:gd name="connsiteY4" fmla="*/ 0 h 36952"/>
                <a:gd name="connsiteX5" fmla="*/ 40651 w 44343"/>
                <a:gd name="connsiteY5" fmla="*/ 0 h 36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4343" h="36952">
                  <a:moveTo>
                    <a:pt x="40651" y="0"/>
                  </a:moveTo>
                  <a:lnTo>
                    <a:pt x="0" y="0"/>
                  </a:lnTo>
                  <a:lnTo>
                    <a:pt x="0" y="36953"/>
                  </a:lnTo>
                  <a:lnTo>
                    <a:pt x="44343" y="36953"/>
                  </a:lnTo>
                  <a:lnTo>
                    <a:pt x="44343" y="0"/>
                  </a:lnTo>
                  <a:lnTo>
                    <a:pt x="40651" y="0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50" name="자유형: 도형 249">
              <a:extLst>
                <a:ext uri="{FF2B5EF4-FFF2-40B4-BE49-F238E27FC236}">
                  <a16:creationId xmlns:a16="http://schemas.microsoft.com/office/drawing/2014/main" id="{ACF33343-3A68-473F-98D2-6C5716F7D1F1}"/>
                </a:ext>
              </a:extLst>
            </p:cNvPr>
            <p:cNvSpPr/>
            <p:nvPr/>
          </p:nvSpPr>
          <p:spPr>
            <a:xfrm>
              <a:off x="10162540" y="3281680"/>
              <a:ext cx="43815" cy="34925"/>
            </a:xfrm>
            <a:custGeom>
              <a:avLst/>
              <a:gdLst>
                <a:gd name="connsiteX0" fmla="*/ 0 w 44345"/>
                <a:gd name="connsiteY0" fmla="*/ 0 h 36954"/>
                <a:gd name="connsiteX1" fmla="*/ 44345 w 44345"/>
                <a:gd name="connsiteY1" fmla="*/ 0 h 36954"/>
                <a:gd name="connsiteX2" fmla="*/ 44345 w 44345"/>
                <a:gd name="connsiteY2" fmla="*/ 36955 h 36954"/>
                <a:gd name="connsiteX3" fmla="*/ 0 w 44345"/>
                <a:gd name="connsiteY3" fmla="*/ 36955 h 369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345" h="36954">
                  <a:moveTo>
                    <a:pt x="0" y="0"/>
                  </a:moveTo>
                  <a:lnTo>
                    <a:pt x="44345" y="0"/>
                  </a:lnTo>
                  <a:lnTo>
                    <a:pt x="44345" y="36955"/>
                  </a:lnTo>
                  <a:lnTo>
                    <a:pt x="0" y="36955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51" name="자유형: 도형 250">
              <a:extLst>
                <a:ext uri="{FF2B5EF4-FFF2-40B4-BE49-F238E27FC236}">
                  <a16:creationId xmlns:a16="http://schemas.microsoft.com/office/drawing/2014/main" id="{B7304BD4-E887-4B48-A47D-8A492F7BDB5A}"/>
                </a:ext>
              </a:extLst>
            </p:cNvPr>
            <p:cNvSpPr/>
            <p:nvPr/>
          </p:nvSpPr>
          <p:spPr>
            <a:xfrm>
              <a:off x="10162540" y="3344545"/>
              <a:ext cx="43815" cy="34925"/>
            </a:xfrm>
            <a:custGeom>
              <a:avLst/>
              <a:gdLst>
                <a:gd name="connsiteX0" fmla="*/ 0 w 44345"/>
                <a:gd name="connsiteY0" fmla="*/ 0 h 36954"/>
                <a:gd name="connsiteX1" fmla="*/ 44345 w 44345"/>
                <a:gd name="connsiteY1" fmla="*/ 0 h 36954"/>
                <a:gd name="connsiteX2" fmla="*/ 44345 w 44345"/>
                <a:gd name="connsiteY2" fmla="*/ 36955 h 36954"/>
                <a:gd name="connsiteX3" fmla="*/ 0 w 44345"/>
                <a:gd name="connsiteY3" fmla="*/ 36955 h 369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345" h="36954">
                  <a:moveTo>
                    <a:pt x="0" y="0"/>
                  </a:moveTo>
                  <a:lnTo>
                    <a:pt x="44345" y="0"/>
                  </a:lnTo>
                  <a:lnTo>
                    <a:pt x="44345" y="36955"/>
                  </a:lnTo>
                  <a:lnTo>
                    <a:pt x="0" y="36955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52" name="자유형: 도형 251">
              <a:extLst>
                <a:ext uri="{FF2B5EF4-FFF2-40B4-BE49-F238E27FC236}">
                  <a16:creationId xmlns:a16="http://schemas.microsoft.com/office/drawing/2014/main" id="{F2B88610-A6B2-4EBA-8892-C118563E8B7C}"/>
                </a:ext>
              </a:extLst>
            </p:cNvPr>
            <p:cNvSpPr/>
            <p:nvPr/>
          </p:nvSpPr>
          <p:spPr>
            <a:xfrm>
              <a:off x="10089515" y="3478530"/>
              <a:ext cx="43815" cy="34925"/>
            </a:xfrm>
            <a:custGeom>
              <a:avLst/>
              <a:gdLst>
                <a:gd name="connsiteX0" fmla="*/ 44343 w 44343"/>
                <a:gd name="connsiteY0" fmla="*/ 36958 h 36957"/>
                <a:gd name="connsiteX1" fmla="*/ 44343 w 44343"/>
                <a:gd name="connsiteY1" fmla="*/ 0 h 36957"/>
                <a:gd name="connsiteX2" fmla="*/ 0 w 44343"/>
                <a:gd name="connsiteY2" fmla="*/ 0 h 36957"/>
                <a:gd name="connsiteX3" fmla="*/ 0 w 44343"/>
                <a:gd name="connsiteY3" fmla="*/ 36958 h 36957"/>
                <a:gd name="connsiteX4" fmla="*/ 40651 w 44343"/>
                <a:gd name="connsiteY4" fmla="*/ 36958 h 36957"/>
                <a:gd name="connsiteX5" fmla="*/ 44343 w 44343"/>
                <a:gd name="connsiteY5" fmla="*/ 36958 h 369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4343" h="36957">
                  <a:moveTo>
                    <a:pt x="44343" y="36958"/>
                  </a:moveTo>
                  <a:lnTo>
                    <a:pt x="44343" y="0"/>
                  </a:lnTo>
                  <a:lnTo>
                    <a:pt x="0" y="0"/>
                  </a:lnTo>
                  <a:lnTo>
                    <a:pt x="0" y="36958"/>
                  </a:lnTo>
                  <a:lnTo>
                    <a:pt x="40651" y="36958"/>
                  </a:lnTo>
                  <a:lnTo>
                    <a:pt x="44343" y="36958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53" name="자유형: 도형 252">
              <a:extLst>
                <a:ext uri="{FF2B5EF4-FFF2-40B4-BE49-F238E27FC236}">
                  <a16:creationId xmlns:a16="http://schemas.microsoft.com/office/drawing/2014/main" id="{BB2FAB04-7447-45D9-BABE-EAA12F4C4629}"/>
                </a:ext>
              </a:extLst>
            </p:cNvPr>
            <p:cNvSpPr/>
            <p:nvPr/>
          </p:nvSpPr>
          <p:spPr>
            <a:xfrm>
              <a:off x="10089515" y="3542030"/>
              <a:ext cx="43815" cy="34925"/>
            </a:xfrm>
            <a:custGeom>
              <a:avLst/>
              <a:gdLst>
                <a:gd name="connsiteX0" fmla="*/ 40651 w 44343"/>
                <a:gd name="connsiteY0" fmla="*/ 0 h 36952"/>
                <a:gd name="connsiteX1" fmla="*/ 0 w 44343"/>
                <a:gd name="connsiteY1" fmla="*/ 0 h 36952"/>
                <a:gd name="connsiteX2" fmla="*/ 0 w 44343"/>
                <a:gd name="connsiteY2" fmla="*/ 36953 h 36952"/>
                <a:gd name="connsiteX3" fmla="*/ 44343 w 44343"/>
                <a:gd name="connsiteY3" fmla="*/ 36953 h 36952"/>
                <a:gd name="connsiteX4" fmla="*/ 44343 w 44343"/>
                <a:gd name="connsiteY4" fmla="*/ 0 h 36952"/>
                <a:gd name="connsiteX5" fmla="*/ 40651 w 44343"/>
                <a:gd name="connsiteY5" fmla="*/ 0 h 36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4343" h="36952">
                  <a:moveTo>
                    <a:pt x="40651" y="0"/>
                  </a:moveTo>
                  <a:lnTo>
                    <a:pt x="0" y="0"/>
                  </a:lnTo>
                  <a:lnTo>
                    <a:pt x="0" y="36953"/>
                  </a:lnTo>
                  <a:lnTo>
                    <a:pt x="44343" y="36953"/>
                  </a:lnTo>
                  <a:lnTo>
                    <a:pt x="44343" y="0"/>
                  </a:lnTo>
                  <a:lnTo>
                    <a:pt x="40651" y="0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54" name="자유형: 도형 253">
              <a:extLst>
                <a:ext uri="{FF2B5EF4-FFF2-40B4-BE49-F238E27FC236}">
                  <a16:creationId xmlns:a16="http://schemas.microsoft.com/office/drawing/2014/main" id="{3EE77BE6-9535-4D04-BC79-95CF4A681071}"/>
                </a:ext>
              </a:extLst>
            </p:cNvPr>
            <p:cNvSpPr/>
            <p:nvPr/>
          </p:nvSpPr>
          <p:spPr>
            <a:xfrm>
              <a:off x="10162540" y="3478530"/>
              <a:ext cx="43815" cy="34925"/>
            </a:xfrm>
            <a:custGeom>
              <a:avLst/>
              <a:gdLst>
                <a:gd name="connsiteX0" fmla="*/ 0 w 44345"/>
                <a:gd name="connsiteY0" fmla="*/ 0 h 36954"/>
                <a:gd name="connsiteX1" fmla="*/ 44345 w 44345"/>
                <a:gd name="connsiteY1" fmla="*/ 0 h 36954"/>
                <a:gd name="connsiteX2" fmla="*/ 44345 w 44345"/>
                <a:gd name="connsiteY2" fmla="*/ 36955 h 36954"/>
                <a:gd name="connsiteX3" fmla="*/ 0 w 44345"/>
                <a:gd name="connsiteY3" fmla="*/ 36955 h 369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345" h="36954">
                  <a:moveTo>
                    <a:pt x="0" y="0"/>
                  </a:moveTo>
                  <a:lnTo>
                    <a:pt x="44345" y="0"/>
                  </a:lnTo>
                  <a:lnTo>
                    <a:pt x="44345" y="36955"/>
                  </a:lnTo>
                  <a:lnTo>
                    <a:pt x="0" y="36955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55" name="자유형: 도형 254">
              <a:extLst>
                <a:ext uri="{FF2B5EF4-FFF2-40B4-BE49-F238E27FC236}">
                  <a16:creationId xmlns:a16="http://schemas.microsoft.com/office/drawing/2014/main" id="{4D847192-4CD9-46F9-8694-FEDBC5EABF47}"/>
                </a:ext>
              </a:extLst>
            </p:cNvPr>
            <p:cNvSpPr/>
            <p:nvPr/>
          </p:nvSpPr>
          <p:spPr>
            <a:xfrm>
              <a:off x="10162540" y="3541395"/>
              <a:ext cx="43815" cy="34925"/>
            </a:xfrm>
            <a:custGeom>
              <a:avLst/>
              <a:gdLst>
                <a:gd name="connsiteX0" fmla="*/ 0 w 44345"/>
                <a:gd name="connsiteY0" fmla="*/ 0 h 36954"/>
                <a:gd name="connsiteX1" fmla="*/ 44345 w 44345"/>
                <a:gd name="connsiteY1" fmla="*/ 0 h 36954"/>
                <a:gd name="connsiteX2" fmla="*/ 44345 w 44345"/>
                <a:gd name="connsiteY2" fmla="*/ 36955 h 36954"/>
                <a:gd name="connsiteX3" fmla="*/ 0 w 44345"/>
                <a:gd name="connsiteY3" fmla="*/ 36955 h 369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345" h="36954">
                  <a:moveTo>
                    <a:pt x="0" y="0"/>
                  </a:moveTo>
                  <a:lnTo>
                    <a:pt x="44345" y="0"/>
                  </a:lnTo>
                  <a:lnTo>
                    <a:pt x="44345" y="36955"/>
                  </a:lnTo>
                  <a:lnTo>
                    <a:pt x="0" y="36955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56" name="자유형: 도형 255">
              <a:extLst>
                <a:ext uri="{FF2B5EF4-FFF2-40B4-BE49-F238E27FC236}">
                  <a16:creationId xmlns:a16="http://schemas.microsoft.com/office/drawing/2014/main" id="{495A96A7-B3E3-4DFA-80E3-0084B61125BE}"/>
                </a:ext>
              </a:extLst>
            </p:cNvPr>
            <p:cNvSpPr/>
            <p:nvPr/>
          </p:nvSpPr>
          <p:spPr>
            <a:xfrm>
              <a:off x="10089515" y="3675380"/>
              <a:ext cx="43815" cy="34925"/>
            </a:xfrm>
            <a:custGeom>
              <a:avLst/>
              <a:gdLst>
                <a:gd name="connsiteX0" fmla="*/ 44343 w 44343"/>
                <a:gd name="connsiteY0" fmla="*/ 36958 h 36957"/>
                <a:gd name="connsiteX1" fmla="*/ 44343 w 44343"/>
                <a:gd name="connsiteY1" fmla="*/ 0 h 36957"/>
                <a:gd name="connsiteX2" fmla="*/ 0 w 44343"/>
                <a:gd name="connsiteY2" fmla="*/ 0 h 36957"/>
                <a:gd name="connsiteX3" fmla="*/ 0 w 44343"/>
                <a:gd name="connsiteY3" fmla="*/ 36958 h 36957"/>
                <a:gd name="connsiteX4" fmla="*/ 40651 w 44343"/>
                <a:gd name="connsiteY4" fmla="*/ 36958 h 36957"/>
                <a:gd name="connsiteX5" fmla="*/ 44343 w 44343"/>
                <a:gd name="connsiteY5" fmla="*/ 36958 h 369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4343" h="36957">
                  <a:moveTo>
                    <a:pt x="44343" y="36958"/>
                  </a:moveTo>
                  <a:lnTo>
                    <a:pt x="44343" y="0"/>
                  </a:lnTo>
                  <a:lnTo>
                    <a:pt x="0" y="0"/>
                  </a:lnTo>
                  <a:lnTo>
                    <a:pt x="0" y="36958"/>
                  </a:lnTo>
                  <a:lnTo>
                    <a:pt x="40651" y="36958"/>
                  </a:lnTo>
                  <a:lnTo>
                    <a:pt x="44343" y="36958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57" name="자유형: 도형 256">
              <a:extLst>
                <a:ext uri="{FF2B5EF4-FFF2-40B4-BE49-F238E27FC236}">
                  <a16:creationId xmlns:a16="http://schemas.microsoft.com/office/drawing/2014/main" id="{0F880789-1C12-40A4-B30D-6944AE6F99E8}"/>
                </a:ext>
              </a:extLst>
            </p:cNvPr>
            <p:cNvSpPr/>
            <p:nvPr/>
          </p:nvSpPr>
          <p:spPr>
            <a:xfrm>
              <a:off x="10089515" y="3738880"/>
              <a:ext cx="43815" cy="34925"/>
            </a:xfrm>
            <a:custGeom>
              <a:avLst/>
              <a:gdLst>
                <a:gd name="connsiteX0" fmla="*/ 40651 w 44343"/>
                <a:gd name="connsiteY0" fmla="*/ 0 h 36952"/>
                <a:gd name="connsiteX1" fmla="*/ 0 w 44343"/>
                <a:gd name="connsiteY1" fmla="*/ 0 h 36952"/>
                <a:gd name="connsiteX2" fmla="*/ 0 w 44343"/>
                <a:gd name="connsiteY2" fmla="*/ 36953 h 36952"/>
                <a:gd name="connsiteX3" fmla="*/ 44343 w 44343"/>
                <a:gd name="connsiteY3" fmla="*/ 36953 h 36952"/>
                <a:gd name="connsiteX4" fmla="*/ 44343 w 44343"/>
                <a:gd name="connsiteY4" fmla="*/ 0 h 36952"/>
                <a:gd name="connsiteX5" fmla="*/ 40651 w 44343"/>
                <a:gd name="connsiteY5" fmla="*/ 0 h 36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4343" h="36952">
                  <a:moveTo>
                    <a:pt x="40651" y="0"/>
                  </a:moveTo>
                  <a:lnTo>
                    <a:pt x="0" y="0"/>
                  </a:lnTo>
                  <a:lnTo>
                    <a:pt x="0" y="36953"/>
                  </a:lnTo>
                  <a:lnTo>
                    <a:pt x="44343" y="36953"/>
                  </a:lnTo>
                  <a:lnTo>
                    <a:pt x="44343" y="0"/>
                  </a:lnTo>
                  <a:lnTo>
                    <a:pt x="40651" y="0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58" name="자유형: 도형 257">
              <a:extLst>
                <a:ext uri="{FF2B5EF4-FFF2-40B4-BE49-F238E27FC236}">
                  <a16:creationId xmlns:a16="http://schemas.microsoft.com/office/drawing/2014/main" id="{331FF64A-193D-4CE2-BB28-156139C415ED}"/>
                </a:ext>
              </a:extLst>
            </p:cNvPr>
            <p:cNvSpPr/>
            <p:nvPr/>
          </p:nvSpPr>
          <p:spPr>
            <a:xfrm>
              <a:off x="10162540" y="3675380"/>
              <a:ext cx="43815" cy="34925"/>
            </a:xfrm>
            <a:custGeom>
              <a:avLst/>
              <a:gdLst>
                <a:gd name="connsiteX0" fmla="*/ 0 w 44345"/>
                <a:gd name="connsiteY0" fmla="*/ 0 h 36954"/>
                <a:gd name="connsiteX1" fmla="*/ 44345 w 44345"/>
                <a:gd name="connsiteY1" fmla="*/ 0 h 36954"/>
                <a:gd name="connsiteX2" fmla="*/ 44345 w 44345"/>
                <a:gd name="connsiteY2" fmla="*/ 36955 h 36954"/>
                <a:gd name="connsiteX3" fmla="*/ 0 w 44345"/>
                <a:gd name="connsiteY3" fmla="*/ 36955 h 369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345" h="36954">
                  <a:moveTo>
                    <a:pt x="0" y="0"/>
                  </a:moveTo>
                  <a:lnTo>
                    <a:pt x="44345" y="0"/>
                  </a:lnTo>
                  <a:lnTo>
                    <a:pt x="44345" y="36955"/>
                  </a:lnTo>
                  <a:lnTo>
                    <a:pt x="0" y="36955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59" name="자유형: 도형 258">
              <a:extLst>
                <a:ext uri="{FF2B5EF4-FFF2-40B4-BE49-F238E27FC236}">
                  <a16:creationId xmlns:a16="http://schemas.microsoft.com/office/drawing/2014/main" id="{172230A8-B5E1-4471-ADEE-04C9872FA11A}"/>
                </a:ext>
              </a:extLst>
            </p:cNvPr>
            <p:cNvSpPr/>
            <p:nvPr/>
          </p:nvSpPr>
          <p:spPr>
            <a:xfrm>
              <a:off x="10162540" y="3738880"/>
              <a:ext cx="43815" cy="34925"/>
            </a:xfrm>
            <a:custGeom>
              <a:avLst/>
              <a:gdLst>
                <a:gd name="connsiteX0" fmla="*/ 0 w 44345"/>
                <a:gd name="connsiteY0" fmla="*/ 0 h 36954"/>
                <a:gd name="connsiteX1" fmla="*/ 44345 w 44345"/>
                <a:gd name="connsiteY1" fmla="*/ 0 h 36954"/>
                <a:gd name="connsiteX2" fmla="*/ 44345 w 44345"/>
                <a:gd name="connsiteY2" fmla="*/ 36955 h 36954"/>
                <a:gd name="connsiteX3" fmla="*/ 0 w 44345"/>
                <a:gd name="connsiteY3" fmla="*/ 36955 h 369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345" h="36954">
                  <a:moveTo>
                    <a:pt x="0" y="0"/>
                  </a:moveTo>
                  <a:lnTo>
                    <a:pt x="44345" y="0"/>
                  </a:lnTo>
                  <a:lnTo>
                    <a:pt x="44345" y="36955"/>
                  </a:lnTo>
                  <a:lnTo>
                    <a:pt x="0" y="36955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60" name="자유형: 도형 259">
              <a:extLst>
                <a:ext uri="{FF2B5EF4-FFF2-40B4-BE49-F238E27FC236}">
                  <a16:creationId xmlns:a16="http://schemas.microsoft.com/office/drawing/2014/main" id="{4CE03375-FD49-48B0-A603-200851107231}"/>
                </a:ext>
              </a:extLst>
            </p:cNvPr>
            <p:cNvSpPr/>
            <p:nvPr/>
          </p:nvSpPr>
          <p:spPr>
            <a:xfrm>
              <a:off x="10089515" y="3872230"/>
              <a:ext cx="43815" cy="34925"/>
            </a:xfrm>
            <a:custGeom>
              <a:avLst/>
              <a:gdLst>
                <a:gd name="connsiteX0" fmla="*/ 44343 w 44343"/>
                <a:gd name="connsiteY0" fmla="*/ 36958 h 36957"/>
                <a:gd name="connsiteX1" fmla="*/ 44343 w 44343"/>
                <a:gd name="connsiteY1" fmla="*/ 0 h 36957"/>
                <a:gd name="connsiteX2" fmla="*/ 0 w 44343"/>
                <a:gd name="connsiteY2" fmla="*/ 0 h 36957"/>
                <a:gd name="connsiteX3" fmla="*/ 0 w 44343"/>
                <a:gd name="connsiteY3" fmla="*/ 36958 h 36957"/>
                <a:gd name="connsiteX4" fmla="*/ 40651 w 44343"/>
                <a:gd name="connsiteY4" fmla="*/ 36958 h 36957"/>
                <a:gd name="connsiteX5" fmla="*/ 44343 w 44343"/>
                <a:gd name="connsiteY5" fmla="*/ 36958 h 369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4343" h="36957">
                  <a:moveTo>
                    <a:pt x="44343" y="36958"/>
                  </a:moveTo>
                  <a:lnTo>
                    <a:pt x="44343" y="0"/>
                  </a:lnTo>
                  <a:lnTo>
                    <a:pt x="0" y="0"/>
                  </a:lnTo>
                  <a:lnTo>
                    <a:pt x="0" y="36958"/>
                  </a:lnTo>
                  <a:lnTo>
                    <a:pt x="40651" y="36958"/>
                  </a:lnTo>
                  <a:lnTo>
                    <a:pt x="44343" y="36958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61" name="자유형: 도형 260">
              <a:extLst>
                <a:ext uri="{FF2B5EF4-FFF2-40B4-BE49-F238E27FC236}">
                  <a16:creationId xmlns:a16="http://schemas.microsoft.com/office/drawing/2014/main" id="{82A802DA-688C-49FA-965D-7C80AA2E9461}"/>
                </a:ext>
              </a:extLst>
            </p:cNvPr>
            <p:cNvSpPr/>
            <p:nvPr/>
          </p:nvSpPr>
          <p:spPr>
            <a:xfrm>
              <a:off x="10089515" y="3935730"/>
              <a:ext cx="43815" cy="34925"/>
            </a:xfrm>
            <a:custGeom>
              <a:avLst/>
              <a:gdLst>
                <a:gd name="connsiteX0" fmla="*/ 40651 w 44343"/>
                <a:gd name="connsiteY0" fmla="*/ 0 h 36952"/>
                <a:gd name="connsiteX1" fmla="*/ 0 w 44343"/>
                <a:gd name="connsiteY1" fmla="*/ 0 h 36952"/>
                <a:gd name="connsiteX2" fmla="*/ 0 w 44343"/>
                <a:gd name="connsiteY2" fmla="*/ 36953 h 36952"/>
                <a:gd name="connsiteX3" fmla="*/ 44343 w 44343"/>
                <a:gd name="connsiteY3" fmla="*/ 36953 h 36952"/>
                <a:gd name="connsiteX4" fmla="*/ 44343 w 44343"/>
                <a:gd name="connsiteY4" fmla="*/ 0 h 36952"/>
                <a:gd name="connsiteX5" fmla="*/ 40651 w 44343"/>
                <a:gd name="connsiteY5" fmla="*/ 0 h 36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4343" h="36952">
                  <a:moveTo>
                    <a:pt x="40651" y="0"/>
                  </a:moveTo>
                  <a:lnTo>
                    <a:pt x="0" y="0"/>
                  </a:lnTo>
                  <a:lnTo>
                    <a:pt x="0" y="36953"/>
                  </a:lnTo>
                  <a:lnTo>
                    <a:pt x="44343" y="36953"/>
                  </a:lnTo>
                  <a:lnTo>
                    <a:pt x="44343" y="0"/>
                  </a:lnTo>
                  <a:lnTo>
                    <a:pt x="40651" y="0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62" name="자유형: 도형 261">
              <a:extLst>
                <a:ext uri="{FF2B5EF4-FFF2-40B4-BE49-F238E27FC236}">
                  <a16:creationId xmlns:a16="http://schemas.microsoft.com/office/drawing/2014/main" id="{AFCD285E-CF8F-4248-94AB-EB37302D8FA5}"/>
                </a:ext>
              </a:extLst>
            </p:cNvPr>
            <p:cNvSpPr/>
            <p:nvPr/>
          </p:nvSpPr>
          <p:spPr>
            <a:xfrm>
              <a:off x="10162540" y="3872230"/>
              <a:ext cx="43815" cy="34925"/>
            </a:xfrm>
            <a:custGeom>
              <a:avLst/>
              <a:gdLst>
                <a:gd name="connsiteX0" fmla="*/ 0 w 44345"/>
                <a:gd name="connsiteY0" fmla="*/ 0 h 36954"/>
                <a:gd name="connsiteX1" fmla="*/ 44345 w 44345"/>
                <a:gd name="connsiteY1" fmla="*/ 0 h 36954"/>
                <a:gd name="connsiteX2" fmla="*/ 44345 w 44345"/>
                <a:gd name="connsiteY2" fmla="*/ 36955 h 36954"/>
                <a:gd name="connsiteX3" fmla="*/ 0 w 44345"/>
                <a:gd name="connsiteY3" fmla="*/ 36955 h 369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345" h="36954">
                  <a:moveTo>
                    <a:pt x="0" y="0"/>
                  </a:moveTo>
                  <a:lnTo>
                    <a:pt x="44345" y="0"/>
                  </a:lnTo>
                  <a:lnTo>
                    <a:pt x="44345" y="36955"/>
                  </a:lnTo>
                  <a:lnTo>
                    <a:pt x="0" y="36955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63" name="자유형: 도형 262">
              <a:extLst>
                <a:ext uri="{FF2B5EF4-FFF2-40B4-BE49-F238E27FC236}">
                  <a16:creationId xmlns:a16="http://schemas.microsoft.com/office/drawing/2014/main" id="{BD04327F-DE21-46E8-957F-85C9477D5BED}"/>
                </a:ext>
              </a:extLst>
            </p:cNvPr>
            <p:cNvSpPr/>
            <p:nvPr/>
          </p:nvSpPr>
          <p:spPr>
            <a:xfrm>
              <a:off x="10162540" y="3935730"/>
              <a:ext cx="43815" cy="34925"/>
            </a:xfrm>
            <a:custGeom>
              <a:avLst/>
              <a:gdLst>
                <a:gd name="connsiteX0" fmla="*/ 0 w 44345"/>
                <a:gd name="connsiteY0" fmla="*/ 0 h 36954"/>
                <a:gd name="connsiteX1" fmla="*/ 44345 w 44345"/>
                <a:gd name="connsiteY1" fmla="*/ 0 h 36954"/>
                <a:gd name="connsiteX2" fmla="*/ 44345 w 44345"/>
                <a:gd name="connsiteY2" fmla="*/ 36955 h 36954"/>
                <a:gd name="connsiteX3" fmla="*/ 0 w 44345"/>
                <a:gd name="connsiteY3" fmla="*/ 36955 h 369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345" h="36954">
                  <a:moveTo>
                    <a:pt x="0" y="0"/>
                  </a:moveTo>
                  <a:lnTo>
                    <a:pt x="44345" y="0"/>
                  </a:lnTo>
                  <a:lnTo>
                    <a:pt x="44345" y="36955"/>
                  </a:lnTo>
                  <a:lnTo>
                    <a:pt x="0" y="36955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64" name="자유형: 도형 263">
              <a:extLst>
                <a:ext uri="{FF2B5EF4-FFF2-40B4-BE49-F238E27FC236}">
                  <a16:creationId xmlns:a16="http://schemas.microsoft.com/office/drawing/2014/main" id="{D8D35C8C-3784-4744-A4F9-588B40B123D2}"/>
                </a:ext>
              </a:extLst>
            </p:cNvPr>
            <p:cNvSpPr/>
            <p:nvPr/>
          </p:nvSpPr>
          <p:spPr>
            <a:xfrm>
              <a:off x="9481820" y="3316605"/>
              <a:ext cx="424815" cy="84455"/>
            </a:xfrm>
            <a:custGeom>
              <a:avLst/>
              <a:gdLst>
                <a:gd name="connsiteX0" fmla="*/ -314 w 428676"/>
                <a:gd name="connsiteY0" fmla="*/ -269 h 88691"/>
                <a:gd name="connsiteX1" fmla="*/ 428363 w 428676"/>
                <a:gd name="connsiteY1" fmla="*/ -269 h 88691"/>
                <a:gd name="connsiteX2" fmla="*/ 428363 w 428676"/>
                <a:gd name="connsiteY2" fmla="*/ 88422 h 88691"/>
                <a:gd name="connsiteX3" fmla="*/ -314 w 428676"/>
                <a:gd name="connsiteY3" fmla="*/ 88422 h 886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8676" h="88691">
                  <a:moveTo>
                    <a:pt x="-314" y="-269"/>
                  </a:moveTo>
                  <a:lnTo>
                    <a:pt x="428363" y="-269"/>
                  </a:lnTo>
                  <a:lnTo>
                    <a:pt x="428363" y="88422"/>
                  </a:lnTo>
                  <a:cubicBezTo>
                    <a:pt x="290961" y="50505"/>
                    <a:pt x="147674" y="53222"/>
                    <a:pt x="-314" y="88422"/>
                  </a:cubicBez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65" name="자유형: 도형 264">
              <a:extLst>
                <a:ext uri="{FF2B5EF4-FFF2-40B4-BE49-F238E27FC236}">
                  <a16:creationId xmlns:a16="http://schemas.microsoft.com/office/drawing/2014/main" id="{9C2D8F44-AEB3-489F-8E03-54BC22C00585}"/>
                </a:ext>
              </a:extLst>
            </p:cNvPr>
            <p:cNvSpPr/>
            <p:nvPr/>
          </p:nvSpPr>
          <p:spPr>
            <a:xfrm>
              <a:off x="9481820" y="3485515"/>
              <a:ext cx="424815" cy="84455"/>
            </a:xfrm>
            <a:custGeom>
              <a:avLst/>
              <a:gdLst>
                <a:gd name="connsiteX0" fmla="*/ -314 w 428676"/>
                <a:gd name="connsiteY0" fmla="*/ -269 h 88691"/>
                <a:gd name="connsiteX1" fmla="*/ 428363 w 428676"/>
                <a:gd name="connsiteY1" fmla="*/ -269 h 88691"/>
                <a:gd name="connsiteX2" fmla="*/ 428363 w 428676"/>
                <a:gd name="connsiteY2" fmla="*/ 88422 h 88691"/>
                <a:gd name="connsiteX3" fmla="*/ -314 w 428676"/>
                <a:gd name="connsiteY3" fmla="*/ 88422 h 886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8676" h="88691">
                  <a:moveTo>
                    <a:pt x="-314" y="-269"/>
                  </a:moveTo>
                  <a:cubicBezTo>
                    <a:pt x="133482" y="39148"/>
                    <a:pt x="276373" y="39148"/>
                    <a:pt x="428363" y="-269"/>
                  </a:cubicBezTo>
                  <a:lnTo>
                    <a:pt x="428363" y="88422"/>
                  </a:lnTo>
                  <a:lnTo>
                    <a:pt x="-314" y="88422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66" name="자유형: 도형 265">
              <a:extLst>
                <a:ext uri="{FF2B5EF4-FFF2-40B4-BE49-F238E27FC236}">
                  <a16:creationId xmlns:a16="http://schemas.microsoft.com/office/drawing/2014/main" id="{0EF59F25-F866-4AF3-8648-A578C6B0FD26}"/>
                </a:ext>
              </a:extLst>
            </p:cNvPr>
            <p:cNvSpPr/>
            <p:nvPr/>
          </p:nvSpPr>
          <p:spPr>
            <a:xfrm>
              <a:off x="9481820" y="3654425"/>
              <a:ext cx="424815" cy="84455"/>
            </a:xfrm>
            <a:custGeom>
              <a:avLst/>
              <a:gdLst>
                <a:gd name="connsiteX0" fmla="*/ -314 w 428676"/>
                <a:gd name="connsiteY0" fmla="*/ -269 h 88691"/>
                <a:gd name="connsiteX1" fmla="*/ 428363 w 428676"/>
                <a:gd name="connsiteY1" fmla="*/ -269 h 88691"/>
                <a:gd name="connsiteX2" fmla="*/ 428363 w 428676"/>
                <a:gd name="connsiteY2" fmla="*/ 88422 h 88691"/>
                <a:gd name="connsiteX3" fmla="*/ -314 w 428676"/>
                <a:gd name="connsiteY3" fmla="*/ 88422 h 886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8676" h="88691">
                  <a:moveTo>
                    <a:pt x="-314" y="-269"/>
                  </a:moveTo>
                  <a:lnTo>
                    <a:pt x="428363" y="-269"/>
                  </a:lnTo>
                  <a:lnTo>
                    <a:pt x="428363" y="88422"/>
                  </a:lnTo>
                  <a:cubicBezTo>
                    <a:pt x="282273" y="41774"/>
                    <a:pt x="139227" y="39572"/>
                    <a:pt x="-314" y="88422"/>
                  </a:cubicBez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67" name="자유형: 도형 266">
              <a:extLst>
                <a:ext uri="{FF2B5EF4-FFF2-40B4-BE49-F238E27FC236}">
                  <a16:creationId xmlns:a16="http://schemas.microsoft.com/office/drawing/2014/main" id="{99B5A67B-1393-4EE5-AD50-4C20E363A0BE}"/>
                </a:ext>
              </a:extLst>
            </p:cNvPr>
            <p:cNvSpPr/>
            <p:nvPr/>
          </p:nvSpPr>
          <p:spPr>
            <a:xfrm>
              <a:off x="9481820" y="3823335"/>
              <a:ext cx="424815" cy="84455"/>
            </a:xfrm>
            <a:custGeom>
              <a:avLst/>
              <a:gdLst>
                <a:gd name="connsiteX0" fmla="*/ -314 w 428676"/>
                <a:gd name="connsiteY0" fmla="*/ -269 h 88691"/>
                <a:gd name="connsiteX1" fmla="*/ 428363 w 428676"/>
                <a:gd name="connsiteY1" fmla="*/ -269 h 88691"/>
                <a:gd name="connsiteX2" fmla="*/ 428363 w 428676"/>
                <a:gd name="connsiteY2" fmla="*/ 88422 h 88691"/>
                <a:gd name="connsiteX3" fmla="*/ -314 w 428676"/>
                <a:gd name="connsiteY3" fmla="*/ 88422 h 886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8676" h="88691">
                  <a:moveTo>
                    <a:pt x="-314" y="-269"/>
                  </a:moveTo>
                  <a:cubicBezTo>
                    <a:pt x="139495" y="53608"/>
                    <a:pt x="282514" y="51368"/>
                    <a:pt x="428363" y="-269"/>
                  </a:cubicBezTo>
                  <a:lnTo>
                    <a:pt x="428363" y="88422"/>
                  </a:lnTo>
                  <a:lnTo>
                    <a:pt x="-314" y="88422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68" name="자유형: 도형 267">
              <a:extLst>
                <a:ext uri="{FF2B5EF4-FFF2-40B4-BE49-F238E27FC236}">
                  <a16:creationId xmlns:a16="http://schemas.microsoft.com/office/drawing/2014/main" id="{C436CAC5-547E-4B57-8A56-C59F68D8E876}"/>
                </a:ext>
              </a:extLst>
            </p:cNvPr>
            <p:cNvSpPr/>
            <p:nvPr/>
          </p:nvSpPr>
          <p:spPr>
            <a:xfrm>
              <a:off x="11558905" y="3676650"/>
              <a:ext cx="503555" cy="172720"/>
            </a:xfrm>
            <a:custGeom>
              <a:avLst/>
              <a:gdLst>
                <a:gd name="connsiteX0" fmla="*/ 206610 w 508118"/>
                <a:gd name="connsiteY0" fmla="*/ -269 h 181483"/>
                <a:gd name="connsiteX1" fmla="*/ 507805 w 508118"/>
                <a:gd name="connsiteY1" fmla="*/ -269 h 181483"/>
                <a:gd name="connsiteX2" fmla="*/ 507805 w 508118"/>
                <a:gd name="connsiteY2" fmla="*/ 144861 h 181483"/>
                <a:gd name="connsiteX3" fmla="*/ 480901 w 508118"/>
                <a:gd name="connsiteY3" fmla="*/ 153281 h 181483"/>
                <a:gd name="connsiteX4" fmla="*/ 391400 w 508118"/>
                <a:gd name="connsiteY4" fmla="*/ 181214 h 181483"/>
                <a:gd name="connsiteX5" fmla="*/ 250986 w 508118"/>
                <a:gd name="connsiteY5" fmla="*/ 148688 h 181483"/>
                <a:gd name="connsiteX6" fmla="*/ 110732 w 508118"/>
                <a:gd name="connsiteY6" fmla="*/ 116184 h 181483"/>
                <a:gd name="connsiteX7" fmla="*/ 36666 w 508118"/>
                <a:gd name="connsiteY7" fmla="*/ 99028 h 181483"/>
                <a:gd name="connsiteX8" fmla="*/ -314 w 508118"/>
                <a:gd name="connsiteY8" fmla="*/ 85346 h 181483"/>
                <a:gd name="connsiteX9" fmla="*/ 206610 w 508118"/>
                <a:gd name="connsiteY9" fmla="*/ -269 h 1814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08118" h="181483">
                  <a:moveTo>
                    <a:pt x="206610" y="-269"/>
                  </a:moveTo>
                  <a:lnTo>
                    <a:pt x="507805" y="-269"/>
                  </a:lnTo>
                  <a:lnTo>
                    <a:pt x="507805" y="144861"/>
                  </a:lnTo>
                  <a:lnTo>
                    <a:pt x="480901" y="153281"/>
                  </a:lnTo>
                  <a:lnTo>
                    <a:pt x="391400" y="181214"/>
                  </a:lnTo>
                  <a:lnTo>
                    <a:pt x="250986" y="148688"/>
                  </a:lnTo>
                  <a:lnTo>
                    <a:pt x="110732" y="116184"/>
                  </a:lnTo>
                  <a:lnTo>
                    <a:pt x="36666" y="99028"/>
                  </a:lnTo>
                  <a:lnTo>
                    <a:pt x="-314" y="85346"/>
                  </a:lnTo>
                  <a:cubicBezTo>
                    <a:pt x="30449" y="43136"/>
                    <a:pt x="86400" y="9935"/>
                    <a:pt x="206610" y="-269"/>
                  </a:cubicBez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69" name="자유형: 도형 268">
              <a:extLst>
                <a:ext uri="{FF2B5EF4-FFF2-40B4-BE49-F238E27FC236}">
                  <a16:creationId xmlns:a16="http://schemas.microsoft.com/office/drawing/2014/main" id="{821EC4B6-DAD9-42A2-AA20-1C6CFF22D813}"/>
                </a:ext>
              </a:extLst>
            </p:cNvPr>
            <p:cNvSpPr/>
            <p:nvPr/>
          </p:nvSpPr>
          <p:spPr>
            <a:xfrm>
              <a:off x="11501755" y="3757930"/>
              <a:ext cx="560705" cy="420370"/>
            </a:xfrm>
            <a:custGeom>
              <a:avLst/>
              <a:gdLst>
                <a:gd name="connsiteX0" fmla="*/ 565639 w 565952"/>
                <a:gd name="connsiteY0" fmla="*/ -269 h 441721"/>
                <a:gd name="connsiteX1" fmla="*/ 565639 w 565952"/>
                <a:gd name="connsiteY1" fmla="*/ 441452 h 441721"/>
                <a:gd name="connsiteX2" fmla="*/ 57521 w 565952"/>
                <a:gd name="connsiteY2" fmla="*/ 441452 h 441721"/>
                <a:gd name="connsiteX3" fmla="*/ 57093 w 565952"/>
                <a:gd name="connsiteY3" fmla="*/ 440653 h 441721"/>
                <a:gd name="connsiteX4" fmla="*/ 57093 w 565952"/>
                <a:gd name="connsiteY4" fmla="*/ 440632 h 441721"/>
                <a:gd name="connsiteX5" fmla="*/ 56664 w 565952"/>
                <a:gd name="connsiteY5" fmla="*/ 439737 h 441721"/>
                <a:gd name="connsiteX6" fmla="*/ 35334 w 565952"/>
                <a:gd name="connsiteY6" fmla="*/ 391964 h 441721"/>
                <a:gd name="connsiteX7" fmla="*/ 57521 w 565952"/>
                <a:gd name="connsiteY7" fmla="*/ -269 h 4417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565952" h="441721">
                  <a:moveTo>
                    <a:pt x="565639" y="-269"/>
                  </a:moveTo>
                  <a:lnTo>
                    <a:pt x="565639" y="441452"/>
                  </a:lnTo>
                  <a:lnTo>
                    <a:pt x="57521" y="441452"/>
                  </a:lnTo>
                  <a:cubicBezTo>
                    <a:pt x="57360" y="441179"/>
                    <a:pt x="57253" y="440927"/>
                    <a:pt x="57093" y="440653"/>
                  </a:cubicBezTo>
                  <a:lnTo>
                    <a:pt x="57093" y="440632"/>
                  </a:lnTo>
                  <a:cubicBezTo>
                    <a:pt x="56969" y="440321"/>
                    <a:pt x="56830" y="440026"/>
                    <a:pt x="56664" y="439737"/>
                  </a:cubicBezTo>
                  <a:cubicBezTo>
                    <a:pt x="48732" y="423771"/>
                    <a:pt x="41620" y="407849"/>
                    <a:pt x="35334" y="391964"/>
                  </a:cubicBezTo>
                  <a:cubicBezTo>
                    <a:pt x="-17992" y="257562"/>
                    <a:pt x="-12204" y="126709"/>
                    <a:pt x="57521" y="-269"/>
                  </a:cubicBezTo>
                  <a:close/>
                </a:path>
              </a:pathLst>
            </a:custGeom>
            <a:solidFill>
              <a:srgbClr val="F2F2F2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70" name="자유형: 도형 269">
              <a:extLst>
                <a:ext uri="{FF2B5EF4-FFF2-40B4-BE49-F238E27FC236}">
                  <a16:creationId xmlns:a16="http://schemas.microsoft.com/office/drawing/2014/main" id="{4945369B-A743-4A27-9093-3B6DA916B9BE}"/>
                </a:ext>
              </a:extLst>
            </p:cNvPr>
            <p:cNvSpPr/>
            <p:nvPr/>
          </p:nvSpPr>
          <p:spPr>
            <a:xfrm>
              <a:off x="11774805" y="3956685"/>
              <a:ext cx="102235" cy="221615"/>
            </a:xfrm>
            <a:custGeom>
              <a:avLst/>
              <a:gdLst>
                <a:gd name="connsiteX0" fmla="*/ 0 w 103473"/>
                <a:gd name="connsiteY0" fmla="*/ 0 h 232814"/>
                <a:gd name="connsiteX1" fmla="*/ 103473 w 103473"/>
                <a:gd name="connsiteY1" fmla="*/ 0 h 232814"/>
                <a:gd name="connsiteX2" fmla="*/ 103473 w 103473"/>
                <a:gd name="connsiteY2" fmla="*/ 232814 h 232814"/>
                <a:gd name="connsiteX3" fmla="*/ 0 w 103473"/>
                <a:gd name="connsiteY3" fmla="*/ 232814 h 2328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3473" h="232814">
                  <a:moveTo>
                    <a:pt x="0" y="0"/>
                  </a:moveTo>
                  <a:lnTo>
                    <a:pt x="103473" y="0"/>
                  </a:lnTo>
                  <a:lnTo>
                    <a:pt x="103473" y="232814"/>
                  </a:lnTo>
                  <a:lnTo>
                    <a:pt x="0" y="232814"/>
                  </a:lnTo>
                  <a:close/>
                </a:path>
              </a:pathLst>
            </a:custGeom>
            <a:solidFill>
              <a:srgbClr val="CCCCCC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71" name="자유형: 도형 270">
              <a:extLst>
                <a:ext uri="{FF2B5EF4-FFF2-40B4-BE49-F238E27FC236}">
                  <a16:creationId xmlns:a16="http://schemas.microsoft.com/office/drawing/2014/main" id="{8DDC8540-CCD6-4A42-90CD-C64EC4038E92}"/>
                </a:ext>
              </a:extLst>
            </p:cNvPr>
            <p:cNvSpPr/>
            <p:nvPr/>
          </p:nvSpPr>
          <p:spPr>
            <a:xfrm>
              <a:off x="11621135" y="3984625"/>
              <a:ext cx="43815" cy="34925"/>
            </a:xfrm>
            <a:custGeom>
              <a:avLst/>
              <a:gdLst>
                <a:gd name="connsiteX0" fmla="*/ 44343 w 44343"/>
                <a:gd name="connsiteY0" fmla="*/ 36953 h 36952"/>
                <a:gd name="connsiteX1" fmla="*/ 44343 w 44343"/>
                <a:gd name="connsiteY1" fmla="*/ 0 h 36952"/>
                <a:gd name="connsiteX2" fmla="*/ 0 w 44343"/>
                <a:gd name="connsiteY2" fmla="*/ 0 h 36952"/>
                <a:gd name="connsiteX3" fmla="*/ 0 w 44343"/>
                <a:gd name="connsiteY3" fmla="*/ 36953 h 36952"/>
                <a:gd name="connsiteX4" fmla="*/ 40650 w 44343"/>
                <a:gd name="connsiteY4" fmla="*/ 36953 h 36952"/>
                <a:gd name="connsiteX5" fmla="*/ 44343 w 44343"/>
                <a:gd name="connsiteY5" fmla="*/ 36953 h 36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4343" h="36952">
                  <a:moveTo>
                    <a:pt x="44343" y="36953"/>
                  </a:moveTo>
                  <a:lnTo>
                    <a:pt x="44343" y="0"/>
                  </a:lnTo>
                  <a:lnTo>
                    <a:pt x="0" y="0"/>
                  </a:lnTo>
                  <a:lnTo>
                    <a:pt x="0" y="36953"/>
                  </a:lnTo>
                  <a:lnTo>
                    <a:pt x="40650" y="36953"/>
                  </a:lnTo>
                  <a:lnTo>
                    <a:pt x="44343" y="36953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72" name="자유형: 도형 271">
              <a:extLst>
                <a:ext uri="{FF2B5EF4-FFF2-40B4-BE49-F238E27FC236}">
                  <a16:creationId xmlns:a16="http://schemas.microsoft.com/office/drawing/2014/main" id="{DF94019A-EAAE-4EE2-BE26-66BEEBF9B42F}"/>
                </a:ext>
              </a:extLst>
            </p:cNvPr>
            <p:cNvSpPr/>
            <p:nvPr/>
          </p:nvSpPr>
          <p:spPr>
            <a:xfrm>
              <a:off x="11621135" y="4048125"/>
              <a:ext cx="43815" cy="34925"/>
            </a:xfrm>
            <a:custGeom>
              <a:avLst/>
              <a:gdLst>
                <a:gd name="connsiteX0" fmla="*/ 40650 w 44343"/>
                <a:gd name="connsiteY0" fmla="*/ 0 h 36957"/>
                <a:gd name="connsiteX1" fmla="*/ 0 w 44343"/>
                <a:gd name="connsiteY1" fmla="*/ 0 h 36957"/>
                <a:gd name="connsiteX2" fmla="*/ 0 w 44343"/>
                <a:gd name="connsiteY2" fmla="*/ 36958 h 36957"/>
                <a:gd name="connsiteX3" fmla="*/ 44343 w 44343"/>
                <a:gd name="connsiteY3" fmla="*/ 36958 h 36957"/>
                <a:gd name="connsiteX4" fmla="*/ 44343 w 44343"/>
                <a:gd name="connsiteY4" fmla="*/ 0 h 36957"/>
                <a:gd name="connsiteX5" fmla="*/ 40650 w 44343"/>
                <a:gd name="connsiteY5" fmla="*/ 0 h 369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4343" h="36957">
                  <a:moveTo>
                    <a:pt x="40650" y="0"/>
                  </a:moveTo>
                  <a:lnTo>
                    <a:pt x="0" y="0"/>
                  </a:lnTo>
                  <a:lnTo>
                    <a:pt x="0" y="36958"/>
                  </a:lnTo>
                  <a:lnTo>
                    <a:pt x="44343" y="36958"/>
                  </a:lnTo>
                  <a:lnTo>
                    <a:pt x="44343" y="0"/>
                  </a:lnTo>
                  <a:lnTo>
                    <a:pt x="40650" y="0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73" name="자유형: 도형 272">
              <a:extLst>
                <a:ext uri="{FF2B5EF4-FFF2-40B4-BE49-F238E27FC236}">
                  <a16:creationId xmlns:a16="http://schemas.microsoft.com/office/drawing/2014/main" id="{6BFB1048-DF79-40A2-92E8-951D77089606}"/>
                </a:ext>
              </a:extLst>
            </p:cNvPr>
            <p:cNvSpPr/>
            <p:nvPr/>
          </p:nvSpPr>
          <p:spPr>
            <a:xfrm>
              <a:off x="11694160" y="3984625"/>
              <a:ext cx="43815" cy="34925"/>
            </a:xfrm>
            <a:custGeom>
              <a:avLst/>
              <a:gdLst>
                <a:gd name="connsiteX0" fmla="*/ 0 w 44345"/>
                <a:gd name="connsiteY0" fmla="*/ 0 h 36954"/>
                <a:gd name="connsiteX1" fmla="*/ 44346 w 44345"/>
                <a:gd name="connsiteY1" fmla="*/ 0 h 36954"/>
                <a:gd name="connsiteX2" fmla="*/ 44346 w 44345"/>
                <a:gd name="connsiteY2" fmla="*/ 36955 h 36954"/>
                <a:gd name="connsiteX3" fmla="*/ 0 w 44345"/>
                <a:gd name="connsiteY3" fmla="*/ 36955 h 369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345" h="36954">
                  <a:moveTo>
                    <a:pt x="0" y="0"/>
                  </a:moveTo>
                  <a:lnTo>
                    <a:pt x="44346" y="0"/>
                  </a:lnTo>
                  <a:lnTo>
                    <a:pt x="44346" y="36955"/>
                  </a:lnTo>
                  <a:lnTo>
                    <a:pt x="0" y="36955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74" name="자유형: 도형 273">
              <a:extLst>
                <a:ext uri="{FF2B5EF4-FFF2-40B4-BE49-F238E27FC236}">
                  <a16:creationId xmlns:a16="http://schemas.microsoft.com/office/drawing/2014/main" id="{AB067930-12D5-44BF-98CF-DADDE00A49E8}"/>
                </a:ext>
              </a:extLst>
            </p:cNvPr>
            <p:cNvSpPr/>
            <p:nvPr/>
          </p:nvSpPr>
          <p:spPr>
            <a:xfrm>
              <a:off x="11694160" y="4048125"/>
              <a:ext cx="43815" cy="34925"/>
            </a:xfrm>
            <a:custGeom>
              <a:avLst/>
              <a:gdLst>
                <a:gd name="connsiteX0" fmla="*/ 0 w 44345"/>
                <a:gd name="connsiteY0" fmla="*/ 0 h 36954"/>
                <a:gd name="connsiteX1" fmla="*/ 44346 w 44345"/>
                <a:gd name="connsiteY1" fmla="*/ 0 h 36954"/>
                <a:gd name="connsiteX2" fmla="*/ 44346 w 44345"/>
                <a:gd name="connsiteY2" fmla="*/ 36955 h 36954"/>
                <a:gd name="connsiteX3" fmla="*/ 0 w 44345"/>
                <a:gd name="connsiteY3" fmla="*/ 36955 h 369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345" h="36954">
                  <a:moveTo>
                    <a:pt x="0" y="0"/>
                  </a:moveTo>
                  <a:lnTo>
                    <a:pt x="44346" y="0"/>
                  </a:lnTo>
                  <a:lnTo>
                    <a:pt x="44346" y="36955"/>
                  </a:lnTo>
                  <a:lnTo>
                    <a:pt x="0" y="36955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75" name="자유형: 도형 274">
              <a:extLst>
                <a:ext uri="{FF2B5EF4-FFF2-40B4-BE49-F238E27FC236}">
                  <a16:creationId xmlns:a16="http://schemas.microsoft.com/office/drawing/2014/main" id="{8744A48D-6989-4C8B-BC14-3CDC50FED75B}"/>
                </a:ext>
              </a:extLst>
            </p:cNvPr>
            <p:cNvSpPr/>
            <p:nvPr/>
          </p:nvSpPr>
          <p:spPr>
            <a:xfrm>
              <a:off x="11921490" y="3984625"/>
              <a:ext cx="43815" cy="34925"/>
            </a:xfrm>
            <a:custGeom>
              <a:avLst/>
              <a:gdLst>
                <a:gd name="connsiteX0" fmla="*/ 44343 w 44343"/>
                <a:gd name="connsiteY0" fmla="*/ 36953 h 36952"/>
                <a:gd name="connsiteX1" fmla="*/ 44343 w 44343"/>
                <a:gd name="connsiteY1" fmla="*/ 0 h 36952"/>
                <a:gd name="connsiteX2" fmla="*/ 0 w 44343"/>
                <a:gd name="connsiteY2" fmla="*/ 0 h 36952"/>
                <a:gd name="connsiteX3" fmla="*/ 0 w 44343"/>
                <a:gd name="connsiteY3" fmla="*/ 36953 h 36952"/>
                <a:gd name="connsiteX4" fmla="*/ 40650 w 44343"/>
                <a:gd name="connsiteY4" fmla="*/ 36953 h 36952"/>
                <a:gd name="connsiteX5" fmla="*/ 44343 w 44343"/>
                <a:gd name="connsiteY5" fmla="*/ 36953 h 36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4343" h="36952">
                  <a:moveTo>
                    <a:pt x="44343" y="36953"/>
                  </a:moveTo>
                  <a:lnTo>
                    <a:pt x="44343" y="0"/>
                  </a:lnTo>
                  <a:lnTo>
                    <a:pt x="0" y="0"/>
                  </a:lnTo>
                  <a:lnTo>
                    <a:pt x="0" y="36953"/>
                  </a:lnTo>
                  <a:lnTo>
                    <a:pt x="40650" y="36953"/>
                  </a:lnTo>
                  <a:lnTo>
                    <a:pt x="44343" y="36953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76" name="자유형: 도형 275">
              <a:extLst>
                <a:ext uri="{FF2B5EF4-FFF2-40B4-BE49-F238E27FC236}">
                  <a16:creationId xmlns:a16="http://schemas.microsoft.com/office/drawing/2014/main" id="{A0DFEDCF-DA1E-493B-A0EE-81037A7C430A}"/>
                </a:ext>
              </a:extLst>
            </p:cNvPr>
            <p:cNvSpPr/>
            <p:nvPr/>
          </p:nvSpPr>
          <p:spPr>
            <a:xfrm>
              <a:off x="11921490" y="4048125"/>
              <a:ext cx="43815" cy="34925"/>
            </a:xfrm>
            <a:custGeom>
              <a:avLst/>
              <a:gdLst>
                <a:gd name="connsiteX0" fmla="*/ 40650 w 44343"/>
                <a:gd name="connsiteY0" fmla="*/ 0 h 36957"/>
                <a:gd name="connsiteX1" fmla="*/ 0 w 44343"/>
                <a:gd name="connsiteY1" fmla="*/ 0 h 36957"/>
                <a:gd name="connsiteX2" fmla="*/ 0 w 44343"/>
                <a:gd name="connsiteY2" fmla="*/ 36958 h 36957"/>
                <a:gd name="connsiteX3" fmla="*/ 44343 w 44343"/>
                <a:gd name="connsiteY3" fmla="*/ 36958 h 36957"/>
                <a:gd name="connsiteX4" fmla="*/ 44343 w 44343"/>
                <a:gd name="connsiteY4" fmla="*/ 0 h 36957"/>
                <a:gd name="connsiteX5" fmla="*/ 40650 w 44343"/>
                <a:gd name="connsiteY5" fmla="*/ 0 h 369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4343" h="36957">
                  <a:moveTo>
                    <a:pt x="40650" y="0"/>
                  </a:moveTo>
                  <a:lnTo>
                    <a:pt x="0" y="0"/>
                  </a:lnTo>
                  <a:lnTo>
                    <a:pt x="0" y="36958"/>
                  </a:lnTo>
                  <a:lnTo>
                    <a:pt x="44343" y="36958"/>
                  </a:lnTo>
                  <a:lnTo>
                    <a:pt x="44343" y="0"/>
                  </a:lnTo>
                  <a:lnTo>
                    <a:pt x="40650" y="0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77" name="자유형: 도형 276">
              <a:extLst>
                <a:ext uri="{FF2B5EF4-FFF2-40B4-BE49-F238E27FC236}">
                  <a16:creationId xmlns:a16="http://schemas.microsoft.com/office/drawing/2014/main" id="{2868A23A-8696-4DE1-9570-27C4F5CCADA0}"/>
                </a:ext>
              </a:extLst>
            </p:cNvPr>
            <p:cNvSpPr/>
            <p:nvPr/>
          </p:nvSpPr>
          <p:spPr>
            <a:xfrm>
              <a:off x="11994515" y="3984625"/>
              <a:ext cx="43815" cy="34925"/>
            </a:xfrm>
            <a:custGeom>
              <a:avLst/>
              <a:gdLst>
                <a:gd name="connsiteX0" fmla="*/ 0 w 44345"/>
                <a:gd name="connsiteY0" fmla="*/ 0 h 36954"/>
                <a:gd name="connsiteX1" fmla="*/ 44346 w 44345"/>
                <a:gd name="connsiteY1" fmla="*/ 0 h 36954"/>
                <a:gd name="connsiteX2" fmla="*/ 44346 w 44345"/>
                <a:gd name="connsiteY2" fmla="*/ 36955 h 36954"/>
                <a:gd name="connsiteX3" fmla="*/ 0 w 44345"/>
                <a:gd name="connsiteY3" fmla="*/ 36955 h 369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345" h="36954">
                  <a:moveTo>
                    <a:pt x="0" y="0"/>
                  </a:moveTo>
                  <a:lnTo>
                    <a:pt x="44346" y="0"/>
                  </a:lnTo>
                  <a:lnTo>
                    <a:pt x="44346" y="36955"/>
                  </a:lnTo>
                  <a:lnTo>
                    <a:pt x="0" y="36955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78" name="자유형: 도형 277">
              <a:extLst>
                <a:ext uri="{FF2B5EF4-FFF2-40B4-BE49-F238E27FC236}">
                  <a16:creationId xmlns:a16="http://schemas.microsoft.com/office/drawing/2014/main" id="{3936D764-C20D-4FC9-95ED-99B10D45E3DC}"/>
                </a:ext>
              </a:extLst>
            </p:cNvPr>
            <p:cNvSpPr/>
            <p:nvPr/>
          </p:nvSpPr>
          <p:spPr>
            <a:xfrm>
              <a:off x="11994515" y="4048125"/>
              <a:ext cx="43815" cy="34925"/>
            </a:xfrm>
            <a:custGeom>
              <a:avLst/>
              <a:gdLst>
                <a:gd name="connsiteX0" fmla="*/ 0 w 44345"/>
                <a:gd name="connsiteY0" fmla="*/ 0 h 36954"/>
                <a:gd name="connsiteX1" fmla="*/ 44346 w 44345"/>
                <a:gd name="connsiteY1" fmla="*/ 0 h 36954"/>
                <a:gd name="connsiteX2" fmla="*/ 44346 w 44345"/>
                <a:gd name="connsiteY2" fmla="*/ 36955 h 36954"/>
                <a:gd name="connsiteX3" fmla="*/ 0 w 44345"/>
                <a:gd name="connsiteY3" fmla="*/ 36955 h 369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345" h="36954">
                  <a:moveTo>
                    <a:pt x="0" y="0"/>
                  </a:moveTo>
                  <a:lnTo>
                    <a:pt x="44346" y="0"/>
                  </a:lnTo>
                  <a:lnTo>
                    <a:pt x="44346" y="36955"/>
                  </a:lnTo>
                  <a:lnTo>
                    <a:pt x="0" y="36955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79" name="자유형: 도형 278">
              <a:extLst>
                <a:ext uri="{FF2B5EF4-FFF2-40B4-BE49-F238E27FC236}">
                  <a16:creationId xmlns:a16="http://schemas.microsoft.com/office/drawing/2014/main" id="{7FB9156F-1A97-455E-A2ED-669608C76B2B}"/>
                </a:ext>
              </a:extLst>
            </p:cNvPr>
            <p:cNvSpPr/>
            <p:nvPr/>
          </p:nvSpPr>
          <p:spPr>
            <a:xfrm>
              <a:off x="11668760" y="3513455"/>
              <a:ext cx="297815" cy="225425"/>
            </a:xfrm>
            <a:custGeom>
              <a:avLst/>
              <a:gdLst>
                <a:gd name="connsiteX0" fmla="*/ -314 w 300588"/>
                <a:gd name="connsiteY0" fmla="*/ -269 h 236893"/>
                <a:gd name="connsiteX1" fmla="*/ 63382 w 300588"/>
                <a:gd name="connsiteY1" fmla="*/ -269 h 236893"/>
                <a:gd name="connsiteX2" fmla="*/ 300275 w 300588"/>
                <a:gd name="connsiteY2" fmla="*/ 236624 h 236893"/>
                <a:gd name="connsiteX3" fmla="*/ 300275 w 300588"/>
                <a:gd name="connsiteY3" fmla="*/ 236624 h 236893"/>
                <a:gd name="connsiteX4" fmla="*/ -314 w 300588"/>
                <a:gd name="connsiteY4" fmla="*/ 236624 h 2368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00588" h="236893">
                  <a:moveTo>
                    <a:pt x="-314" y="-269"/>
                  </a:moveTo>
                  <a:lnTo>
                    <a:pt x="63382" y="-269"/>
                  </a:lnTo>
                  <a:cubicBezTo>
                    <a:pt x="194214" y="-269"/>
                    <a:pt x="300275" y="105792"/>
                    <a:pt x="300275" y="236624"/>
                  </a:cubicBezTo>
                  <a:lnTo>
                    <a:pt x="300275" y="236624"/>
                  </a:lnTo>
                  <a:lnTo>
                    <a:pt x="-314" y="236624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80" name="자유형: 도형 279">
              <a:extLst>
                <a:ext uri="{FF2B5EF4-FFF2-40B4-BE49-F238E27FC236}">
                  <a16:creationId xmlns:a16="http://schemas.microsoft.com/office/drawing/2014/main" id="{BC3E728B-447D-4924-8778-84E991F5466E}"/>
                </a:ext>
              </a:extLst>
            </p:cNvPr>
            <p:cNvSpPr/>
            <p:nvPr/>
          </p:nvSpPr>
          <p:spPr>
            <a:xfrm>
              <a:off x="9758045" y="2901315"/>
              <a:ext cx="297815" cy="225425"/>
            </a:xfrm>
            <a:custGeom>
              <a:avLst/>
              <a:gdLst>
                <a:gd name="connsiteX0" fmla="*/ -314 w 300588"/>
                <a:gd name="connsiteY0" fmla="*/ -269 h 236893"/>
                <a:gd name="connsiteX1" fmla="*/ 63382 w 300588"/>
                <a:gd name="connsiteY1" fmla="*/ -269 h 236893"/>
                <a:gd name="connsiteX2" fmla="*/ 300275 w 300588"/>
                <a:gd name="connsiteY2" fmla="*/ 236624 h 236893"/>
                <a:gd name="connsiteX3" fmla="*/ 300275 w 300588"/>
                <a:gd name="connsiteY3" fmla="*/ 236624 h 236893"/>
                <a:gd name="connsiteX4" fmla="*/ -314 w 300588"/>
                <a:gd name="connsiteY4" fmla="*/ 236624 h 2368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00588" h="236893">
                  <a:moveTo>
                    <a:pt x="-314" y="-269"/>
                  </a:moveTo>
                  <a:lnTo>
                    <a:pt x="63382" y="-269"/>
                  </a:lnTo>
                  <a:cubicBezTo>
                    <a:pt x="194214" y="-269"/>
                    <a:pt x="300275" y="105792"/>
                    <a:pt x="300275" y="236624"/>
                  </a:cubicBezTo>
                  <a:lnTo>
                    <a:pt x="300275" y="236624"/>
                  </a:lnTo>
                  <a:lnTo>
                    <a:pt x="-314" y="236624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81" name="자유형: 도형 280">
              <a:extLst>
                <a:ext uri="{FF2B5EF4-FFF2-40B4-BE49-F238E27FC236}">
                  <a16:creationId xmlns:a16="http://schemas.microsoft.com/office/drawing/2014/main" id="{29DB3CDE-4ECD-45FA-8B6E-CA1393854B75}"/>
                </a:ext>
              </a:extLst>
            </p:cNvPr>
            <p:cNvSpPr/>
            <p:nvPr/>
          </p:nvSpPr>
          <p:spPr>
            <a:xfrm>
              <a:off x="10766425" y="3467100"/>
              <a:ext cx="297815" cy="225425"/>
            </a:xfrm>
            <a:custGeom>
              <a:avLst/>
              <a:gdLst>
                <a:gd name="connsiteX0" fmla="*/ -314 w 300588"/>
                <a:gd name="connsiteY0" fmla="*/ -269 h 236893"/>
                <a:gd name="connsiteX1" fmla="*/ 63382 w 300588"/>
                <a:gd name="connsiteY1" fmla="*/ -269 h 236893"/>
                <a:gd name="connsiteX2" fmla="*/ 300275 w 300588"/>
                <a:gd name="connsiteY2" fmla="*/ 236624 h 236893"/>
                <a:gd name="connsiteX3" fmla="*/ 300275 w 300588"/>
                <a:gd name="connsiteY3" fmla="*/ 236624 h 236893"/>
                <a:gd name="connsiteX4" fmla="*/ -314 w 300588"/>
                <a:gd name="connsiteY4" fmla="*/ 236624 h 2368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00588" h="236893">
                  <a:moveTo>
                    <a:pt x="-314" y="-269"/>
                  </a:moveTo>
                  <a:lnTo>
                    <a:pt x="63382" y="-269"/>
                  </a:lnTo>
                  <a:cubicBezTo>
                    <a:pt x="194214" y="-269"/>
                    <a:pt x="300275" y="105792"/>
                    <a:pt x="300275" y="236624"/>
                  </a:cubicBezTo>
                  <a:lnTo>
                    <a:pt x="300275" y="236624"/>
                  </a:lnTo>
                  <a:lnTo>
                    <a:pt x="-314" y="236624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82" name="자유형: 도형 281">
              <a:extLst>
                <a:ext uri="{FF2B5EF4-FFF2-40B4-BE49-F238E27FC236}">
                  <a16:creationId xmlns:a16="http://schemas.microsoft.com/office/drawing/2014/main" id="{DA7A4EE2-07CA-4C6C-A381-03CEBFBC4E60}"/>
                </a:ext>
              </a:extLst>
            </p:cNvPr>
            <p:cNvSpPr/>
            <p:nvPr/>
          </p:nvSpPr>
          <p:spPr>
            <a:xfrm>
              <a:off x="11668760" y="3823335"/>
              <a:ext cx="297815" cy="84455"/>
            </a:xfrm>
            <a:custGeom>
              <a:avLst/>
              <a:gdLst>
                <a:gd name="connsiteX0" fmla="*/ 0 w 300590"/>
                <a:gd name="connsiteY0" fmla="*/ 0 h 88691"/>
                <a:gd name="connsiteX1" fmla="*/ 300591 w 300590"/>
                <a:gd name="connsiteY1" fmla="*/ 0 h 88691"/>
                <a:gd name="connsiteX2" fmla="*/ 300591 w 300590"/>
                <a:gd name="connsiteY2" fmla="*/ 88691 h 88691"/>
                <a:gd name="connsiteX3" fmla="*/ 0 w 300590"/>
                <a:gd name="connsiteY3" fmla="*/ 88691 h 886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00590" h="88691">
                  <a:moveTo>
                    <a:pt x="0" y="0"/>
                  </a:moveTo>
                  <a:lnTo>
                    <a:pt x="300591" y="0"/>
                  </a:lnTo>
                  <a:lnTo>
                    <a:pt x="300591" y="88691"/>
                  </a:lnTo>
                  <a:lnTo>
                    <a:pt x="0" y="88691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83" name="자유형: 도형 282">
              <a:extLst>
                <a:ext uri="{FF2B5EF4-FFF2-40B4-BE49-F238E27FC236}">
                  <a16:creationId xmlns:a16="http://schemas.microsoft.com/office/drawing/2014/main" id="{6A210F89-ED4D-4657-8F50-D404B205C400}"/>
                </a:ext>
              </a:extLst>
            </p:cNvPr>
            <p:cNvSpPr/>
            <p:nvPr/>
          </p:nvSpPr>
          <p:spPr>
            <a:xfrm>
              <a:off x="9036050" y="4175125"/>
              <a:ext cx="3025775" cy="10160"/>
            </a:xfrm>
            <a:custGeom>
              <a:avLst/>
              <a:gdLst>
                <a:gd name="connsiteX0" fmla="*/ 0 w 3054818"/>
                <a:gd name="connsiteY0" fmla="*/ 0 h 10718"/>
                <a:gd name="connsiteX1" fmla="*/ 3054818 w 3054818"/>
                <a:gd name="connsiteY1" fmla="*/ 0 h 10718"/>
                <a:gd name="connsiteX2" fmla="*/ 3054818 w 3054818"/>
                <a:gd name="connsiteY2" fmla="*/ 10719 h 10718"/>
                <a:gd name="connsiteX3" fmla="*/ 0 w 3054818"/>
                <a:gd name="connsiteY3" fmla="*/ 10719 h 107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054818" h="10718">
                  <a:moveTo>
                    <a:pt x="0" y="0"/>
                  </a:moveTo>
                  <a:lnTo>
                    <a:pt x="3054818" y="0"/>
                  </a:lnTo>
                  <a:lnTo>
                    <a:pt x="3054818" y="10719"/>
                  </a:lnTo>
                  <a:lnTo>
                    <a:pt x="0" y="10719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84" name="자유형: 도형 283">
              <a:extLst>
                <a:ext uri="{FF2B5EF4-FFF2-40B4-BE49-F238E27FC236}">
                  <a16:creationId xmlns:a16="http://schemas.microsoft.com/office/drawing/2014/main" id="{C4FEC323-A257-4272-BA3A-B335F5CDD838}"/>
                </a:ext>
              </a:extLst>
            </p:cNvPr>
            <p:cNvSpPr/>
            <p:nvPr/>
          </p:nvSpPr>
          <p:spPr>
            <a:xfrm>
              <a:off x="9304655" y="3771900"/>
              <a:ext cx="10795" cy="403225"/>
            </a:xfrm>
            <a:custGeom>
              <a:avLst/>
              <a:gdLst>
                <a:gd name="connsiteX0" fmla="*/ 0 w 10718"/>
                <a:gd name="connsiteY0" fmla="*/ 0 h 423387"/>
                <a:gd name="connsiteX1" fmla="*/ 10719 w 10718"/>
                <a:gd name="connsiteY1" fmla="*/ 0 h 423387"/>
                <a:gd name="connsiteX2" fmla="*/ 10719 w 10718"/>
                <a:gd name="connsiteY2" fmla="*/ 423387 h 423387"/>
                <a:gd name="connsiteX3" fmla="*/ 0 w 10718"/>
                <a:gd name="connsiteY3" fmla="*/ 423387 h 4233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718" h="423387">
                  <a:moveTo>
                    <a:pt x="0" y="0"/>
                  </a:moveTo>
                  <a:lnTo>
                    <a:pt x="10719" y="0"/>
                  </a:lnTo>
                  <a:lnTo>
                    <a:pt x="10719" y="423387"/>
                  </a:lnTo>
                  <a:lnTo>
                    <a:pt x="0" y="423387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85" name="자유형: 도형 284">
              <a:extLst>
                <a:ext uri="{FF2B5EF4-FFF2-40B4-BE49-F238E27FC236}">
                  <a16:creationId xmlns:a16="http://schemas.microsoft.com/office/drawing/2014/main" id="{7AFDEEE4-0E6B-4440-B189-231C1DE2FA91}"/>
                </a:ext>
              </a:extLst>
            </p:cNvPr>
            <p:cNvSpPr/>
            <p:nvPr/>
          </p:nvSpPr>
          <p:spPr>
            <a:xfrm>
              <a:off x="9202420" y="3568700"/>
              <a:ext cx="210820" cy="510540"/>
            </a:xfrm>
            <a:custGeom>
              <a:avLst/>
              <a:gdLst>
                <a:gd name="connsiteX0" fmla="*/ 212834 w 213150"/>
                <a:gd name="connsiteY0" fmla="*/ 267311 h 536131"/>
                <a:gd name="connsiteX1" fmla="*/ 109356 w 213150"/>
                <a:gd name="connsiteY1" fmla="*/ 535862 h 536131"/>
                <a:gd name="connsiteX2" fmla="*/ 3407 w 213150"/>
                <a:gd name="connsiteY2" fmla="*/ 268276 h 536131"/>
                <a:gd name="connsiteX3" fmla="*/ 106885 w 213150"/>
                <a:gd name="connsiteY3" fmla="*/ -269 h 536131"/>
                <a:gd name="connsiteX4" fmla="*/ 212834 w 213150"/>
                <a:gd name="connsiteY4" fmla="*/ 267311 h 5361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13150" h="536131">
                  <a:moveTo>
                    <a:pt x="212834" y="267311"/>
                  </a:moveTo>
                  <a:cubicBezTo>
                    <a:pt x="213514" y="415363"/>
                    <a:pt x="109356" y="535862"/>
                    <a:pt x="109356" y="535862"/>
                  </a:cubicBezTo>
                  <a:cubicBezTo>
                    <a:pt x="109356" y="535862"/>
                    <a:pt x="-24038" y="413760"/>
                    <a:pt x="3407" y="268276"/>
                  </a:cubicBezTo>
                  <a:cubicBezTo>
                    <a:pt x="31002" y="121966"/>
                    <a:pt x="117020" y="352"/>
                    <a:pt x="106885" y="-269"/>
                  </a:cubicBezTo>
                  <a:cubicBezTo>
                    <a:pt x="106885" y="-269"/>
                    <a:pt x="212148" y="119265"/>
                    <a:pt x="212834" y="267311"/>
                  </a:cubicBezTo>
                  <a:close/>
                </a:path>
              </a:pathLst>
            </a:custGeom>
            <a:solidFill>
              <a:srgbClr val="6C63FF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86" name="자유형: 도형 285">
              <a:extLst>
                <a:ext uri="{FF2B5EF4-FFF2-40B4-BE49-F238E27FC236}">
                  <a16:creationId xmlns:a16="http://schemas.microsoft.com/office/drawing/2014/main" id="{1E74FF04-BC41-4EE1-AB27-A6F90B8BF181}"/>
                </a:ext>
              </a:extLst>
            </p:cNvPr>
            <p:cNvSpPr/>
            <p:nvPr/>
          </p:nvSpPr>
          <p:spPr>
            <a:xfrm>
              <a:off x="10366375" y="3771900"/>
              <a:ext cx="10795" cy="403225"/>
            </a:xfrm>
            <a:custGeom>
              <a:avLst/>
              <a:gdLst>
                <a:gd name="connsiteX0" fmla="*/ 0 w 10718"/>
                <a:gd name="connsiteY0" fmla="*/ 0 h 423387"/>
                <a:gd name="connsiteX1" fmla="*/ 10719 w 10718"/>
                <a:gd name="connsiteY1" fmla="*/ 0 h 423387"/>
                <a:gd name="connsiteX2" fmla="*/ 10719 w 10718"/>
                <a:gd name="connsiteY2" fmla="*/ 423387 h 423387"/>
                <a:gd name="connsiteX3" fmla="*/ 0 w 10718"/>
                <a:gd name="connsiteY3" fmla="*/ 423387 h 4233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718" h="423387">
                  <a:moveTo>
                    <a:pt x="0" y="0"/>
                  </a:moveTo>
                  <a:lnTo>
                    <a:pt x="10719" y="0"/>
                  </a:lnTo>
                  <a:lnTo>
                    <a:pt x="10719" y="423387"/>
                  </a:lnTo>
                  <a:lnTo>
                    <a:pt x="0" y="423387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87" name="자유형: 도형 286">
              <a:extLst>
                <a:ext uri="{FF2B5EF4-FFF2-40B4-BE49-F238E27FC236}">
                  <a16:creationId xmlns:a16="http://schemas.microsoft.com/office/drawing/2014/main" id="{085EC264-3CBC-4E37-B4D6-55341660F402}"/>
                </a:ext>
              </a:extLst>
            </p:cNvPr>
            <p:cNvSpPr/>
            <p:nvPr/>
          </p:nvSpPr>
          <p:spPr>
            <a:xfrm>
              <a:off x="10267950" y="3568700"/>
              <a:ext cx="208280" cy="510540"/>
            </a:xfrm>
            <a:custGeom>
              <a:avLst/>
              <a:gdLst>
                <a:gd name="connsiteX0" fmla="*/ 209116 w 210014"/>
                <a:gd name="connsiteY0" fmla="*/ 267311 h 536131"/>
                <a:gd name="connsiteX1" fmla="*/ 105638 w 210014"/>
                <a:gd name="connsiteY1" fmla="*/ 535862 h 536131"/>
                <a:gd name="connsiteX2" fmla="*/ -310 w 210014"/>
                <a:gd name="connsiteY2" fmla="*/ 268276 h 536131"/>
                <a:gd name="connsiteX3" fmla="*/ 103168 w 210014"/>
                <a:gd name="connsiteY3" fmla="*/ -269 h 536131"/>
                <a:gd name="connsiteX4" fmla="*/ 209116 w 210014"/>
                <a:gd name="connsiteY4" fmla="*/ 267311 h 5361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10014" h="536131">
                  <a:moveTo>
                    <a:pt x="209116" y="267311"/>
                  </a:moveTo>
                  <a:cubicBezTo>
                    <a:pt x="218774" y="415047"/>
                    <a:pt x="105638" y="535862"/>
                    <a:pt x="105638" y="535862"/>
                  </a:cubicBezTo>
                  <a:cubicBezTo>
                    <a:pt x="105638" y="535862"/>
                    <a:pt x="370" y="416327"/>
                    <a:pt x="-310" y="268276"/>
                  </a:cubicBezTo>
                  <a:cubicBezTo>
                    <a:pt x="-996" y="120230"/>
                    <a:pt x="103168" y="-269"/>
                    <a:pt x="103168" y="-269"/>
                  </a:cubicBezTo>
                  <a:cubicBezTo>
                    <a:pt x="93012" y="40312"/>
                    <a:pt x="201297" y="147777"/>
                    <a:pt x="209116" y="267311"/>
                  </a:cubicBezTo>
                  <a:close/>
                </a:path>
              </a:pathLst>
            </a:custGeom>
            <a:solidFill>
              <a:srgbClr val="6C63FF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88" name="자유형: 도형 287">
              <a:extLst>
                <a:ext uri="{FF2B5EF4-FFF2-40B4-BE49-F238E27FC236}">
                  <a16:creationId xmlns:a16="http://schemas.microsoft.com/office/drawing/2014/main" id="{28F5D58B-D222-4AA7-AEA2-E4A0B7001926}"/>
                </a:ext>
              </a:extLst>
            </p:cNvPr>
            <p:cNvSpPr/>
            <p:nvPr/>
          </p:nvSpPr>
          <p:spPr>
            <a:xfrm>
              <a:off x="9687560" y="3094990"/>
              <a:ext cx="654685" cy="184785"/>
            </a:xfrm>
            <a:custGeom>
              <a:avLst/>
              <a:gdLst>
                <a:gd name="connsiteX0" fmla="*/ 0 w 660896"/>
                <a:gd name="connsiteY0" fmla="*/ 22777 h 194200"/>
                <a:gd name="connsiteX1" fmla="*/ 465586 w 660896"/>
                <a:gd name="connsiteY1" fmla="*/ 0 h 194200"/>
                <a:gd name="connsiteX2" fmla="*/ 660897 w 660896"/>
                <a:gd name="connsiteY2" fmla="*/ 163025 h 194200"/>
                <a:gd name="connsiteX3" fmla="*/ 626366 w 660896"/>
                <a:gd name="connsiteY3" fmla="*/ 194201 h 194200"/>
                <a:gd name="connsiteX4" fmla="*/ 317085 w 660896"/>
                <a:gd name="connsiteY4" fmla="*/ 187239 h 194200"/>
                <a:gd name="connsiteX5" fmla="*/ 0 w 660896"/>
                <a:gd name="connsiteY5" fmla="*/ 22777 h 1942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60896" h="194200">
                  <a:moveTo>
                    <a:pt x="0" y="22777"/>
                  </a:moveTo>
                  <a:lnTo>
                    <a:pt x="465586" y="0"/>
                  </a:lnTo>
                  <a:lnTo>
                    <a:pt x="660897" y="163025"/>
                  </a:lnTo>
                  <a:lnTo>
                    <a:pt x="626366" y="194201"/>
                  </a:lnTo>
                  <a:lnTo>
                    <a:pt x="317085" y="187239"/>
                  </a:lnTo>
                  <a:lnTo>
                    <a:pt x="0" y="22777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89" name="자유형: 도형 288">
              <a:extLst>
                <a:ext uri="{FF2B5EF4-FFF2-40B4-BE49-F238E27FC236}">
                  <a16:creationId xmlns:a16="http://schemas.microsoft.com/office/drawing/2014/main" id="{D712B89E-CEC2-4E3D-97F9-8D96BB30B572}"/>
                </a:ext>
              </a:extLst>
            </p:cNvPr>
            <p:cNvSpPr/>
            <p:nvPr/>
          </p:nvSpPr>
          <p:spPr>
            <a:xfrm>
              <a:off x="9020810" y="3681730"/>
              <a:ext cx="206375" cy="184785"/>
            </a:xfrm>
            <a:custGeom>
              <a:avLst/>
              <a:gdLst>
                <a:gd name="connsiteX0" fmla="*/ 207789 w 208102"/>
                <a:gd name="connsiteY0" fmla="*/ 162761 h 194222"/>
                <a:gd name="connsiteX1" fmla="*/ 182708 w 208102"/>
                <a:gd name="connsiteY1" fmla="*/ 185432 h 194222"/>
                <a:gd name="connsiteX2" fmla="*/ 179653 w 208102"/>
                <a:gd name="connsiteY2" fmla="*/ 188165 h 194222"/>
                <a:gd name="connsiteX3" fmla="*/ 173275 w 208102"/>
                <a:gd name="connsiteY3" fmla="*/ 193953 h 194222"/>
                <a:gd name="connsiteX4" fmla="*/ 15121 w 208102"/>
                <a:gd name="connsiteY4" fmla="*/ 190416 h 194222"/>
                <a:gd name="connsiteX5" fmla="*/ 15121 w 208102"/>
                <a:gd name="connsiteY5" fmla="*/ 3589 h 194222"/>
                <a:gd name="connsiteX6" fmla="*/ -314 w 208102"/>
                <a:gd name="connsiteY6" fmla="*/ 374 h 194222"/>
                <a:gd name="connsiteX7" fmla="*/ 12495 w 208102"/>
                <a:gd name="connsiteY7" fmla="*/ -269 h 194222"/>
                <a:gd name="connsiteX8" fmla="*/ 15121 w 208102"/>
                <a:gd name="connsiteY8" fmla="*/ 1928 h 194222"/>
                <a:gd name="connsiteX9" fmla="*/ 39614 w 208102"/>
                <a:gd name="connsiteY9" fmla="*/ 22347 h 194222"/>
                <a:gd name="connsiteX10" fmla="*/ 109285 w 208102"/>
                <a:gd name="connsiteY10" fmla="*/ 80549 h 194222"/>
                <a:gd name="connsiteX11" fmla="*/ 187102 w 208102"/>
                <a:gd name="connsiteY11" fmla="*/ 145505 h 1942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08102" h="194222">
                  <a:moveTo>
                    <a:pt x="207789" y="162761"/>
                  </a:moveTo>
                  <a:lnTo>
                    <a:pt x="182708" y="185432"/>
                  </a:lnTo>
                  <a:lnTo>
                    <a:pt x="179653" y="188165"/>
                  </a:lnTo>
                  <a:lnTo>
                    <a:pt x="173275" y="193953"/>
                  </a:lnTo>
                  <a:lnTo>
                    <a:pt x="15121" y="190416"/>
                  </a:lnTo>
                  <a:lnTo>
                    <a:pt x="15121" y="3589"/>
                  </a:lnTo>
                  <a:cubicBezTo>
                    <a:pt x="9976" y="2464"/>
                    <a:pt x="4831" y="1392"/>
                    <a:pt x="-314" y="374"/>
                  </a:cubicBezTo>
                  <a:lnTo>
                    <a:pt x="12495" y="-269"/>
                  </a:lnTo>
                  <a:lnTo>
                    <a:pt x="15121" y="1928"/>
                  </a:lnTo>
                  <a:lnTo>
                    <a:pt x="39614" y="22347"/>
                  </a:lnTo>
                  <a:lnTo>
                    <a:pt x="109285" y="80549"/>
                  </a:lnTo>
                  <a:lnTo>
                    <a:pt x="187102" y="145505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90" name="자유형: 도형 289">
              <a:extLst>
                <a:ext uri="{FF2B5EF4-FFF2-40B4-BE49-F238E27FC236}">
                  <a16:creationId xmlns:a16="http://schemas.microsoft.com/office/drawing/2014/main" id="{5B56CDF2-20E4-4522-A06D-19E999EE3628}"/>
                </a:ext>
              </a:extLst>
            </p:cNvPr>
            <p:cNvSpPr/>
            <p:nvPr/>
          </p:nvSpPr>
          <p:spPr>
            <a:xfrm>
              <a:off x="10695940" y="3681730"/>
              <a:ext cx="654685" cy="184785"/>
            </a:xfrm>
            <a:custGeom>
              <a:avLst/>
              <a:gdLst>
                <a:gd name="connsiteX0" fmla="*/ 0 w 660896"/>
                <a:gd name="connsiteY0" fmla="*/ 22777 h 194200"/>
                <a:gd name="connsiteX1" fmla="*/ 465586 w 660896"/>
                <a:gd name="connsiteY1" fmla="*/ 0 h 194200"/>
                <a:gd name="connsiteX2" fmla="*/ 660896 w 660896"/>
                <a:gd name="connsiteY2" fmla="*/ 163025 h 194200"/>
                <a:gd name="connsiteX3" fmla="*/ 626366 w 660896"/>
                <a:gd name="connsiteY3" fmla="*/ 194201 h 194200"/>
                <a:gd name="connsiteX4" fmla="*/ 317085 w 660896"/>
                <a:gd name="connsiteY4" fmla="*/ 187239 h 194200"/>
                <a:gd name="connsiteX5" fmla="*/ 0 w 660896"/>
                <a:gd name="connsiteY5" fmla="*/ 22777 h 1942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60896" h="194200">
                  <a:moveTo>
                    <a:pt x="0" y="22777"/>
                  </a:moveTo>
                  <a:lnTo>
                    <a:pt x="465586" y="0"/>
                  </a:lnTo>
                  <a:lnTo>
                    <a:pt x="660896" y="163025"/>
                  </a:lnTo>
                  <a:lnTo>
                    <a:pt x="626366" y="194201"/>
                  </a:lnTo>
                  <a:lnTo>
                    <a:pt x="317085" y="187239"/>
                  </a:lnTo>
                  <a:lnTo>
                    <a:pt x="0" y="22777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</p:grpSp>
      <p:pic>
        <p:nvPicPr>
          <p:cNvPr id="292" name="그래픽 291">
            <a:extLst>
              <a:ext uri="{FF2B5EF4-FFF2-40B4-BE49-F238E27FC236}">
                <a16:creationId xmlns:a16="http://schemas.microsoft.com/office/drawing/2014/main" id="{0EA42603-BB24-4731-9907-6B974EA81D3C}"/>
              </a:ext>
            </a:extLst>
          </p:cNvPr>
          <p:cNvPicPr>
            <a:picLocks noChangeAspect="1"/>
          </p:cNvPicPr>
          <p:nvPr/>
        </p:nvPicPr>
        <p:blipFill>
          <a:blip r:embed="rId26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7"/>
              </a:ext>
            </a:extLst>
          </a:blip>
          <a:stretch>
            <a:fillRect/>
          </a:stretch>
        </p:blipFill>
        <p:spPr>
          <a:xfrm>
            <a:off x="5919470" y="2447290"/>
            <a:ext cx="2919730" cy="1759585"/>
          </a:xfrm>
          <a:prstGeom prst="rect">
            <a:avLst/>
          </a:prstGeom>
        </p:spPr>
      </p:pic>
      <p:sp>
        <p:nvSpPr>
          <p:cNvPr id="293" name="TextBox 292">
            <a:extLst>
              <a:ext uri="{FF2B5EF4-FFF2-40B4-BE49-F238E27FC236}">
                <a16:creationId xmlns:a16="http://schemas.microsoft.com/office/drawing/2014/main" id="{EB8193ED-6F22-48E0-A9C0-9CF07CDC4826}"/>
              </a:ext>
            </a:extLst>
          </p:cNvPr>
          <p:cNvSpPr txBox="1"/>
          <p:nvPr/>
        </p:nvSpPr>
        <p:spPr>
          <a:xfrm>
            <a:off x="6125210" y="5048885"/>
            <a:ext cx="2491105" cy="4870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0000"/>
              </a:lnSpc>
              <a:defRPr/>
            </a:pPr>
            <a:r>
              <a:rPr lang="ko-KR" altLang="en-US" sz="12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해당 지역의 날씨로 추천엔진을 이용해 음식 카테고리 추천</a:t>
            </a:r>
            <a:endParaRPr lang="en-US" altLang="ko-KR" sz="12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294" name="TextBox 293">
            <a:extLst>
              <a:ext uri="{FF2B5EF4-FFF2-40B4-BE49-F238E27FC236}">
                <a16:creationId xmlns:a16="http://schemas.microsoft.com/office/drawing/2014/main" id="{2D2E7D8F-975D-4214-BC0F-C2D4FF61B48E}"/>
              </a:ext>
            </a:extLst>
          </p:cNvPr>
          <p:cNvSpPr txBox="1"/>
          <p:nvPr/>
        </p:nvSpPr>
        <p:spPr>
          <a:xfrm>
            <a:off x="6384290" y="4267835"/>
            <a:ext cx="1932305" cy="675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0000"/>
              </a:lnSpc>
              <a:defRPr/>
            </a:pPr>
            <a:r>
              <a:rPr lang="en-US" altLang="ko-KR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Bold" panose="00000800000000000000" pitchFamily="2" charset="-127"/>
                <a:ea typeface="세방고딕 Bold" panose="00000800000000000000" pitchFamily="2" charset="-127"/>
              </a:rPr>
              <a:t>3</a:t>
            </a:r>
            <a:r>
              <a:rPr lang="en-US" altLang="ko-KR" sz="18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Bold" panose="00000800000000000000" pitchFamily="2" charset="-127"/>
                <a:ea typeface="세방고딕 Bold" panose="00000800000000000000" pitchFamily="2" charset="-127"/>
              </a:rPr>
              <a:t>. </a:t>
            </a:r>
            <a:r>
              <a:rPr lang="ko-KR" altLang="en-US" sz="18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Bold" panose="00000800000000000000" pitchFamily="2" charset="-127"/>
                <a:ea typeface="세방고딕 Bold" panose="00000800000000000000" pitchFamily="2" charset="-127"/>
              </a:rPr>
              <a:t>음식 카테고리 추천</a:t>
            </a:r>
          </a:p>
        </p:txBody>
      </p:sp>
      <p:sp>
        <p:nvSpPr>
          <p:cNvPr id="295" name="TextBox 294">
            <a:extLst>
              <a:ext uri="{FF2B5EF4-FFF2-40B4-BE49-F238E27FC236}">
                <a16:creationId xmlns:a16="http://schemas.microsoft.com/office/drawing/2014/main" id="{A8DB2C42-5B85-41D0-99B2-2002B3EAA560}"/>
              </a:ext>
            </a:extLst>
          </p:cNvPr>
          <p:cNvSpPr txBox="1"/>
          <p:nvPr/>
        </p:nvSpPr>
        <p:spPr>
          <a:xfrm>
            <a:off x="9436100" y="4876165"/>
            <a:ext cx="2122805" cy="690245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>
            <a:spAutoFit/>
          </a:bodyPr>
          <a:lstStyle/>
          <a:p>
            <a:pPr marL="0" indent="0" algn="ctr" latinLnBrk="0">
              <a:lnSpc>
                <a:spcPct val="110000"/>
              </a:lnSpc>
              <a:buFontTx/>
              <a:buNone/>
              <a:defRPr/>
            </a:pPr>
            <a:r>
              <a:rPr lang="ko-KR" altLang="en-US" sz="12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charset="0"/>
                <a:ea typeface="세방고딕 Regular" charset="0"/>
              </a:rPr>
              <a:t>해당 카테고리의 음식점 목록을 거리</a:t>
            </a:r>
            <a:r>
              <a:rPr lang="en-US" altLang="ko-KR" sz="12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charset="0"/>
                <a:ea typeface="세방고딕 Regular" charset="0"/>
              </a:rPr>
              <a:t>, </a:t>
            </a:r>
            <a:r>
              <a:rPr lang="ko-KR" altLang="en-US" sz="12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charset="0"/>
                <a:ea typeface="세방고딕 Regular" charset="0"/>
              </a:rPr>
              <a:t>감성점수</a:t>
            </a:r>
            <a:r>
              <a:rPr lang="en-US" altLang="ko-KR" sz="12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charset="0"/>
                <a:ea typeface="세방고딕 Regular" charset="0"/>
              </a:rPr>
              <a:t>, </a:t>
            </a:r>
            <a:r>
              <a:rPr lang="ko-KR" altLang="en-US" sz="12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charset="0"/>
                <a:ea typeface="세방고딕 Regular" charset="0"/>
              </a:rPr>
              <a:t>리뷰개수로 랭킹을 정해 추천</a:t>
            </a:r>
          </a:p>
        </p:txBody>
      </p:sp>
      <p:sp>
        <p:nvSpPr>
          <p:cNvPr id="296" name="TextBox 295">
            <a:extLst>
              <a:ext uri="{FF2B5EF4-FFF2-40B4-BE49-F238E27FC236}">
                <a16:creationId xmlns:a16="http://schemas.microsoft.com/office/drawing/2014/main" id="{C6855F52-EE33-4A45-8E57-B864EEB0E419}"/>
              </a:ext>
            </a:extLst>
          </p:cNvPr>
          <p:cNvSpPr txBox="1"/>
          <p:nvPr/>
        </p:nvSpPr>
        <p:spPr>
          <a:xfrm>
            <a:off x="9571355" y="4302760"/>
            <a:ext cx="1889760" cy="413385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>
            <a:spAutoFit/>
          </a:bodyPr>
          <a:lstStyle/>
          <a:p>
            <a:pPr marL="0" indent="0" algn="ctr" latinLnBrk="0">
              <a:lnSpc>
                <a:spcPct val="110000"/>
              </a:lnSpc>
              <a:buFontTx/>
              <a:buNone/>
              <a:defRPr/>
            </a:pPr>
            <a:r>
              <a:rPr lang="en-US" altLang="ko-KR" sz="1900" b="1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5349C7"/>
                </a:solidFill>
                <a:latin typeface="세방고딕 Bold" charset="0"/>
                <a:ea typeface="세방고딕 Bold" charset="0"/>
              </a:rPr>
              <a:t>4. </a:t>
            </a:r>
            <a:r>
              <a:rPr lang="ko-KR" altLang="en-US" sz="1900" b="1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5349C7"/>
                </a:solidFill>
                <a:latin typeface="세방고딕 Bold" charset="0"/>
                <a:ea typeface="세방고딕 Bold" charset="0"/>
              </a:rPr>
              <a:t>음식점 추천</a:t>
            </a:r>
          </a:p>
        </p:txBody>
      </p:sp>
      <p:cxnSp>
        <p:nvCxnSpPr>
          <p:cNvPr id="300" name="직선 연결선 299"/>
          <p:cNvCxnSpPr/>
          <p:nvPr/>
        </p:nvCxnSpPr>
        <p:spPr>
          <a:xfrm>
            <a:off x="8940165" y="2150745"/>
            <a:ext cx="635" cy="3783965"/>
          </a:xfrm>
          <a:prstGeom prst="line">
            <a:avLst/>
          </a:prstGeom>
          <a:ln w="19050" cap="flat" cmpd="sng">
            <a:prstDash val="solid"/>
            <a:miter lim="800000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3" name="화살표: 오른쪽 302">
            <a:extLst>
              <a:ext uri="{FF2B5EF4-FFF2-40B4-BE49-F238E27FC236}">
                <a16:creationId xmlns:a16="http://schemas.microsoft.com/office/drawing/2014/main" id="{F462550B-7516-4F48-8DBC-C068CAACE33C}"/>
              </a:ext>
            </a:extLst>
          </p:cNvPr>
          <p:cNvSpPr/>
          <p:nvPr/>
        </p:nvSpPr>
        <p:spPr>
          <a:xfrm>
            <a:off x="2469515" y="4634865"/>
            <a:ext cx="674370" cy="272415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5" name="화살표: 오른쪽 304">
            <a:extLst>
              <a:ext uri="{FF2B5EF4-FFF2-40B4-BE49-F238E27FC236}">
                <a16:creationId xmlns:a16="http://schemas.microsoft.com/office/drawing/2014/main" id="{A1C7DAB0-A7D1-415F-AA4C-0669F2F1008C}"/>
              </a:ext>
            </a:extLst>
          </p:cNvPr>
          <p:cNvSpPr/>
          <p:nvPr/>
        </p:nvSpPr>
        <p:spPr>
          <a:xfrm>
            <a:off x="5493385" y="4634865"/>
            <a:ext cx="674370" cy="272415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6" name="화살표: 오른쪽 305">
            <a:extLst>
              <a:ext uri="{FF2B5EF4-FFF2-40B4-BE49-F238E27FC236}">
                <a16:creationId xmlns:a16="http://schemas.microsoft.com/office/drawing/2014/main" id="{28E7E554-AB9B-4EE4-BFAB-16EC1D61621A}"/>
              </a:ext>
            </a:extLst>
          </p:cNvPr>
          <p:cNvSpPr/>
          <p:nvPr/>
        </p:nvSpPr>
        <p:spPr>
          <a:xfrm>
            <a:off x="8629015" y="4652645"/>
            <a:ext cx="674370" cy="272415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307" name="도형 1"/>
          <p:cNvCxnSpPr/>
          <p:nvPr/>
        </p:nvCxnSpPr>
        <p:spPr>
          <a:xfrm>
            <a:off x="5777230" y="2150110"/>
            <a:ext cx="635" cy="3783965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308" name="도형 2"/>
          <p:cNvCxnSpPr/>
          <p:nvPr/>
        </p:nvCxnSpPr>
        <p:spPr>
          <a:xfrm>
            <a:off x="2769235" y="2156460"/>
            <a:ext cx="1270" cy="3783965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3121549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635" cy="6858635"/>
          </a:xfrm>
          <a:prstGeom prst="rect">
            <a:avLst/>
          </a:prstGeom>
          <a:noFill/>
        </p:spPr>
      </p:pic>
      <p:pic>
        <p:nvPicPr>
          <p:cNvPr id="3" name="Picture 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78" b="11486"/>
          <a:stretch>
            <a:fillRect/>
          </a:stretch>
        </p:blipFill>
        <p:spPr>
          <a:xfrm>
            <a:off x="7589520" y="4695190"/>
            <a:ext cx="4603115" cy="2163445"/>
          </a:xfrm>
          <a:prstGeom prst="rect">
            <a:avLst/>
          </a:prstGeom>
          <a:noFill/>
        </p:spPr>
      </p:pic>
      <p:sp>
        <p:nvSpPr>
          <p:cNvPr id="4" name="Rect 0"/>
          <p:cNvSpPr>
            <a:spLocks/>
          </p:cNvSpPr>
          <p:nvPr/>
        </p:nvSpPr>
        <p:spPr>
          <a:xfrm flipH="1" flipV="1">
            <a:off x="173990" y="70485"/>
            <a:ext cx="12018645" cy="1221740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49847"/>
            </a:schemeClr>
          </a:solidFill>
          <a:ln w="0">
            <a:noFill/>
            <a:prstDash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/>
          </a:p>
        </p:txBody>
      </p:sp>
      <p:grpSp>
        <p:nvGrpSpPr>
          <p:cNvPr id="5" name="Group 5"/>
          <p:cNvGrpSpPr/>
          <p:nvPr/>
        </p:nvGrpSpPr>
        <p:grpSpPr>
          <a:xfrm>
            <a:off x="375920" y="333375"/>
            <a:ext cx="5949315" cy="831215"/>
            <a:chOff x="375920" y="333375"/>
            <a:chExt cx="5949315" cy="831215"/>
          </a:xfrm>
        </p:grpSpPr>
        <p:sp>
          <p:nvSpPr>
            <p:cNvPr id="6" name="Rect 0"/>
            <p:cNvSpPr txBox="1">
              <a:spLocks/>
            </p:cNvSpPr>
            <p:nvPr/>
          </p:nvSpPr>
          <p:spPr>
            <a:xfrm>
              <a:off x="1461770" y="366395"/>
              <a:ext cx="2252980" cy="276860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</a:pPr>
              <a:r>
                <a:rPr lang="en-US" altLang="ko-KR" sz="12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>
                      <a:alpha val="49847"/>
                    </a:srgbClr>
                  </a:solidFill>
                  <a:latin typeface="세방고딕 Regular" charset="0"/>
                  <a:ea typeface="세방고딕 Regular" charset="0"/>
                </a:rPr>
                <a:t>K-Digital Training</a:t>
              </a:r>
              <a:endParaRPr lang="ko-KR" altLang="en-US" sz="1200" b="1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>
                    <a:alpha val="49847"/>
                  </a:srgb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7" name="Rect 0"/>
            <p:cNvSpPr txBox="1">
              <a:spLocks/>
            </p:cNvSpPr>
            <p:nvPr/>
          </p:nvSpPr>
          <p:spPr>
            <a:xfrm>
              <a:off x="1461770" y="584835"/>
              <a:ext cx="4863465" cy="52260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>
                <a:defRPr/>
              </a:pPr>
              <a:r>
                <a:rPr lang="ko-KR" altLang="en-US" sz="28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프로젝트 개요</a:t>
              </a:r>
            </a:p>
          </p:txBody>
        </p:sp>
        <p:sp>
          <p:nvSpPr>
            <p:cNvPr id="8" name="Rect 0"/>
            <p:cNvSpPr txBox="1">
              <a:spLocks/>
            </p:cNvSpPr>
            <p:nvPr/>
          </p:nvSpPr>
          <p:spPr>
            <a:xfrm>
              <a:off x="375920" y="333375"/>
              <a:ext cx="1267460" cy="831215"/>
            </a:xfrm>
            <a:prstGeom prst="rect">
              <a:avLst/>
            </a:prstGeom>
            <a:noFill/>
          </p:spPr>
          <p:txBody>
            <a:bodyPr vert="horz" wrap="square" lIns="91440" tIns="0" rIns="91440" bIns="0" numCol="1" anchor="t">
              <a:spAutoFit/>
            </a:bodyPr>
            <a:lstStyle/>
            <a:p>
              <a:pPr marL="0" indent="0" eaLnBrk="1" fontAlgn="auto" latinLnBrk="1" hangingPunct="1">
                <a:spcBef>
                  <a:spcPts val="0"/>
                </a:spcBef>
                <a:spcAft>
                  <a:spcPts val="0"/>
                </a:spcAft>
                <a:buFontTx/>
                <a:buNone/>
                <a:defRPr/>
              </a:pPr>
              <a:r>
                <a:rPr lang="en-US" altLang="ko-KR" sz="5400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/>
                  </a:solidFill>
                  <a:latin typeface="세방고딕 Bold" charset="0"/>
                  <a:ea typeface="세방고딕 Bold" charset="0"/>
                </a:rPr>
                <a:t>01</a:t>
              </a:r>
              <a:endParaRPr lang="ko-KR" altLang="en-US" sz="54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/>
                </a:solidFill>
                <a:latin typeface="세방고딕 Bold" charset="0"/>
                <a:ea typeface="세방고딕 Bold" charset="0"/>
              </a:endParaRPr>
            </a:p>
          </p:txBody>
        </p:sp>
      </p:grpSp>
      <p:sp>
        <p:nvSpPr>
          <p:cNvPr id="13" name="Rect 0"/>
          <p:cNvSpPr txBox="1">
            <a:spLocks/>
          </p:cNvSpPr>
          <p:nvPr/>
        </p:nvSpPr>
        <p:spPr>
          <a:xfrm>
            <a:off x="0" y="0"/>
            <a:ext cx="12192635" cy="114935"/>
          </a:xfrm>
          <a:prstGeom prst="rect">
            <a:avLst/>
          </a:prstGeom>
          <a:solidFill>
            <a:srgbClr val="FFD85C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sp>
        <p:nvSpPr>
          <p:cNvPr id="14" name="Rect 0"/>
          <p:cNvSpPr txBox="1">
            <a:spLocks/>
          </p:cNvSpPr>
          <p:nvPr/>
        </p:nvSpPr>
        <p:spPr>
          <a:xfrm>
            <a:off x="0" y="0"/>
            <a:ext cx="1337310" cy="114935"/>
          </a:xfrm>
          <a:prstGeom prst="rect">
            <a:avLst/>
          </a:prstGeom>
          <a:solidFill>
            <a:srgbClr val="3378C8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pic>
        <p:nvPicPr>
          <p:cNvPr id="55" name="Picture "/>
          <p:cNvPicPr>
            <a:picLocks noChangeAspect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7803"/>
          <a:stretch>
            <a:fillRect/>
          </a:stretch>
        </p:blipFill>
        <p:spPr>
          <a:xfrm rot="5400000">
            <a:off x="-476250" y="2466975"/>
            <a:ext cx="1439545" cy="486410"/>
          </a:xfrm>
          <a:prstGeom prst="rect">
            <a:avLst/>
          </a:prstGeom>
          <a:noFill/>
        </p:spPr>
      </p:pic>
      <p:grpSp>
        <p:nvGrpSpPr>
          <p:cNvPr id="56" name="Group 5"/>
          <p:cNvGrpSpPr/>
          <p:nvPr/>
        </p:nvGrpSpPr>
        <p:grpSpPr>
          <a:xfrm>
            <a:off x="10667365" y="6576695"/>
            <a:ext cx="1076325" cy="151130"/>
            <a:chOff x="10667365" y="6576695"/>
            <a:chExt cx="1076325" cy="151130"/>
          </a:xfrm>
        </p:grpSpPr>
        <p:pic>
          <p:nvPicPr>
            <p:cNvPr id="57" name="Picture "/>
            <p:cNvPicPr>
              <a:picLocks noChangeAspect="1"/>
            </p:cNvPicPr>
            <p:nvPr/>
          </p:nvPicPr>
          <p:blipFill rotWithShape="1">
            <a:blip r:embed="rId6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 bwMode="auto">
            <a:xfrm>
              <a:off x="11269345" y="6576695"/>
              <a:ext cx="474345" cy="151130"/>
            </a:xfrm>
            <a:prstGeom prst="rect">
              <a:avLst/>
            </a:prstGeom>
            <a:noFill/>
          </p:spPr>
        </p:pic>
        <p:pic>
          <p:nvPicPr>
            <p:cNvPr id="58" name="Picture "/>
            <p:cNvPicPr>
              <a:picLocks noChangeAspect="1"/>
            </p:cNvPicPr>
            <p:nvPr/>
          </p:nvPicPr>
          <p:blipFill rotWithShape="1">
            <a:blip r:embed="rId7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10667365" y="6576695"/>
              <a:ext cx="478155" cy="142875"/>
            </a:xfrm>
            <a:prstGeom prst="rect">
              <a:avLst/>
            </a:prstGeom>
            <a:noFill/>
          </p:spPr>
        </p:pic>
      </p:grpSp>
      <p:grpSp>
        <p:nvGrpSpPr>
          <p:cNvPr id="21" name="Group 5">
            <a:extLst>
              <a:ext uri="{FF2B5EF4-FFF2-40B4-BE49-F238E27FC236}">
                <a16:creationId xmlns:a16="http://schemas.microsoft.com/office/drawing/2014/main" id="{7560DF4A-0C0C-4C91-8522-4FD22A1AE06D}"/>
              </a:ext>
            </a:extLst>
          </p:cNvPr>
          <p:cNvGrpSpPr/>
          <p:nvPr/>
        </p:nvGrpSpPr>
        <p:grpSpPr>
          <a:xfrm>
            <a:off x="488315" y="1358900"/>
            <a:ext cx="10527030" cy="370205"/>
            <a:chOff x="488315" y="1358900"/>
            <a:chExt cx="10527030" cy="370205"/>
          </a:xfrm>
        </p:grpSpPr>
        <p:sp>
          <p:nvSpPr>
            <p:cNvPr id="22" name="Rect 0">
              <a:extLst>
                <a:ext uri="{FF2B5EF4-FFF2-40B4-BE49-F238E27FC236}">
                  <a16:creationId xmlns:a16="http://schemas.microsoft.com/office/drawing/2014/main" id="{DFC104FE-45E0-4C38-BA71-DD9DE25748BC}"/>
                </a:ext>
              </a:extLst>
            </p:cNvPr>
            <p:cNvSpPr txBox="1">
              <a:spLocks/>
            </p:cNvSpPr>
            <p:nvPr/>
          </p:nvSpPr>
          <p:spPr>
            <a:xfrm>
              <a:off x="690245" y="1358900"/>
              <a:ext cx="10325100" cy="37020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endParaRPr lang="ko-KR" altLang="en-US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23" name="Rect 0">
              <a:extLst>
                <a:ext uri="{FF2B5EF4-FFF2-40B4-BE49-F238E27FC236}">
                  <a16:creationId xmlns:a16="http://schemas.microsoft.com/office/drawing/2014/main" id="{2692BDCC-DA2C-42BB-8BF2-A2C0A6E181A7}"/>
                </a:ext>
              </a:extLst>
            </p:cNvPr>
            <p:cNvSpPr>
              <a:spLocks/>
            </p:cNvSpPr>
            <p:nvPr/>
          </p:nvSpPr>
          <p:spPr>
            <a:xfrm>
              <a:off x="488315" y="1468120"/>
              <a:ext cx="101600" cy="114300"/>
            </a:xfrm>
            <a:custGeom>
              <a:avLst/>
              <a:gdLst>
                <a:gd name="TX0" fmla="*/ 428021 w 450215"/>
                <a:gd name="TY0" fmla="*/ 214932 h 506846"/>
                <a:gd name="TX1" fmla="*/ 66705 w 450215"/>
                <a:gd name="TY1" fmla="*/ 6045 h 506846"/>
                <a:gd name="TX2" fmla="*/ 0 w 450215"/>
                <a:gd name="TY2" fmla="*/ 44511 h 506846"/>
                <a:gd name="TX3" fmla="*/ 0 w 450215"/>
                <a:gd name="TY3" fmla="*/ 462326 h 506846"/>
                <a:gd name="TX4" fmla="*/ 66705 w 450215"/>
                <a:gd name="TY4" fmla="*/ 500812 h 506846"/>
                <a:gd name="TX5" fmla="*/ 428021 w 450215"/>
                <a:gd name="TY5" fmla="*/ 291905 h 506846"/>
                <a:gd name="TX6" fmla="*/ 428021 w 450215"/>
                <a:gd name="TY6" fmla="*/ 214932 h 506846"/>
              </a:gdLst>
              <a:ahLst/>
              <a:cxnLst>
                <a:cxn ang="0">
                  <a:pos x="TX0" y="TY0"/>
                </a:cxn>
                <a:cxn ang="0">
                  <a:pos x="TX1" y="TY1"/>
                </a:cxn>
                <a:cxn ang="0">
                  <a:pos x="TX2" y="TY2"/>
                </a:cxn>
                <a:cxn ang="0">
                  <a:pos x="TX3" y="TY3"/>
                </a:cxn>
                <a:cxn ang="0">
                  <a:pos x="TX4" y="TY4"/>
                </a:cxn>
                <a:cxn ang="0">
                  <a:pos x="TX5" y="TY5"/>
                </a:cxn>
                <a:cxn ang="0">
                  <a:pos x="TX6" y="TY6"/>
                </a:cxn>
              </a:cxnLst>
              <a:rect l="l" t="t" r="r" b="b"/>
              <a:pathLst>
                <a:path w="450215" h="506846">
                  <a:moveTo>
                    <a:pt x="428021" y="214932"/>
                  </a:moveTo>
                  <a:lnTo>
                    <a:pt x="66705" y="6045"/>
                  </a:lnTo>
                  <a:cubicBezTo>
                    <a:pt x="37072" y="-11108"/>
                    <a:pt x="0" y="10287"/>
                    <a:pt x="0" y="44511"/>
                  </a:cubicBezTo>
                  <a:lnTo>
                    <a:pt x="0" y="462326"/>
                  </a:lnTo>
                  <a:cubicBezTo>
                    <a:pt x="0" y="496550"/>
                    <a:pt x="37072" y="517945"/>
                    <a:pt x="66705" y="500812"/>
                  </a:cubicBezTo>
                  <a:lnTo>
                    <a:pt x="428021" y="291905"/>
                  </a:lnTo>
                  <a:cubicBezTo>
                    <a:pt x="457613" y="274793"/>
                    <a:pt x="457613" y="232064"/>
                    <a:pt x="428021" y="214932"/>
                  </a:cubicBezTo>
                  <a:close/>
                </a:path>
              </a:pathLst>
            </a:custGeom>
            <a:solidFill>
              <a:srgbClr val="3378C8"/>
            </a:solidFill>
            <a:ln w="0">
              <a:noFill/>
              <a:prstDash/>
            </a:ln>
            <a:effectLst>
              <a:outerShdw blurRad="50800" dist="38100" dir="5400000" algn="t" rotWithShape="0">
                <a:srgbClr val="3378C8">
                  <a:alpha val="40000"/>
                </a:srgbClr>
              </a:outerShdw>
            </a:effectLst>
          </p:spPr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latinLnBrk="0">
                <a:buFontTx/>
                <a:buNone/>
              </a:pPr>
              <a:endParaRPr lang="ko-KR" altLang="en-US"/>
            </a:p>
          </p:txBody>
        </p:sp>
      </p:grpSp>
      <p:sp>
        <p:nvSpPr>
          <p:cNvPr id="29" name="TextBox 28">
            <a:extLst>
              <a:ext uri="{FF2B5EF4-FFF2-40B4-BE49-F238E27FC236}">
                <a16:creationId xmlns:a16="http://schemas.microsoft.com/office/drawing/2014/main" id="{7CC0825D-A1AF-46EE-AAAA-8F4018055DA3}"/>
              </a:ext>
            </a:extLst>
          </p:cNvPr>
          <p:cNvSpPr txBox="1"/>
          <p:nvPr/>
        </p:nvSpPr>
        <p:spPr>
          <a:xfrm>
            <a:off x="684555" y="1342665"/>
            <a:ext cx="10324465" cy="3695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ko-KR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1-4 </a:t>
            </a:r>
            <a:r>
              <a:rPr lang="ko-KR" altLang="en-US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시스템 아키텍처</a:t>
            </a:r>
            <a:endParaRPr lang="en-US" altLang="ko-KR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33390B8B-7A13-4BC5-8DDD-883F76F49C70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14691" y="1847232"/>
            <a:ext cx="7625725" cy="5094336"/>
          </a:xfrm>
          <a:prstGeom prst="rect">
            <a:avLst/>
          </a:prstGeom>
        </p:spPr>
      </p:pic>
      <p:pic>
        <p:nvPicPr>
          <p:cNvPr id="34" name="Picture ">
            <a:extLst>
              <a:ext uri="{FF2B5EF4-FFF2-40B4-BE49-F238E27FC236}">
                <a16:creationId xmlns:a16="http://schemas.microsoft.com/office/drawing/2014/main" id="{1F5BE140-AC4D-4629-8746-8F0F92FCD901}"/>
              </a:ext>
            </a:extLst>
          </p:cNvPr>
          <p:cNvPicPr>
            <a:picLocks noChangeAspect="1"/>
          </p:cNvPicPr>
          <p:nvPr/>
        </p:nvPicPr>
        <p:blipFill rotWithShape="1">
          <a:blip r:embed="rId9" cstate="hqprint">
            <a:duotone>
              <a:srgbClr val="2E6CA5"/>
              <a:prstClr val="white"/>
            </a:duotone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0800000" flipV="1">
            <a:off x="0" y="1808480"/>
            <a:ext cx="12192635" cy="342900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59696040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9" name="그래픽 118">
            <a:extLst>
              <a:ext uri="{FF2B5EF4-FFF2-40B4-BE49-F238E27FC236}">
                <a16:creationId xmlns:a16="http://schemas.microsoft.com/office/drawing/2014/main" id="{3B28FD1B-8CAB-173B-64DC-E4F111CEEE0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02" name="그래픽 101">
            <a:extLst>
              <a:ext uri="{FF2B5EF4-FFF2-40B4-BE49-F238E27FC236}">
                <a16:creationId xmlns:a16="http://schemas.microsoft.com/office/drawing/2014/main" id="{2CE23C52-A318-2938-C4FB-99E2929F1DD9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t="4365" r="36132"/>
          <a:stretch/>
        </p:blipFill>
        <p:spPr>
          <a:xfrm rot="16200000" flipH="1">
            <a:off x="-70485" y="5744210"/>
            <a:ext cx="1184910" cy="1043305"/>
          </a:xfrm>
          <a:prstGeom prst="rect">
            <a:avLst/>
          </a:prstGeom>
        </p:spPr>
      </p:pic>
      <p:pic>
        <p:nvPicPr>
          <p:cNvPr id="100" name="그래픽 99"/>
          <p:cNvPicPr>
            <a:picLocks noChangeAspect="1"/>
          </p:cNvPicPr>
          <p:nvPr/>
        </p:nvPicPr>
        <p:blipFill rotWithShape="1"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6078" b="36588"/>
          <a:stretch>
            <a:fillRect/>
          </a:stretch>
        </p:blipFill>
        <p:spPr>
          <a:xfrm rot="16200000">
            <a:off x="8597265" y="2850515"/>
            <a:ext cx="4767580" cy="2422525"/>
          </a:xfrm>
          <a:prstGeom prst="rect">
            <a:avLst/>
          </a:prstGeom>
          <a:noFill/>
        </p:spPr>
      </p:pic>
      <p:sp>
        <p:nvSpPr>
          <p:cNvPr id="39" name="사각형: 둥근 한쪽 모서리 38">
            <a:extLst>
              <a:ext uri="{FF2B5EF4-FFF2-40B4-BE49-F238E27FC236}">
                <a16:creationId xmlns:a16="http://schemas.microsoft.com/office/drawing/2014/main" id="{5EADE06A-9DBC-11A8-5DF5-38CF63ECD050}"/>
              </a:ext>
            </a:extLst>
          </p:cNvPr>
          <p:cNvSpPr/>
          <p:nvPr/>
        </p:nvSpPr>
        <p:spPr>
          <a:xfrm flipH="1" flipV="1">
            <a:off x="173990" y="70485"/>
            <a:ext cx="12018010" cy="1221105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50000"/>
            </a:schemeClr>
          </a:solidFill>
          <a:ln w="10818" cap="flat">
            <a:noFill/>
            <a:prstDash val="solid"/>
            <a:miter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47EEA120-670B-DBF5-A1A9-F8E6683304B4}"/>
              </a:ext>
            </a:extLst>
          </p:cNvPr>
          <p:cNvGrpSpPr/>
          <p:nvPr/>
        </p:nvGrpSpPr>
        <p:grpSpPr>
          <a:xfrm>
            <a:off x="375920" y="333375"/>
            <a:ext cx="5948680" cy="831215"/>
            <a:chOff x="375920" y="333375"/>
            <a:chExt cx="5948680" cy="831215"/>
          </a:xfrm>
        </p:grpSpPr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B3B4124F-4D0D-30C0-E721-EE580D127CC8}"/>
                </a:ext>
              </a:extLst>
            </p:cNvPr>
            <p:cNvSpPr txBox="1"/>
            <p:nvPr/>
          </p:nvSpPr>
          <p:spPr>
            <a:xfrm>
              <a:off x="1461770" y="366395"/>
              <a:ext cx="2252345" cy="2768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2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>
                      <a:alpha val="50000"/>
                    </a:srgb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K-Digital Training</a:t>
              </a:r>
              <a:endParaRPr lang="ko-KR" altLang="en-US" sz="12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>
                    <a:alpha val="50000"/>
                  </a:srgb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6C8DE4B1-0C6D-133C-80D8-F6968CBF60AC}"/>
                </a:ext>
              </a:extLst>
            </p:cNvPr>
            <p:cNvSpPr txBox="1"/>
            <p:nvPr/>
          </p:nvSpPr>
          <p:spPr>
            <a:xfrm>
              <a:off x="1461770" y="584835"/>
              <a:ext cx="4862830" cy="52324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28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프로젝트 개요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E0E94AA3-A994-6AB2-870F-88DA16811E4D}"/>
                </a:ext>
              </a:extLst>
            </p:cNvPr>
            <p:cNvSpPr txBox="1"/>
            <p:nvPr/>
          </p:nvSpPr>
          <p:spPr>
            <a:xfrm>
              <a:off x="375920" y="333375"/>
              <a:ext cx="1266825" cy="831215"/>
            </a:xfrm>
            <a:prstGeom prst="rect">
              <a:avLst/>
            </a:prstGeom>
            <a:noFill/>
          </p:spPr>
          <p:txBody>
            <a:bodyPr wrap="square" tIns="0" bIns="0">
              <a:spAutoFit/>
            </a:bodyPr>
            <a:lstStyle/>
            <a:p>
              <a:pPr eaLnBrk="1" fontAlgn="auto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ko-KR" sz="54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01</a:t>
              </a:r>
              <a:endParaRPr lang="ko-KR" altLang="en-US" sz="4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</p:grpSp>
      <p:pic>
        <p:nvPicPr>
          <p:cNvPr id="35" name="그림 34"/>
          <p:cNvPicPr>
            <a:picLocks noChangeAspect="1"/>
          </p:cNvPicPr>
          <p:nvPr/>
        </p:nvPicPr>
        <p:blipFill rotWithShape="1">
          <a:blip r:embed="rId7" cstate="hqprint">
            <a:duotone>
              <a:srgbClr val="2E6CA5"/>
              <a:prstClr val="white"/>
            </a:duotone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0800000" flipV="1">
            <a:off x="0" y="1671955"/>
            <a:ext cx="12192635" cy="401955"/>
          </a:xfrm>
          <a:prstGeom prst="rect">
            <a:avLst/>
          </a:prstGeom>
          <a:noFill/>
        </p:spPr>
      </p:pic>
      <p:grpSp>
        <p:nvGrpSpPr>
          <p:cNvPr id="8" name="그룹 7">
            <a:extLst>
              <a:ext uri="{FF2B5EF4-FFF2-40B4-BE49-F238E27FC236}">
                <a16:creationId xmlns:a16="http://schemas.microsoft.com/office/drawing/2014/main" id="{985117FB-7436-83E8-CACF-9CC7B72D9274}"/>
              </a:ext>
            </a:extLst>
          </p:cNvPr>
          <p:cNvGrpSpPr/>
          <p:nvPr/>
        </p:nvGrpSpPr>
        <p:grpSpPr>
          <a:xfrm>
            <a:off x="541655" y="1273175"/>
            <a:ext cx="10526395" cy="369570"/>
            <a:chOff x="541655" y="1273175"/>
            <a:chExt cx="10526395" cy="369570"/>
          </a:xfrm>
        </p:grpSpPr>
        <p:sp>
          <p:nvSpPr>
            <p:cNvPr id="24" name="TextBox 23"/>
            <p:cNvSpPr txBox="1">
              <a:spLocks/>
            </p:cNvSpPr>
            <p:nvPr/>
          </p:nvSpPr>
          <p:spPr>
            <a:xfrm>
              <a:off x="743585" y="1273175"/>
              <a:ext cx="10325100" cy="37020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r>
                <a:rPr lang="en-US" altLang="ko-KR" sz="1800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charset="0"/>
                  <a:ea typeface="세방고딕 Bold" charset="0"/>
                </a:rPr>
                <a:t>1-5 </a:t>
              </a:r>
              <a:r>
                <a:rPr lang="ko-KR" altLang="en-US" sz="1800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charset="0"/>
                  <a:ea typeface="세방고딕 Bold" charset="0"/>
                </a:rPr>
                <a:t>수행 절차 및 방법</a:t>
              </a:r>
            </a:p>
          </p:txBody>
        </p:sp>
        <p:sp>
          <p:nvSpPr>
            <p:cNvPr id="45" name="그래픽 43"/>
            <p:cNvSpPr>
              <a:spLocks/>
            </p:cNvSpPr>
            <p:nvPr/>
          </p:nvSpPr>
          <p:spPr>
            <a:xfrm>
              <a:off x="541655" y="1382395"/>
              <a:ext cx="101600" cy="114300"/>
            </a:xfrm>
            <a:custGeom>
              <a:avLst/>
              <a:gdLst>
                <a:gd name="TX0" fmla="*/ 428021 w 450215"/>
                <a:gd name="TY0" fmla="*/ 214932 h 506846"/>
                <a:gd name="TX1" fmla="*/ 66705 w 450215"/>
                <a:gd name="TY1" fmla="*/ 6045 h 506846"/>
                <a:gd name="TX2" fmla="*/ 0 w 450215"/>
                <a:gd name="TY2" fmla="*/ 44511 h 506846"/>
                <a:gd name="TX3" fmla="*/ 0 w 450215"/>
                <a:gd name="TY3" fmla="*/ 462326 h 506846"/>
                <a:gd name="TX4" fmla="*/ 66705 w 450215"/>
                <a:gd name="TY4" fmla="*/ 500812 h 506846"/>
                <a:gd name="TX5" fmla="*/ 428021 w 450215"/>
                <a:gd name="TY5" fmla="*/ 291905 h 506846"/>
                <a:gd name="TX6" fmla="*/ 428021 w 450215"/>
                <a:gd name="TY6" fmla="*/ 214932 h 506846"/>
              </a:gdLst>
              <a:ahLst/>
              <a:cxnLst>
                <a:cxn ang="0">
                  <a:pos x="TX0" y="TY0"/>
                </a:cxn>
                <a:cxn ang="0">
                  <a:pos x="TX1" y="TY1"/>
                </a:cxn>
                <a:cxn ang="0">
                  <a:pos x="TX2" y="TY2"/>
                </a:cxn>
                <a:cxn ang="0">
                  <a:pos x="TX3" y="TY3"/>
                </a:cxn>
                <a:cxn ang="0">
                  <a:pos x="TX4" y="TY4"/>
                </a:cxn>
                <a:cxn ang="0">
                  <a:pos x="TX5" y="TY5"/>
                </a:cxn>
                <a:cxn ang="0">
                  <a:pos x="TX6" y="TY6"/>
                </a:cxn>
              </a:cxnLst>
              <a:rect l="l" t="t" r="r" b="b"/>
              <a:pathLst>
                <a:path w="450215" h="506846">
                  <a:moveTo>
                    <a:pt x="428021" y="214932"/>
                  </a:moveTo>
                  <a:lnTo>
                    <a:pt x="66705" y="6045"/>
                  </a:lnTo>
                  <a:cubicBezTo>
                    <a:pt x="37072" y="-11108"/>
                    <a:pt x="0" y="10287"/>
                    <a:pt x="0" y="44511"/>
                  </a:cubicBezTo>
                  <a:lnTo>
                    <a:pt x="0" y="462326"/>
                  </a:lnTo>
                  <a:cubicBezTo>
                    <a:pt x="0" y="496550"/>
                    <a:pt x="37072" y="517945"/>
                    <a:pt x="66705" y="500812"/>
                  </a:cubicBezTo>
                  <a:lnTo>
                    <a:pt x="428021" y="291905"/>
                  </a:lnTo>
                  <a:cubicBezTo>
                    <a:pt x="457613" y="274793"/>
                    <a:pt x="457613" y="232064"/>
                    <a:pt x="428021" y="214932"/>
                  </a:cubicBezTo>
                  <a:close/>
                </a:path>
              </a:pathLst>
            </a:custGeom>
            <a:solidFill>
              <a:srgbClr val="3378C8"/>
            </a:solidFill>
            <a:ln w="0">
              <a:noFill/>
              <a:prstDash/>
            </a:ln>
            <a:effectLst>
              <a:outerShdw blurRad="50800" dist="38100" dir="5400000" algn="t" rotWithShape="0">
                <a:srgbClr val="3378C8">
                  <a:alpha val="40000"/>
                </a:srgbClr>
              </a:outerShdw>
            </a:effectLst>
          </p:spPr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latinLnBrk="0">
                <a:buFontTx/>
                <a:buNone/>
              </a:pPr>
              <a:endParaRPr lang="ko-KR" altLang="en-US"/>
            </a:p>
          </p:txBody>
        </p:sp>
      </p:grpSp>
      <p:grpSp>
        <p:nvGrpSpPr>
          <p:cNvPr id="37" name="그룹 36">
            <a:extLst>
              <a:ext uri="{FF2B5EF4-FFF2-40B4-BE49-F238E27FC236}">
                <a16:creationId xmlns:a16="http://schemas.microsoft.com/office/drawing/2014/main" id="{77676DE3-7328-57E8-8B39-BD8F02E8E18B}"/>
              </a:ext>
            </a:extLst>
          </p:cNvPr>
          <p:cNvGrpSpPr/>
          <p:nvPr/>
        </p:nvGrpSpPr>
        <p:grpSpPr>
          <a:xfrm>
            <a:off x="10667365" y="6576695"/>
            <a:ext cx="1075690" cy="150495"/>
            <a:chOff x="10667365" y="6576695"/>
            <a:chExt cx="1075690" cy="150495"/>
          </a:xfrm>
        </p:grpSpPr>
        <p:pic>
          <p:nvPicPr>
            <p:cNvPr id="7" name="_x278651016">
              <a:extLst>
                <a:ext uri="{FF2B5EF4-FFF2-40B4-BE49-F238E27FC236}">
                  <a16:creationId xmlns:a16="http://schemas.microsoft.com/office/drawing/2014/main" id="{4DCE3619-3918-2F61-1012-6E0DDFBCE9A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269345" y="6576695"/>
              <a:ext cx="473710" cy="15049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6" name="그래픽 23">
              <a:extLst>
                <a:ext uri="{FF2B5EF4-FFF2-40B4-BE49-F238E27FC236}">
                  <a16:creationId xmlns:a16="http://schemas.microsoft.com/office/drawing/2014/main" id="{020FDD6C-3DBB-FB83-FA79-DA13219A18B9}"/>
                </a:ext>
              </a:extLst>
            </p:cNvPr>
            <p:cNvPicPr>
              <a:picLocks noChangeAspect="1"/>
            </p:cNvPicPr>
            <p:nvPr/>
          </p:nvPicPr>
          <p:blipFill>
            <a:blip r:embed="rId9" cstate="print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10667365" y="6576695"/>
              <a:ext cx="477520" cy="142240"/>
            </a:xfrm>
            <a:prstGeom prst="rect">
              <a:avLst/>
            </a:prstGeom>
          </p:spPr>
        </p:pic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D2C2358E-3B03-27B5-CA0C-4BF0B1CDFADB}"/>
              </a:ext>
            </a:extLst>
          </p:cNvPr>
          <p:cNvSpPr txBox="1"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FFD85C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87E27BB-6406-EC3A-3BF4-56C8615BDA14}"/>
              </a:ext>
            </a:extLst>
          </p:cNvPr>
          <p:cNvSpPr txBox="1"/>
          <p:nvPr/>
        </p:nvSpPr>
        <p:spPr>
          <a:xfrm>
            <a:off x="0" y="0"/>
            <a:ext cx="1336675" cy="114300"/>
          </a:xfrm>
          <a:prstGeom prst="rect">
            <a:avLst/>
          </a:prstGeom>
          <a:solidFill>
            <a:srgbClr val="3378C8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graphicFrame>
        <p:nvGraphicFramePr>
          <p:cNvPr id="41" name="표 40"/>
          <p:cNvGraphicFramePr>
            <a:graphicFrameLocks noGrp="1"/>
          </p:cNvGraphicFramePr>
          <p:nvPr/>
        </p:nvGraphicFramePr>
        <p:xfrm>
          <a:off x="294640" y="1758950"/>
          <a:ext cx="11218545" cy="4967605"/>
        </p:xfrm>
        <a:graphic>
          <a:graphicData uri="http://schemas.openxmlformats.org/drawingml/2006/table">
            <a:tbl>
              <a:tblPr firstRow="1" bandRow="1">
                <a:tableStyleId>{8EC20E35-A176-4012-BC5E-935CFFF8708E}</a:tableStyleId>
              </a:tblPr>
              <a:tblGrid>
                <a:gridCol w="149479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24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30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4663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93065">
                <a:tc>
                  <a:txBody>
                    <a:bodyPr/>
                    <a:lstStyle/>
                    <a:p>
                      <a:pPr marL="0" lvl="1" indent="0" algn="ctr" latinLnBrk="1">
                        <a:lnSpc>
                          <a:spcPct val="120000"/>
                        </a:lnSpc>
                        <a:buFontTx/>
                        <a:buNone/>
                      </a:pPr>
                      <a:r>
                        <a:rPr lang="ko-KR" altLang="en-US" sz="1600" b="1" i="0" kern="1200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구분</a:t>
                      </a:r>
                    </a:p>
                  </a:txBody>
                  <a:tcPr marL="89535" marR="89535" anchor="ctr">
                    <a:lnL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78C8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78C8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solidFill>
                      <a:srgbClr val="3378C8">
                        <a:alpha val="2983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latinLnBrk="1">
                        <a:lnSpc>
                          <a:spcPct val="120000"/>
                        </a:lnSpc>
                        <a:buFontTx/>
                        <a:buNone/>
                      </a:pPr>
                      <a:r>
                        <a:rPr lang="ko-KR" altLang="en-US" sz="1600" b="1" i="0" kern="1200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기간</a:t>
                      </a:r>
                    </a:p>
                  </a:txBody>
                  <a:tcPr marL="89535" marR="89535" anchor="ctr">
                    <a:lnL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78C8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78C8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solidFill>
                      <a:srgbClr val="3378C8">
                        <a:alpha val="20017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latinLnBrk="1">
                        <a:lnSpc>
                          <a:spcPct val="120000"/>
                        </a:lnSpc>
                        <a:buFontTx/>
                        <a:buNone/>
                      </a:pPr>
                      <a:r>
                        <a:rPr lang="ko-KR" altLang="en-US" sz="1600" b="1" i="0" kern="1200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활동</a:t>
                      </a:r>
                    </a:p>
                  </a:txBody>
                  <a:tcPr marL="89535" marR="89535" anchor="ctr">
                    <a:lnL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78C8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78C8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solidFill>
                      <a:srgbClr val="3378C8">
                        <a:alpha val="9812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FontTx/>
                        <a:buNone/>
                      </a:pPr>
                      <a:r>
                        <a:rPr lang="ko-KR" altLang="en-US" sz="1600" b="1" i="0" kern="1200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비고</a:t>
                      </a:r>
                    </a:p>
                  </a:txBody>
                  <a:tcPr marL="89535" marR="89535" anchor="ctr">
                    <a:lnL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78C8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78C8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solidFill>
                      <a:srgbClr val="3378C8">
                        <a:alpha val="471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40715">
                <a:tc>
                  <a:txBody>
                    <a:bodyPr/>
                    <a:lstStyle/>
                    <a:p>
                      <a:pPr marL="0" lvl="1" indent="0" algn="ctr" latinLnBrk="1">
                        <a:lnSpc>
                          <a:spcPct val="120000"/>
                        </a:lnSpc>
                        <a:spcBef>
                          <a:spcPct val="600"/>
                        </a:spcBef>
                        <a:buFontTx/>
                        <a:buNone/>
                      </a:pPr>
                      <a:r>
                        <a:rPr kumimoji="0" lang="ko-KR" altLang="en-US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사전 기획</a:t>
                      </a:r>
                    </a:p>
                  </a:txBody>
                  <a:tcPr marL="84455" marR="84455" marT="41910" marB="41910" anchor="ctr">
                    <a:lnL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78C8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pattFill prst="dkUpDiag">
                      <a:fgClr>
                        <a:srgbClr val="EAF1F9"/>
                      </a:fgClr>
                      <a:bgClr>
                        <a:schemeClr val="bg1"/>
                      </a:bgClr>
                    </a:pattFill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fontAlgn="auto" latinLnBrk="1" hangingPunct="1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FontTx/>
                        <a:buNone/>
                      </a:pPr>
                      <a:r>
                        <a:rPr kumimoji="0" lang="en-US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11/24(</a:t>
                      </a:r>
                      <a:r>
                        <a:rPr kumimoji="0" lang="ko-KR" altLang="en-US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월</a:t>
                      </a:r>
                      <a:r>
                        <a:rPr kumimoji="0" lang="en-US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) ~ 11/2</a:t>
                      </a:r>
                      <a:r>
                        <a:rPr kumimoji="0" lang="ko-KR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5</a:t>
                      </a:r>
                      <a:r>
                        <a:rPr kumimoji="0" lang="en-US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(</a:t>
                      </a:r>
                      <a:r>
                        <a:rPr kumimoji="0" lang="ko-KR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화</a:t>
                      </a:r>
                      <a:r>
                        <a:rPr kumimoji="0" lang="en-US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)</a:t>
                      </a:r>
                      <a:endParaRPr kumimoji="0" lang="ko-KR" altLang="en-US" sz="1400" b="0" i="0" strike="noStrike" kern="1200" cap="none">
                        <a:ln w="9525" cap="flat" cmpd="sng" algn="ctr">
                          <a:solidFill>
                            <a:schemeClr val="bg1">
                              <a:alpha val="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latin typeface="세방고딕 Regular" charset="0"/>
                        <a:ea typeface="세방고딕 Regular" charset="0"/>
                        <a:cs typeface="+mn-cs"/>
                      </a:endParaRPr>
                    </a:p>
                  </a:txBody>
                  <a:tcPr marL="33020" marR="3810" marT="3810" marB="0" anchor="ctr">
                    <a:lnL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78C8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solidFill>
                      <a:srgbClr val="EAF1F9">
                        <a:alpha val="24727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FontTx/>
                        <a:buNone/>
                      </a:pPr>
                      <a:endParaRPr kumimoji="0" lang="ko-KR" altLang="en-US" sz="1400" b="0" i="0" strike="noStrike" kern="1200" cap="none">
                        <a:ln w="9525" cap="flat" cmpd="sng" algn="ctr">
                          <a:solidFill>
                            <a:schemeClr val="bg1">
                              <a:alpha val="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latin typeface="세방고딕 Regular" charset="0"/>
                        <a:ea typeface="세방고딕 Regular" charset="0"/>
                        <a:cs typeface="+mn-cs"/>
                      </a:endParaRPr>
                    </a:p>
                  </a:txBody>
                  <a:tcPr marL="89535" marR="89535" anchor="ctr">
                    <a:lnL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78C8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>
                          <a:alpha val="100000"/>
                        </a:srgbClr>
                      </a:solidFill>
                      <a:prstDash val="lgDash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FontTx/>
                        <a:buNone/>
                      </a:pPr>
                      <a:r>
                        <a:rPr kumimoji="0" lang="ko-KR" altLang="en-US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아이디어 선정</a:t>
                      </a:r>
                    </a:p>
                  </a:txBody>
                  <a:tcPr marL="89535" marR="89535" anchor="ctr">
                    <a:lnL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78C8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solidFill>
                      <a:schemeClr val="bg1">
                        <a:alpha val="60052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40715">
                <a:tc>
                  <a:txBody>
                    <a:bodyPr/>
                    <a:lstStyle/>
                    <a:p>
                      <a:pPr marL="0" lvl="1" indent="0" algn="ctr" latinLnBrk="1">
                        <a:lnSpc>
                          <a:spcPct val="120000"/>
                        </a:lnSpc>
                        <a:spcBef>
                          <a:spcPct val="600"/>
                        </a:spcBef>
                        <a:buFontTx/>
                        <a:buNone/>
                      </a:pPr>
                      <a:r>
                        <a:rPr kumimoji="0" lang="ko-KR" altLang="en-US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화면 구현</a:t>
                      </a:r>
                    </a:p>
                  </a:txBody>
                  <a:tcPr marL="84455" marR="84455" marT="41910" marB="41910" anchor="ctr">
                    <a:lnL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pattFill prst="dkUpDiag">
                      <a:fgClr>
                        <a:srgbClr val="EAF1F9"/>
                      </a:fgClr>
                      <a:bgClr>
                        <a:schemeClr val="bg1"/>
                      </a:bgClr>
                    </a:pattFill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fontAlgn="auto" latinLnBrk="1" hangingPunct="1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FontTx/>
                        <a:buNone/>
                      </a:pPr>
                      <a:r>
                        <a:rPr kumimoji="0" lang="en-US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11/2</a:t>
                      </a:r>
                      <a:r>
                        <a:rPr kumimoji="0" lang="ko-KR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5</a:t>
                      </a:r>
                      <a:r>
                        <a:rPr kumimoji="0" lang="en-US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(</a:t>
                      </a:r>
                      <a:r>
                        <a:rPr kumimoji="0" lang="ko-KR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화</a:t>
                      </a:r>
                      <a:r>
                        <a:rPr kumimoji="0" lang="en-US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) ~ 11/2</a:t>
                      </a:r>
                      <a:r>
                        <a:rPr kumimoji="0" lang="ko-KR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7</a:t>
                      </a:r>
                      <a:r>
                        <a:rPr kumimoji="0" lang="en-US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(</a:t>
                      </a:r>
                      <a:r>
                        <a:rPr kumimoji="0" lang="ko-KR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목</a:t>
                      </a:r>
                      <a:r>
                        <a:rPr kumimoji="0" lang="en-US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)</a:t>
                      </a:r>
                      <a:endParaRPr kumimoji="0" lang="ko-KR" altLang="en-US" sz="1400" b="0" i="0" strike="noStrike" kern="1200" cap="none">
                        <a:ln w="9525" cap="flat" cmpd="sng" algn="ctr">
                          <a:solidFill>
                            <a:schemeClr val="bg1">
                              <a:alpha val="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latin typeface="세방고딕 Regular" charset="0"/>
                        <a:ea typeface="세방고딕 Regular" charset="0"/>
                        <a:cs typeface="+mn-cs"/>
                      </a:endParaRPr>
                    </a:p>
                  </a:txBody>
                  <a:tcPr marL="33020" marR="3810" marT="3810" marB="0" anchor="ctr">
                    <a:lnL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solidFill>
                      <a:srgbClr val="EAF1F9">
                        <a:alpha val="24727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FontTx/>
                        <a:buNone/>
                      </a:pPr>
                      <a:endParaRPr kumimoji="0" lang="ko-KR" altLang="en-US" sz="1400" b="0" i="0" strike="noStrike" kern="1200" cap="none">
                        <a:ln w="9525" cap="flat" cmpd="sng" algn="ctr">
                          <a:solidFill>
                            <a:schemeClr val="bg1">
                              <a:alpha val="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latin typeface="세방고딕 Regular" charset="0"/>
                        <a:ea typeface="세방고딕 Regular" charset="0"/>
                        <a:cs typeface="+mn-cs"/>
                      </a:endParaRPr>
                    </a:p>
                  </a:txBody>
                  <a:tcPr marL="89535" marR="89535" anchor="ctr">
                    <a:lnL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>
                          <a:alpha val="100000"/>
                        </a:srgbClr>
                      </a:solidFill>
                      <a:prstDash val="lg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>
                          <a:alpha val="100000"/>
                        </a:srgbClr>
                      </a:solidFill>
                      <a:prstDash val="lgDash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fontAlgn="ctr" latinLnBrk="1" hangingPunct="1">
                        <a:lnSpc>
                          <a:spcPct val="120000"/>
                        </a:lnSpc>
                        <a:spcBef>
                          <a:spcPct val="600"/>
                        </a:spcBef>
                        <a:spcAft>
                          <a:spcPct val="0"/>
                        </a:spcAft>
                        <a:buFontTx/>
                        <a:buNone/>
                      </a:pPr>
                      <a:endParaRPr kumimoji="0" lang="ko-KR" altLang="en-US" sz="1400" b="0" i="0" strike="noStrike" kern="1200" cap="none">
                        <a:ln w="9525" cap="flat" cmpd="sng" algn="ctr">
                          <a:solidFill>
                            <a:schemeClr val="bg1">
                              <a:alpha val="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latin typeface="세방고딕 Regular" charset="0"/>
                        <a:ea typeface="세방고딕 Regular" charset="0"/>
                        <a:cs typeface="+mn-cs"/>
                      </a:endParaRPr>
                    </a:p>
                  </a:txBody>
                  <a:tcPr marL="33020" marR="3810" marT="3810" marB="0" anchor="ctr">
                    <a:lnL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solidFill>
                      <a:schemeClr val="bg1">
                        <a:alpha val="60052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40715">
                <a:tc>
                  <a:txBody>
                    <a:bodyPr/>
                    <a:lstStyle/>
                    <a:p>
                      <a:pPr marL="0" lvl="1" indent="0" algn="ctr" latinLnBrk="1">
                        <a:lnSpc>
                          <a:spcPct val="120000"/>
                        </a:lnSpc>
                        <a:spcBef>
                          <a:spcPct val="600"/>
                        </a:spcBef>
                        <a:buFontTx/>
                        <a:buNone/>
                      </a:pPr>
                      <a:r>
                        <a:rPr kumimoji="0" lang="ko-KR" altLang="en-US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데이터 수집</a:t>
                      </a:r>
                    </a:p>
                  </a:txBody>
                  <a:tcPr marL="84455" marR="84455" marT="41910" marB="41910" anchor="ctr">
                    <a:lnL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pattFill prst="dkUpDiag">
                      <a:fgClr>
                        <a:srgbClr val="EAF1F9"/>
                      </a:fgClr>
                      <a:bgClr>
                        <a:schemeClr val="bg1"/>
                      </a:bgClr>
                    </a:pattFill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fontAlgn="auto" latinLnBrk="1" hangingPunct="1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FontTx/>
                        <a:buNone/>
                      </a:pPr>
                      <a:r>
                        <a:rPr kumimoji="0" lang="en-US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11/26(</a:t>
                      </a:r>
                      <a:r>
                        <a:rPr kumimoji="0" lang="ko-KR" altLang="en-US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수</a:t>
                      </a:r>
                      <a:r>
                        <a:rPr kumimoji="0" lang="en-US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) ~ 11/2</a:t>
                      </a:r>
                      <a:r>
                        <a:rPr kumimoji="0" lang="ko-KR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8</a:t>
                      </a:r>
                      <a:r>
                        <a:rPr kumimoji="0" lang="en-US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(</a:t>
                      </a:r>
                      <a:r>
                        <a:rPr kumimoji="0" lang="ko-KR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금</a:t>
                      </a:r>
                      <a:r>
                        <a:rPr kumimoji="0" lang="en-US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)</a:t>
                      </a:r>
                      <a:endParaRPr kumimoji="0" lang="ko-KR" altLang="en-US" sz="1400" b="0" i="0" strike="noStrike" kern="1200" cap="none">
                        <a:ln w="9525" cap="flat" cmpd="sng" algn="ctr">
                          <a:solidFill>
                            <a:schemeClr val="bg1">
                              <a:alpha val="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latin typeface="세방고딕 Regular" charset="0"/>
                        <a:ea typeface="세방고딕 Regular" charset="0"/>
                        <a:cs typeface="+mn-cs"/>
                      </a:endParaRPr>
                    </a:p>
                  </a:txBody>
                  <a:tcPr marL="33020" marR="3810" marT="3810" marB="0" anchor="ctr">
                    <a:lnL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solidFill>
                      <a:srgbClr val="EAF1F9">
                        <a:alpha val="24727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FontTx/>
                        <a:buNone/>
                      </a:pPr>
                      <a:endParaRPr kumimoji="0" lang="ko-KR" altLang="en-US" sz="1400" b="0" i="0" strike="noStrike" kern="1200" cap="none">
                        <a:ln w="9525" cap="flat" cmpd="sng" algn="ctr">
                          <a:solidFill>
                            <a:schemeClr val="bg1">
                              <a:alpha val="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latin typeface="세방고딕 Regular" charset="0"/>
                        <a:ea typeface="세방고딕 Regular" charset="0"/>
                        <a:cs typeface="+mn-cs"/>
                      </a:endParaRPr>
                    </a:p>
                  </a:txBody>
                  <a:tcPr marL="89535" marR="89535" anchor="ctr">
                    <a:lnL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>
                          <a:alpha val="100000"/>
                        </a:srgbClr>
                      </a:solidFill>
                      <a:prstDash val="lg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>
                          <a:alpha val="100000"/>
                        </a:srgbClr>
                      </a:solidFill>
                      <a:prstDash val="lgDash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fontAlgn="ctr" latinLnBrk="1" hangingPunct="1">
                        <a:lnSpc>
                          <a:spcPct val="120000"/>
                        </a:lnSpc>
                        <a:spcBef>
                          <a:spcPct val="600"/>
                        </a:spcBef>
                        <a:spcAft>
                          <a:spcPct val="0"/>
                        </a:spcAft>
                        <a:buFontTx/>
                        <a:buNone/>
                      </a:pPr>
                      <a:endParaRPr kumimoji="0" lang="ko-KR" altLang="en-US" sz="1400" b="0" i="0" strike="noStrike" kern="1200" cap="none">
                        <a:ln w="9525" cap="flat" cmpd="sng" algn="ctr">
                          <a:solidFill>
                            <a:schemeClr val="bg1">
                              <a:alpha val="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latin typeface="세방고딕 Regular" charset="0"/>
                        <a:ea typeface="세방고딕 Regular" charset="0"/>
                        <a:cs typeface="+mn-cs"/>
                      </a:endParaRPr>
                    </a:p>
                  </a:txBody>
                  <a:tcPr marL="33020" marR="3810" marT="3810" marB="0" anchor="ctr">
                    <a:lnL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solidFill>
                      <a:schemeClr val="bg1">
                        <a:alpha val="60052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40715">
                <a:tc>
                  <a:txBody>
                    <a:bodyPr/>
                    <a:lstStyle/>
                    <a:p>
                      <a:pPr marL="0" lvl="1" indent="0" algn="ctr" latinLnBrk="1">
                        <a:lnSpc>
                          <a:spcPct val="120000"/>
                        </a:lnSpc>
                        <a:spcBef>
                          <a:spcPct val="600"/>
                        </a:spcBef>
                        <a:buFontTx/>
                        <a:buNone/>
                      </a:pPr>
                      <a:r>
                        <a:rPr kumimoji="0" lang="ko-KR" altLang="en-US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데이터 전처리</a:t>
                      </a:r>
                    </a:p>
                  </a:txBody>
                  <a:tcPr marL="84455" marR="84455" marT="41910" marB="41910" anchor="ctr">
                    <a:lnL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pattFill prst="dkUpDiag">
                      <a:fgClr>
                        <a:srgbClr val="EAF1F9"/>
                      </a:fgClr>
                      <a:bgClr>
                        <a:schemeClr val="bg1"/>
                      </a:bgClr>
                    </a:pattFill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fontAlgn="auto" latinLnBrk="1" hangingPunct="1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FontTx/>
                        <a:buNone/>
                      </a:pPr>
                      <a:r>
                        <a:rPr kumimoji="0" lang="en-US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11/28(</a:t>
                      </a:r>
                      <a:r>
                        <a:rPr kumimoji="0" lang="ko-KR" altLang="en-US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금</a:t>
                      </a:r>
                      <a:r>
                        <a:rPr kumimoji="0" lang="en-US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) ~ 12/3(</a:t>
                      </a:r>
                      <a:r>
                        <a:rPr kumimoji="0" lang="ko-KR" altLang="en-US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수</a:t>
                      </a:r>
                      <a:r>
                        <a:rPr kumimoji="0" lang="en-US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)</a:t>
                      </a:r>
                      <a:endParaRPr kumimoji="0" lang="ko-KR" altLang="en-US" sz="1400" b="0" i="0" strike="noStrike" kern="1200" cap="none">
                        <a:ln w="9525" cap="flat" cmpd="sng" algn="ctr">
                          <a:solidFill>
                            <a:schemeClr val="bg1">
                              <a:alpha val="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latin typeface="세방고딕 Regular" charset="0"/>
                        <a:ea typeface="세방고딕 Regular" charset="0"/>
                        <a:cs typeface="+mn-cs"/>
                      </a:endParaRPr>
                    </a:p>
                  </a:txBody>
                  <a:tcPr marL="33020" marR="3810" marT="3810" marB="0" anchor="ctr">
                    <a:lnL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solidFill>
                      <a:srgbClr val="EAF1F9">
                        <a:alpha val="24727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FontTx/>
                        <a:buNone/>
                      </a:pPr>
                      <a:endParaRPr kumimoji="0" lang="ko-KR" altLang="en-US" sz="1400" b="0" i="0" strike="noStrike" kern="1200" cap="none">
                        <a:ln w="9525" cap="flat" cmpd="sng" algn="ctr">
                          <a:solidFill>
                            <a:schemeClr val="bg1">
                              <a:alpha val="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latin typeface="세방고딕 Regular" charset="0"/>
                        <a:ea typeface="세방고딕 Regular" charset="0"/>
                        <a:cs typeface="+mn-cs"/>
                      </a:endParaRPr>
                    </a:p>
                  </a:txBody>
                  <a:tcPr marL="89535" marR="89535" anchor="ctr">
                    <a:lnL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>
                          <a:alpha val="100000"/>
                        </a:srgbClr>
                      </a:solidFill>
                      <a:prstDash val="lg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>
                          <a:alpha val="100000"/>
                        </a:srgbClr>
                      </a:solidFill>
                      <a:prstDash val="lgDash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fontAlgn="ctr" latinLnBrk="1" hangingPunct="1">
                        <a:lnSpc>
                          <a:spcPct val="120000"/>
                        </a:lnSpc>
                        <a:spcBef>
                          <a:spcPct val="600"/>
                        </a:spcBef>
                        <a:spcAft>
                          <a:spcPct val="0"/>
                        </a:spcAft>
                        <a:buFontTx/>
                        <a:buNone/>
                      </a:pPr>
                      <a:r>
                        <a:rPr kumimoji="0" lang="ko-KR" altLang="en-US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업체 자문</a:t>
                      </a:r>
                    </a:p>
                  </a:txBody>
                  <a:tcPr marL="33020" marR="3810" marT="3810" marB="0" anchor="ctr">
                    <a:lnL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solidFill>
                      <a:schemeClr val="bg1">
                        <a:alpha val="60052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40715">
                <a:tc>
                  <a:txBody>
                    <a:bodyPr/>
                    <a:lstStyle/>
                    <a:p>
                      <a:pPr marL="0" lvl="1" indent="0" algn="ctr" defTabSz="914400" rtl="0" eaLnBrk="1" fontAlgn="auto" latinLnBrk="1" hangingPunct="1">
                        <a:lnSpc>
                          <a:spcPct val="120000"/>
                        </a:lnSpc>
                        <a:spcBef>
                          <a:spcPct val="600"/>
                        </a:spcBef>
                        <a:spcAft>
                          <a:spcPct val="0"/>
                        </a:spcAft>
                        <a:buFontTx/>
                        <a:buNone/>
                      </a:pPr>
                      <a:r>
                        <a:rPr kumimoji="0" lang="ko-KR" altLang="en-US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모델링 및 서비스 구축</a:t>
                      </a:r>
                    </a:p>
                  </a:txBody>
                  <a:tcPr marL="84455" marR="84455" marT="41910" marB="41910" anchor="ctr">
                    <a:lnL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pattFill prst="dkUpDiag">
                      <a:fgClr>
                        <a:srgbClr val="EAF1F9"/>
                      </a:fgClr>
                      <a:bgClr>
                        <a:schemeClr val="bg1"/>
                      </a:bgClr>
                    </a:pattFill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fontAlgn="auto" latinLnBrk="1" hangingPunct="1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FontTx/>
                        <a:buNone/>
                      </a:pPr>
                      <a:r>
                        <a:rPr kumimoji="0" lang="en-US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12/4(</a:t>
                      </a:r>
                      <a:r>
                        <a:rPr kumimoji="0" lang="ko-KR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목</a:t>
                      </a:r>
                      <a:r>
                        <a:rPr kumimoji="0" lang="en-US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) ~ 12/1</a:t>
                      </a:r>
                      <a:r>
                        <a:rPr kumimoji="0" lang="ko-KR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2</a:t>
                      </a:r>
                      <a:r>
                        <a:rPr kumimoji="0" lang="en-US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(</a:t>
                      </a:r>
                      <a:r>
                        <a:rPr kumimoji="0" lang="ko-KR" altLang="en-US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금</a:t>
                      </a:r>
                      <a:r>
                        <a:rPr kumimoji="0" lang="en-US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)</a:t>
                      </a:r>
                      <a:endParaRPr kumimoji="0" lang="ko-KR" altLang="en-US" sz="1400" b="0" i="0" strike="noStrike" kern="1200" cap="none">
                        <a:ln w="9525" cap="flat" cmpd="sng" algn="ctr">
                          <a:solidFill>
                            <a:schemeClr val="bg1">
                              <a:alpha val="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latin typeface="세방고딕 Regular" charset="0"/>
                        <a:ea typeface="세방고딕 Regular" charset="0"/>
                        <a:cs typeface="+mn-cs"/>
                      </a:endParaRPr>
                    </a:p>
                  </a:txBody>
                  <a:tcPr marL="33020" marR="3810" marT="3810" marB="0" anchor="ctr">
                    <a:lnL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solidFill>
                      <a:srgbClr val="EAF1F9">
                        <a:alpha val="24727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FontTx/>
                        <a:buNone/>
                      </a:pPr>
                      <a:endParaRPr kumimoji="0" lang="ko-KR" altLang="en-US" sz="1400" b="0" i="0" strike="noStrike" kern="1200" cap="none">
                        <a:ln w="9525" cap="flat" cmpd="sng" algn="ctr">
                          <a:solidFill>
                            <a:schemeClr val="bg1">
                              <a:alpha val="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latin typeface="세방고딕 Regular" charset="0"/>
                        <a:ea typeface="세방고딕 Regular" charset="0"/>
                      </a:endParaRPr>
                    </a:p>
                  </a:txBody>
                  <a:tcPr marL="89535" marR="89535" anchor="ctr">
                    <a:lnL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>
                          <a:alpha val="100000"/>
                        </a:srgbClr>
                      </a:solidFill>
                      <a:prstDash val="lg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>
                          <a:alpha val="100000"/>
                        </a:srgbClr>
                      </a:solidFill>
                      <a:prstDash val="lgDash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lvl="1" indent="0" algn="ctr" fontAlgn="ctr" latinLnBrk="0">
                        <a:lnSpc>
                          <a:spcPct val="120000"/>
                        </a:lnSpc>
                        <a:spcBef>
                          <a:spcPct val="600"/>
                        </a:spcBef>
                        <a:buFontTx/>
                        <a:buNone/>
                      </a:pPr>
                      <a:r>
                        <a:rPr kumimoji="0" lang="ko-KR" altLang="en-US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팀별 중간보고 실시</a:t>
                      </a:r>
                    </a:p>
                  </a:txBody>
                  <a:tcPr marL="33020" marR="3810" marT="3810" marB="0" anchor="ctr">
                    <a:lnL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solidFill>
                      <a:schemeClr val="bg1">
                        <a:alpha val="60052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40715">
                <a:tc>
                  <a:txBody>
                    <a:bodyPr/>
                    <a:lstStyle/>
                    <a:p>
                      <a:pPr marL="0" lvl="1" indent="0" algn="ctr" defTabSz="914400" rtl="0" eaLnBrk="1" fontAlgn="auto" latinLnBrk="1" hangingPunct="1">
                        <a:lnSpc>
                          <a:spcPct val="120000"/>
                        </a:lnSpc>
                        <a:spcBef>
                          <a:spcPct val="600"/>
                        </a:spcBef>
                        <a:spcAft>
                          <a:spcPct val="0"/>
                        </a:spcAft>
                        <a:buFontTx/>
                        <a:buNone/>
                      </a:pPr>
                      <a:r>
                        <a:rPr kumimoji="0" lang="ko-KR" altLang="en-US" sz="1400" b="0" i="0" strike="noStrike" kern="1200" cap="none" dirty="0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마무리</a:t>
                      </a:r>
                    </a:p>
                  </a:txBody>
                  <a:tcPr marL="84455" marR="84455" marT="41910" marB="41910" anchor="ctr">
                    <a:lnL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pattFill prst="dkUpDiag">
                      <a:fgClr>
                        <a:srgbClr val="EAF1F9"/>
                      </a:fgClr>
                      <a:bgClr>
                        <a:schemeClr val="bg1"/>
                      </a:bgClr>
                    </a:pattFill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fontAlgn="auto" latinLnBrk="1" hangingPunct="1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FontTx/>
                        <a:buNone/>
                      </a:pPr>
                      <a:r>
                        <a:rPr kumimoji="0" lang="en-US" altLang="ko-KR" sz="1400" b="0" i="0" strike="noStrike" kern="1200" cap="none" dirty="0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12/</a:t>
                      </a:r>
                      <a:r>
                        <a:rPr kumimoji="0" lang="ko-KR" altLang="ko-KR" sz="1400" b="0" i="0" strike="noStrike" kern="1200" cap="none" dirty="0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15</a:t>
                      </a:r>
                      <a:r>
                        <a:rPr kumimoji="0" lang="en-US" altLang="ko-KR" sz="1400" b="0" i="0" strike="noStrike" kern="1200" cap="none" dirty="0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(</a:t>
                      </a:r>
                      <a:r>
                        <a:rPr kumimoji="0" lang="ko-KR" altLang="en-US" sz="1400" b="0" i="0" strike="noStrike" kern="1200" cap="none" dirty="0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월</a:t>
                      </a:r>
                      <a:r>
                        <a:rPr kumimoji="0" lang="en-US" altLang="ko-KR" sz="1400" b="0" i="0" strike="noStrike" kern="1200" cap="none" dirty="0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) ~ </a:t>
                      </a:r>
                      <a:r>
                        <a:rPr kumimoji="0" lang="ko-KR" altLang="ko-KR" sz="1400" b="0" i="0" strike="noStrike" kern="1200" cap="none" dirty="0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12</a:t>
                      </a:r>
                      <a:r>
                        <a:rPr kumimoji="0" lang="en-US" altLang="ko-KR" sz="1400" b="0" i="0" strike="noStrike" kern="1200" cap="none" dirty="0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/</a:t>
                      </a:r>
                      <a:r>
                        <a:rPr kumimoji="0" lang="ko-KR" altLang="ko-KR" sz="1400" b="0" i="0" strike="noStrike" kern="1200" cap="none" dirty="0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19</a:t>
                      </a:r>
                      <a:r>
                        <a:rPr kumimoji="0" lang="en-US" altLang="ko-KR" sz="1400" b="0" i="0" strike="noStrike" kern="1200" cap="none" dirty="0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(</a:t>
                      </a:r>
                      <a:r>
                        <a:rPr kumimoji="0" lang="ko-KR" altLang="en-US" sz="1400" b="0" i="0" strike="noStrike" kern="1200" cap="none" dirty="0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금</a:t>
                      </a:r>
                      <a:r>
                        <a:rPr kumimoji="0" lang="en-US" altLang="ko-KR" sz="1400" b="0" i="0" strike="noStrike" kern="1200" cap="none" dirty="0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)</a:t>
                      </a:r>
                      <a:endParaRPr kumimoji="0" lang="ko-KR" altLang="en-US" sz="1400" b="0" i="0" strike="noStrike" kern="1200" cap="none" dirty="0">
                        <a:ln w="9525" cap="flat" cmpd="sng" algn="ctr">
                          <a:solidFill>
                            <a:schemeClr val="bg1">
                              <a:alpha val="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latin typeface="세방고딕 Regular" charset="0"/>
                        <a:ea typeface="세방고딕 Regular" charset="0"/>
                        <a:cs typeface="+mn-cs"/>
                      </a:endParaRPr>
                    </a:p>
                  </a:txBody>
                  <a:tcPr marL="33020" marR="3810" marT="3810" marB="0" anchor="ctr">
                    <a:lnL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solidFill>
                      <a:srgbClr val="EAF1F9">
                        <a:alpha val="24727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FontTx/>
                        <a:buNone/>
                      </a:pPr>
                      <a:endParaRPr kumimoji="0" lang="ko-KR" altLang="en-US" sz="1400" b="0" i="0" strike="noStrike" kern="1200" cap="none">
                        <a:ln w="9525" cap="flat" cmpd="sng" algn="ctr">
                          <a:solidFill>
                            <a:schemeClr val="bg1">
                              <a:alpha val="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latin typeface="세방고딕 Regular" charset="0"/>
                        <a:ea typeface="세방고딕 Regular" charset="0"/>
                        <a:cs typeface="+mn-cs"/>
                      </a:endParaRPr>
                    </a:p>
                  </a:txBody>
                  <a:tcPr marL="89535" marR="89535" anchor="ctr">
                    <a:lnL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>
                          <a:alpha val="100000"/>
                        </a:srgbClr>
                      </a:solidFill>
                      <a:prstDash val="lg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>
                          <a:alpha val="100000"/>
                        </a:srgbClr>
                      </a:solidFill>
                      <a:prstDash val="lgDash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lvl="1" indent="0" algn="ctr" fontAlgn="ctr" latinLnBrk="0">
                        <a:lnSpc>
                          <a:spcPct val="120000"/>
                        </a:lnSpc>
                        <a:spcBef>
                          <a:spcPct val="600"/>
                        </a:spcBef>
                        <a:buFontTx/>
                        <a:buNone/>
                      </a:pPr>
                      <a:r>
                        <a:rPr kumimoji="0" lang="ko-KR" altLang="en-US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최적화</a:t>
                      </a:r>
                      <a:r>
                        <a:rPr kumimoji="0" lang="en-US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, </a:t>
                      </a:r>
                      <a:r>
                        <a:rPr kumimoji="0" lang="ko-KR" altLang="en-US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오류 수정</a:t>
                      </a:r>
                    </a:p>
                  </a:txBody>
                  <a:tcPr marL="33020" marR="3810" marT="3810" marB="0" anchor="ctr">
                    <a:lnL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solidFill>
                      <a:schemeClr val="bg1">
                        <a:alpha val="60052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730250">
                <a:tc>
                  <a:txBody>
                    <a:bodyPr/>
                    <a:lstStyle/>
                    <a:p>
                      <a:pPr marL="0" lvl="1" indent="0" algn="ctr" defTabSz="914400" rtl="0" eaLnBrk="1" fontAlgn="auto" latinLnBrk="1" hangingPunct="1">
                        <a:lnSpc>
                          <a:spcPct val="120000"/>
                        </a:lnSpc>
                        <a:spcBef>
                          <a:spcPct val="600"/>
                        </a:spcBef>
                        <a:spcAft>
                          <a:spcPct val="0"/>
                        </a:spcAft>
                        <a:buFontTx/>
                        <a:buNone/>
                      </a:pPr>
                      <a:r>
                        <a:rPr kumimoji="0" lang="ko-KR" altLang="en-US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총 개발기간</a:t>
                      </a:r>
                    </a:p>
                  </a:txBody>
                  <a:tcPr marL="84455" marR="84455" marT="41910" marB="41910" anchor="ctr">
                    <a:lnL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pattFill prst="dkUpDiag">
                      <a:fgClr>
                        <a:srgbClr val="EAF1F9"/>
                      </a:fgClr>
                      <a:bgClr>
                        <a:schemeClr val="bg1"/>
                      </a:bgClr>
                    </a:pattFill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fontAlgn="auto" latinLnBrk="1" hangingPunct="1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FontTx/>
                        <a:buNone/>
                      </a:pPr>
                      <a:r>
                        <a:rPr kumimoji="0" lang="en-US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11/24(</a:t>
                      </a:r>
                      <a:r>
                        <a:rPr kumimoji="0" lang="ko-KR" altLang="en-US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월</a:t>
                      </a:r>
                      <a:r>
                        <a:rPr kumimoji="0" lang="en-US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) ~ 12/19(</a:t>
                      </a:r>
                      <a:r>
                        <a:rPr kumimoji="0" lang="ko-KR" altLang="en-US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금</a:t>
                      </a:r>
                      <a:r>
                        <a:rPr kumimoji="0" lang="en-US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)</a:t>
                      </a:r>
                      <a:endParaRPr kumimoji="0" lang="ko-KR" altLang="en-US" sz="1400" b="0" i="0" strike="noStrike" kern="1200" cap="none">
                        <a:ln w="9525" cap="flat" cmpd="sng" algn="ctr">
                          <a:solidFill>
                            <a:schemeClr val="bg1">
                              <a:alpha val="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latin typeface="세방고딕 Regular" charset="0"/>
                        <a:ea typeface="세방고딕 Regular" charset="0"/>
                        <a:cs typeface="+mn-cs"/>
                      </a:endParaRPr>
                    </a:p>
                    <a:p>
                      <a:pPr marL="0" lvl="1" indent="0" algn="ctr" defTabSz="914400" rtl="0" eaLnBrk="1" fontAlgn="auto" latinLnBrk="1" hangingPunct="1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FontTx/>
                        <a:buNone/>
                      </a:pPr>
                      <a:r>
                        <a:rPr kumimoji="0" lang="en-US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(</a:t>
                      </a:r>
                      <a:r>
                        <a:rPr kumimoji="0" lang="ko-KR" altLang="en-US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총 </a:t>
                      </a:r>
                      <a:r>
                        <a:rPr kumimoji="0" lang="en-US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4</a:t>
                      </a:r>
                      <a:r>
                        <a:rPr kumimoji="0" lang="ko-KR" altLang="en-US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주</a:t>
                      </a:r>
                      <a:r>
                        <a:rPr kumimoji="0" lang="en-US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)</a:t>
                      </a:r>
                      <a:endParaRPr kumimoji="0" lang="ko-KR" altLang="en-US" sz="1400" b="0" i="0" strike="noStrike" kern="1200" cap="none">
                        <a:ln w="9525" cap="flat" cmpd="sng" algn="ctr">
                          <a:solidFill>
                            <a:schemeClr val="bg1">
                              <a:alpha val="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latin typeface="세방고딕 Regular" charset="0"/>
                        <a:ea typeface="세방고딕 Regular" charset="0"/>
                        <a:cs typeface="+mn-cs"/>
                      </a:endParaRPr>
                    </a:p>
                  </a:txBody>
                  <a:tcPr marL="33020" marR="3810" marT="3810" marB="0" anchor="ctr">
                    <a:lnL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solidFill>
                      <a:srgbClr val="EAF1F9">
                        <a:alpha val="24727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FontTx/>
                        <a:buNone/>
                      </a:pPr>
                      <a:endParaRPr kumimoji="0" lang="ko-KR" altLang="en-US" sz="1400" b="0" i="0" strike="noStrike" kern="1200" cap="none">
                        <a:ln w="9525" cap="flat" cmpd="sng" algn="ctr">
                          <a:solidFill>
                            <a:schemeClr val="bg1">
                              <a:alpha val="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latin typeface="세방고딕 Regular" charset="0"/>
                        <a:ea typeface="세방고딕 Regular" charset="0"/>
                        <a:cs typeface="+mn-cs"/>
                      </a:endParaRPr>
                    </a:p>
                  </a:txBody>
                  <a:tcPr marL="89535" marR="89535" anchor="ctr">
                    <a:lnL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>
                          <a:alpha val="100000"/>
                        </a:srgbClr>
                      </a:solidFill>
                      <a:prstDash val="lg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lvl="1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FontTx/>
                        <a:buNone/>
                      </a:pPr>
                      <a:endParaRPr kumimoji="0" lang="ko-KR" altLang="en-US" sz="1400" b="0" i="0" strike="noStrike" kern="1200" cap="none" dirty="0">
                        <a:ln w="9525" cap="flat" cmpd="sng" algn="ctr">
                          <a:solidFill>
                            <a:schemeClr val="bg1">
                              <a:alpha val="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latin typeface="세방고딕 Regular" charset="0"/>
                        <a:ea typeface="세방고딕 Regular" charset="0"/>
                        <a:cs typeface="+mn-cs"/>
                      </a:endParaRPr>
                    </a:p>
                  </a:txBody>
                  <a:tcPr marL="89535" marR="89535" anchor="ctr">
                    <a:lnL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solidFill>
                      <a:schemeClr val="bg1">
                        <a:alpha val="60052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pic>
        <p:nvPicPr>
          <p:cNvPr id="98" name="그래픽 97">
            <a:extLst>
              <a:ext uri="{FF2B5EF4-FFF2-40B4-BE49-F238E27FC236}">
                <a16:creationId xmlns:a16="http://schemas.microsoft.com/office/drawing/2014/main" id="{7F4AB473-373B-18DB-30DC-4876DEC9D5AC}"/>
              </a:ext>
            </a:extLst>
          </p:cNvPr>
          <p:cNvPicPr>
            <a:picLocks noChangeAspect="1"/>
          </p:cNvPicPr>
          <p:nvPr/>
        </p:nvPicPr>
        <p:blipFill rotWithShape="1"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rcRect b="44800"/>
          <a:stretch/>
        </p:blipFill>
        <p:spPr>
          <a:xfrm rot="16200000">
            <a:off x="11243945" y="5770880"/>
            <a:ext cx="935355" cy="960120"/>
          </a:xfrm>
          <a:prstGeom prst="rect">
            <a:avLst/>
          </a:prstGeom>
        </p:spPr>
      </p:pic>
      <p:pic>
        <p:nvPicPr>
          <p:cNvPr id="104" name="그래픽 103">
            <a:extLst>
              <a:ext uri="{FF2B5EF4-FFF2-40B4-BE49-F238E27FC236}">
                <a16:creationId xmlns:a16="http://schemas.microsoft.com/office/drawing/2014/main" id="{798868CC-A712-50CF-7DBD-44E0281E4828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79705" y="5478145"/>
            <a:ext cx="125095" cy="125095"/>
          </a:xfrm>
          <a:prstGeom prst="rect">
            <a:avLst/>
          </a:prstGeom>
        </p:spPr>
      </p:pic>
      <p:grpSp>
        <p:nvGrpSpPr>
          <p:cNvPr id="21" name="그룹 20">
            <a:extLst>
              <a:ext uri="{FF2B5EF4-FFF2-40B4-BE49-F238E27FC236}">
                <a16:creationId xmlns:a16="http://schemas.microsoft.com/office/drawing/2014/main" id="{7792D8BF-43D4-2E73-1A16-D112207FC64D}"/>
              </a:ext>
            </a:extLst>
          </p:cNvPr>
          <p:cNvGrpSpPr/>
          <p:nvPr/>
        </p:nvGrpSpPr>
        <p:grpSpPr>
          <a:xfrm>
            <a:off x="4245610" y="2294255"/>
            <a:ext cx="2553335" cy="327025"/>
            <a:chOff x="4245610" y="2294255"/>
            <a:chExt cx="2553335" cy="327025"/>
          </a:xfrm>
        </p:grpSpPr>
        <p:grpSp>
          <p:nvGrpSpPr>
            <p:cNvPr id="48" name="그룹 47">
              <a:extLst>
                <a:ext uri="{FF2B5EF4-FFF2-40B4-BE49-F238E27FC236}">
                  <a16:creationId xmlns:a16="http://schemas.microsoft.com/office/drawing/2014/main" id="{0174639B-D32A-99D5-EF92-9BD30C07E193}"/>
                </a:ext>
              </a:extLst>
            </p:cNvPr>
            <p:cNvGrpSpPr/>
            <p:nvPr/>
          </p:nvGrpSpPr>
          <p:grpSpPr>
            <a:xfrm>
              <a:off x="4245610" y="2294255"/>
              <a:ext cx="2553335" cy="327025"/>
              <a:chOff x="4245610" y="2294255"/>
              <a:chExt cx="2553335" cy="327025"/>
            </a:xfrm>
          </p:grpSpPr>
          <p:grpSp>
            <p:nvGrpSpPr>
              <p:cNvPr id="47" name="그룹 46">
                <a:extLst>
                  <a:ext uri="{FF2B5EF4-FFF2-40B4-BE49-F238E27FC236}">
                    <a16:creationId xmlns:a16="http://schemas.microsoft.com/office/drawing/2014/main" id="{52EBB465-39DF-3F0C-FCC4-581E85DB0F37}"/>
                  </a:ext>
                </a:extLst>
              </p:cNvPr>
              <p:cNvGrpSpPr/>
              <p:nvPr/>
            </p:nvGrpSpPr>
            <p:grpSpPr>
              <a:xfrm>
                <a:off x="4245610" y="2294255"/>
                <a:ext cx="2456815" cy="327025"/>
                <a:chOff x="4245610" y="2294255"/>
                <a:chExt cx="2456815" cy="327025"/>
              </a:xfrm>
            </p:grpSpPr>
            <p:sp>
              <p:nvSpPr>
                <p:cNvPr id="42" name="사각형: 둥근 모서리 41"/>
                <p:cNvSpPr>
                  <a:spLocks/>
                </p:cNvSpPr>
                <p:nvPr/>
              </p:nvSpPr>
              <p:spPr>
                <a:xfrm>
                  <a:off x="4245610" y="2294255"/>
                  <a:ext cx="2457450" cy="327660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bg1">
                    <a:lumMod val="95000"/>
                  </a:schemeClr>
                </a:solidFill>
                <a:ln w="0">
                  <a:noFill/>
                  <a:prstDash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horz" wrap="square" lIns="91440" tIns="45720" rIns="91440" bIns="45720" numCol="1" anchor="ctr">
                  <a:noAutofit/>
                </a:bodyPr>
                <a:lstStyle/>
                <a:p>
                  <a:pPr marL="0" indent="0" algn="ctr" latinLnBrk="0">
                    <a:buFontTx/>
                    <a:buNone/>
                  </a:pPr>
                  <a:endParaRPr lang="ko-KR" altLang="en-US" sz="1600">
                    <a:latin typeface="세방고딕 Regular" charset="0"/>
                    <a:ea typeface="세방고딕 Regular" charset="0"/>
                  </a:endParaRPr>
                </a:p>
              </p:txBody>
            </p:sp>
            <p:sp>
              <p:nvSpPr>
                <p:cNvPr id="43" name="타원 42"/>
                <p:cNvSpPr>
                  <a:spLocks/>
                </p:cNvSpPr>
                <p:nvPr/>
              </p:nvSpPr>
              <p:spPr>
                <a:xfrm>
                  <a:off x="4245610" y="2294255"/>
                  <a:ext cx="335915" cy="327660"/>
                </a:xfrm>
                <a:prstGeom prst="ellipse">
                  <a:avLst/>
                </a:prstGeom>
                <a:solidFill>
                  <a:srgbClr val="3378C8"/>
                </a:solidFill>
                <a:ln w="0">
                  <a:noFill/>
                  <a:prstDash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horz" wrap="square" lIns="91440" tIns="45720" rIns="91440" bIns="45720" numCol="1" anchor="ctr">
                  <a:noAutofit/>
                </a:bodyPr>
                <a:lstStyle/>
                <a:p>
                  <a:pPr marL="0" indent="0" algn="ctr" latinLnBrk="0">
                    <a:buFontTx/>
                    <a:buNone/>
                  </a:pPr>
                  <a:endParaRPr lang="ko-KR" altLang="en-US">
                    <a:latin typeface="세방고딕 Regular" charset="0"/>
                    <a:ea typeface="세방고딕 Regular" charset="0"/>
                  </a:endParaRPr>
                </a:p>
              </p:txBody>
            </p:sp>
          </p:grpSp>
          <p:sp>
            <p:nvSpPr>
              <p:cNvPr id="46" name="TextBox 45"/>
              <p:cNvSpPr txBox="1">
                <a:spLocks/>
              </p:cNvSpPr>
              <p:nvPr/>
            </p:nvSpPr>
            <p:spPr>
              <a:xfrm>
                <a:off x="4598670" y="2326640"/>
                <a:ext cx="2200910" cy="276860"/>
              </a:xfrm>
              <a:prstGeom prst="rect">
                <a:avLst/>
              </a:prstGeom>
              <a:noFill/>
            </p:spPr>
            <p:txBody>
              <a:bodyPr vert="horz" wrap="square" lIns="91440" tIns="45720" rIns="91440" bIns="45720" numCol="1" anchor="t">
                <a:spAutoFit/>
              </a:bodyPr>
              <a:lstStyle/>
              <a:p>
                <a:pPr marL="0" indent="0" latinLnBrk="0">
                  <a:buFontTx/>
                  <a:buNone/>
                  <a:defRPr/>
                </a:pPr>
                <a:r>
                  <a:rPr lang="ko-KR" altLang="en-US" sz="1200">
                    <a:ln w="9525" cap="flat" cmpd="sng"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  <a:prstDash val="solid"/>
                    </a:ln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세방고딕 Regular" charset="0"/>
                    <a:ea typeface="세방고딕 Regular" charset="0"/>
                  </a:rPr>
                  <a:t>프로젝트 기획 및 주제 선정</a:t>
                </a:r>
              </a:p>
            </p:txBody>
          </p:sp>
        </p:grpSp>
        <p:pic>
          <p:nvPicPr>
            <p:cNvPr id="106" name="그래픽 105"/>
            <p:cNvPicPr>
              <a:picLocks noChangeAspect="1"/>
            </p:cNvPicPr>
            <p:nvPr/>
          </p:nvPicPr>
          <p:blipFill rotWithShape="1">
            <a:blip r:embed="rId1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361180" y="2372360"/>
              <a:ext cx="150495" cy="180975"/>
            </a:xfrm>
            <a:prstGeom prst="rect">
              <a:avLst/>
            </a:prstGeom>
            <a:noFill/>
          </p:spPr>
        </p:pic>
      </p:grpSp>
      <p:grpSp>
        <p:nvGrpSpPr>
          <p:cNvPr id="10" name="그룹 9">
            <a:extLst>
              <a:ext uri="{FF2B5EF4-FFF2-40B4-BE49-F238E27FC236}">
                <a16:creationId xmlns:a16="http://schemas.microsoft.com/office/drawing/2014/main" id="{888777C6-37C6-2C9B-E4E8-F841A676F252}"/>
              </a:ext>
            </a:extLst>
          </p:cNvPr>
          <p:cNvGrpSpPr/>
          <p:nvPr/>
        </p:nvGrpSpPr>
        <p:grpSpPr>
          <a:xfrm>
            <a:off x="7066915" y="2298065"/>
            <a:ext cx="1445895" cy="327025"/>
            <a:chOff x="7066915" y="2298065"/>
            <a:chExt cx="1445895" cy="327025"/>
          </a:xfrm>
        </p:grpSpPr>
        <p:grpSp>
          <p:nvGrpSpPr>
            <p:cNvPr id="49" name="그룹 48">
              <a:extLst>
                <a:ext uri="{FF2B5EF4-FFF2-40B4-BE49-F238E27FC236}">
                  <a16:creationId xmlns:a16="http://schemas.microsoft.com/office/drawing/2014/main" id="{A5D00CAB-39EC-5F44-BC5A-AD56D3CB3D2E}"/>
                </a:ext>
              </a:extLst>
            </p:cNvPr>
            <p:cNvGrpSpPr/>
            <p:nvPr/>
          </p:nvGrpSpPr>
          <p:grpSpPr>
            <a:xfrm>
              <a:off x="7066915" y="2298065"/>
              <a:ext cx="1445895" cy="327025"/>
              <a:chOff x="7066915" y="2298065"/>
              <a:chExt cx="1445895" cy="327025"/>
            </a:xfrm>
          </p:grpSpPr>
          <p:grpSp>
            <p:nvGrpSpPr>
              <p:cNvPr id="50" name="그룹 49">
                <a:extLst>
                  <a:ext uri="{FF2B5EF4-FFF2-40B4-BE49-F238E27FC236}">
                    <a16:creationId xmlns:a16="http://schemas.microsoft.com/office/drawing/2014/main" id="{116429E9-8018-650E-0A76-0F372A969D05}"/>
                  </a:ext>
                </a:extLst>
              </p:cNvPr>
              <p:cNvGrpSpPr/>
              <p:nvPr/>
            </p:nvGrpSpPr>
            <p:grpSpPr>
              <a:xfrm>
                <a:off x="7066915" y="2298065"/>
                <a:ext cx="1445895" cy="327025"/>
                <a:chOff x="7066915" y="2298065"/>
                <a:chExt cx="1445895" cy="327025"/>
              </a:xfrm>
            </p:grpSpPr>
            <p:sp>
              <p:nvSpPr>
                <p:cNvPr id="52" name="사각형: 둥근 모서리 51"/>
                <p:cNvSpPr>
                  <a:spLocks/>
                </p:cNvSpPr>
                <p:nvPr/>
              </p:nvSpPr>
              <p:spPr>
                <a:xfrm>
                  <a:off x="7066915" y="2298065"/>
                  <a:ext cx="1446530" cy="327660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bg1">
                    <a:lumMod val="95000"/>
                  </a:schemeClr>
                </a:solidFill>
                <a:ln w="0">
                  <a:noFill/>
                  <a:prstDash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horz" wrap="square" lIns="91440" tIns="45720" rIns="91440" bIns="45720" numCol="1" anchor="ctr">
                  <a:noAutofit/>
                </a:bodyPr>
                <a:lstStyle/>
                <a:p>
                  <a:pPr marL="0" indent="0" algn="ctr" latinLnBrk="0">
                    <a:buFontTx/>
                    <a:buNone/>
                  </a:pPr>
                  <a:endParaRPr lang="ko-KR" altLang="en-US" sz="1600">
                    <a:latin typeface="세방고딕 Regular" charset="0"/>
                    <a:ea typeface="세방고딕 Regular" charset="0"/>
                  </a:endParaRPr>
                </a:p>
              </p:txBody>
            </p:sp>
            <p:sp>
              <p:nvSpPr>
                <p:cNvPr id="53" name="타원 52"/>
                <p:cNvSpPr>
                  <a:spLocks/>
                </p:cNvSpPr>
                <p:nvPr/>
              </p:nvSpPr>
              <p:spPr>
                <a:xfrm>
                  <a:off x="7066915" y="2298065"/>
                  <a:ext cx="335915" cy="327660"/>
                </a:xfrm>
                <a:prstGeom prst="ellipse">
                  <a:avLst/>
                </a:prstGeom>
                <a:solidFill>
                  <a:srgbClr val="3378C8"/>
                </a:solidFill>
                <a:ln w="0">
                  <a:noFill/>
                  <a:prstDash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horz" wrap="square" lIns="91440" tIns="45720" rIns="91440" bIns="45720" numCol="1" anchor="ctr">
                  <a:noAutofit/>
                </a:bodyPr>
                <a:lstStyle/>
                <a:p>
                  <a:pPr marL="0" indent="0" algn="ctr" latinLnBrk="0">
                    <a:buFontTx/>
                    <a:buNone/>
                  </a:pPr>
                  <a:endParaRPr lang="ko-KR" altLang="en-US">
                    <a:latin typeface="세방고딕 Regular" charset="0"/>
                    <a:ea typeface="세방고딕 Regular" charset="0"/>
                  </a:endParaRPr>
                </a:p>
              </p:txBody>
            </p:sp>
          </p:grpSp>
          <p:sp>
            <p:nvSpPr>
              <p:cNvPr id="51" name="TextBox 50"/>
              <p:cNvSpPr txBox="1">
                <a:spLocks/>
              </p:cNvSpPr>
              <p:nvPr/>
            </p:nvSpPr>
            <p:spPr>
              <a:xfrm>
                <a:off x="7419975" y="2330450"/>
                <a:ext cx="1028065" cy="277495"/>
              </a:xfrm>
              <a:prstGeom prst="rect">
                <a:avLst/>
              </a:prstGeom>
              <a:noFill/>
            </p:spPr>
            <p:txBody>
              <a:bodyPr vert="horz" wrap="square" lIns="91440" tIns="45720" rIns="91440" bIns="45720" numCol="1" anchor="t">
                <a:spAutoFit/>
              </a:bodyPr>
              <a:lstStyle/>
              <a:p>
                <a:pPr marL="0" indent="0" latinLnBrk="0">
                  <a:buFontTx/>
                  <a:buNone/>
                  <a:defRPr/>
                </a:pPr>
                <a:r>
                  <a:rPr lang="ko-KR" altLang="en-US" sz="1200">
                    <a:ln w="9525" cap="flat" cmpd="sng"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  <a:prstDash val="solid"/>
                    </a:ln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세방고딕 Regular" charset="0"/>
                    <a:ea typeface="세방고딕 Regular" charset="0"/>
                  </a:rPr>
                  <a:t>기획안 작성</a:t>
                </a:r>
              </a:p>
            </p:txBody>
          </p:sp>
        </p:grpSp>
        <p:pic>
          <p:nvPicPr>
            <p:cNvPr id="107" name="그래픽 106"/>
            <p:cNvPicPr>
              <a:picLocks noChangeAspect="1"/>
            </p:cNvPicPr>
            <p:nvPr/>
          </p:nvPicPr>
          <p:blipFill rotWithShape="1">
            <a:blip r:embed="rId1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173595" y="2376805"/>
              <a:ext cx="150495" cy="180975"/>
            </a:xfrm>
            <a:prstGeom prst="rect">
              <a:avLst/>
            </a:prstGeom>
            <a:noFill/>
          </p:spPr>
        </p:pic>
      </p:grp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BFC2B727-B097-F8BF-18D1-2BB4C23A519E}"/>
              </a:ext>
            </a:extLst>
          </p:cNvPr>
          <p:cNvGrpSpPr/>
          <p:nvPr/>
        </p:nvGrpSpPr>
        <p:grpSpPr>
          <a:xfrm>
            <a:off x="6290945" y="2940050"/>
            <a:ext cx="2474595" cy="327025"/>
            <a:chOff x="6290945" y="2940050"/>
            <a:chExt cx="2474595" cy="327025"/>
          </a:xfrm>
        </p:grpSpPr>
        <p:grpSp>
          <p:nvGrpSpPr>
            <p:cNvPr id="58" name="그룹 57">
              <a:extLst>
                <a:ext uri="{FF2B5EF4-FFF2-40B4-BE49-F238E27FC236}">
                  <a16:creationId xmlns:a16="http://schemas.microsoft.com/office/drawing/2014/main" id="{6CD6E83C-DB2E-7D5C-2AC4-D5A1AFF39FB6}"/>
                </a:ext>
              </a:extLst>
            </p:cNvPr>
            <p:cNvGrpSpPr/>
            <p:nvPr/>
          </p:nvGrpSpPr>
          <p:grpSpPr>
            <a:xfrm>
              <a:off x="6290945" y="2940050"/>
              <a:ext cx="2474595" cy="327025"/>
              <a:chOff x="6290945" y="2940050"/>
              <a:chExt cx="2474595" cy="327025"/>
            </a:xfrm>
          </p:grpSpPr>
          <p:grpSp>
            <p:nvGrpSpPr>
              <p:cNvPr id="59" name="그룹 58">
                <a:extLst>
                  <a:ext uri="{FF2B5EF4-FFF2-40B4-BE49-F238E27FC236}">
                    <a16:creationId xmlns:a16="http://schemas.microsoft.com/office/drawing/2014/main" id="{AE9A50F4-E71B-661C-F76E-57AAD92A8ACF}"/>
                  </a:ext>
                </a:extLst>
              </p:cNvPr>
              <p:cNvGrpSpPr/>
              <p:nvPr/>
            </p:nvGrpSpPr>
            <p:grpSpPr>
              <a:xfrm>
                <a:off x="6290945" y="2940050"/>
                <a:ext cx="2456815" cy="327025"/>
                <a:chOff x="6290945" y="2940050"/>
                <a:chExt cx="2456815" cy="327025"/>
              </a:xfrm>
            </p:grpSpPr>
            <p:sp>
              <p:nvSpPr>
                <p:cNvPr id="61" name="사각형: 둥근 모서리 60"/>
                <p:cNvSpPr>
                  <a:spLocks/>
                </p:cNvSpPr>
                <p:nvPr/>
              </p:nvSpPr>
              <p:spPr>
                <a:xfrm>
                  <a:off x="6290945" y="2940050"/>
                  <a:ext cx="2457450" cy="327660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bg1">
                    <a:lumMod val="95000"/>
                  </a:schemeClr>
                </a:solidFill>
                <a:ln w="0">
                  <a:noFill/>
                  <a:prstDash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horz" wrap="square" lIns="91440" tIns="45720" rIns="91440" bIns="45720" numCol="1" anchor="ctr">
                  <a:noAutofit/>
                </a:bodyPr>
                <a:lstStyle/>
                <a:p>
                  <a:pPr marL="0" indent="0" algn="ctr" latinLnBrk="0">
                    <a:buFontTx/>
                    <a:buNone/>
                  </a:pPr>
                  <a:endParaRPr lang="ko-KR" altLang="en-US" sz="1600">
                    <a:latin typeface="세방고딕 Regular" charset="0"/>
                    <a:ea typeface="세방고딕 Regular" charset="0"/>
                  </a:endParaRPr>
                </a:p>
              </p:txBody>
            </p:sp>
            <p:sp>
              <p:nvSpPr>
                <p:cNvPr id="62" name="타원 61"/>
                <p:cNvSpPr>
                  <a:spLocks/>
                </p:cNvSpPr>
                <p:nvPr/>
              </p:nvSpPr>
              <p:spPr>
                <a:xfrm>
                  <a:off x="6290945" y="2940050"/>
                  <a:ext cx="335915" cy="327660"/>
                </a:xfrm>
                <a:prstGeom prst="ellipse">
                  <a:avLst/>
                </a:prstGeom>
                <a:solidFill>
                  <a:srgbClr val="3378C8"/>
                </a:solidFill>
                <a:ln w="0">
                  <a:noFill/>
                  <a:prstDash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horz" wrap="square" lIns="91440" tIns="45720" rIns="91440" bIns="45720" numCol="1" anchor="ctr">
                  <a:noAutofit/>
                </a:bodyPr>
                <a:lstStyle/>
                <a:p>
                  <a:pPr marL="0" indent="0" algn="ctr" latinLnBrk="0">
                    <a:buFontTx/>
                    <a:buNone/>
                  </a:pPr>
                  <a:endParaRPr lang="ko-KR" altLang="en-US">
                    <a:latin typeface="세방고딕 Regular" charset="0"/>
                    <a:ea typeface="세방고딕 Regular" charset="0"/>
                  </a:endParaRPr>
                </a:p>
              </p:txBody>
            </p:sp>
          </p:grpSp>
          <p:sp>
            <p:nvSpPr>
              <p:cNvPr id="60" name="TextBox 59"/>
              <p:cNvSpPr txBox="1">
                <a:spLocks/>
              </p:cNvSpPr>
              <p:nvPr/>
            </p:nvSpPr>
            <p:spPr>
              <a:xfrm>
                <a:off x="6644005" y="2972435"/>
                <a:ext cx="2122170" cy="277495"/>
              </a:xfrm>
              <a:prstGeom prst="rect">
                <a:avLst/>
              </a:prstGeom>
              <a:noFill/>
            </p:spPr>
            <p:txBody>
              <a:bodyPr vert="horz" wrap="square" lIns="91440" tIns="45720" rIns="91440" bIns="45720" numCol="1" anchor="t">
                <a:spAutoFit/>
              </a:bodyPr>
              <a:lstStyle/>
              <a:p>
                <a:pPr marL="0" indent="0" latinLnBrk="0">
                  <a:buFontTx/>
                  <a:buNone/>
                  <a:defRPr/>
                </a:pPr>
                <a:r>
                  <a:rPr lang="ko-KR" altLang="en-US" sz="1200" spc="-20">
                    <a:ln w="9525" cap="flat" cmpd="sng"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  <a:prstDash val="solid"/>
                    </a:ln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세방고딕 Regular" charset="0"/>
                    <a:ea typeface="세방고딕 Regular" charset="0"/>
                  </a:rPr>
                  <a:t>데이터 및 수집 절차 정의</a:t>
                </a:r>
                <a:endParaRPr lang="ko-KR" altLang="en-US" sz="120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charset="0"/>
                  <a:ea typeface="세방고딕 Regular" charset="0"/>
                </a:endParaRPr>
              </a:p>
            </p:txBody>
          </p:sp>
        </p:grpSp>
        <p:pic>
          <p:nvPicPr>
            <p:cNvPr id="108" name="그래픽 107"/>
            <p:cNvPicPr>
              <a:picLocks noChangeAspect="1"/>
            </p:cNvPicPr>
            <p:nvPr/>
          </p:nvPicPr>
          <p:blipFill rotWithShape="1">
            <a:blip r:embed="rId1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406515" y="3018155"/>
              <a:ext cx="150495" cy="180975"/>
            </a:xfrm>
            <a:prstGeom prst="rect">
              <a:avLst/>
            </a:prstGeom>
            <a:noFill/>
          </p:spPr>
        </p:pic>
      </p:grp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CD055C24-6525-E6A2-FD97-074FB7AE5900}"/>
              </a:ext>
            </a:extLst>
          </p:cNvPr>
          <p:cNvGrpSpPr/>
          <p:nvPr/>
        </p:nvGrpSpPr>
        <p:grpSpPr>
          <a:xfrm>
            <a:off x="4253865" y="4240530"/>
            <a:ext cx="2109470" cy="327025"/>
            <a:chOff x="4253865" y="4240530"/>
            <a:chExt cx="2109470" cy="327025"/>
          </a:xfrm>
        </p:grpSpPr>
        <p:grpSp>
          <p:nvGrpSpPr>
            <p:cNvPr id="64" name="그룹 63">
              <a:extLst>
                <a:ext uri="{FF2B5EF4-FFF2-40B4-BE49-F238E27FC236}">
                  <a16:creationId xmlns:a16="http://schemas.microsoft.com/office/drawing/2014/main" id="{4E9D9B01-A33B-D7D2-85F0-D7D5F384A55C}"/>
                </a:ext>
              </a:extLst>
            </p:cNvPr>
            <p:cNvGrpSpPr/>
            <p:nvPr/>
          </p:nvGrpSpPr>
          <p:grpSpPr>
            <a:xfrm>
              <a:off x="4253865" y="4240530"/>
              <a:ext cx="2109470" cy="327025"/>
              <a:chOff x="4253865" y="4240530"/>
              <a:chExt cx="2109470" cy="327025"/>
            </a:xfrm>
          </p:grpSpPr>
          <p:grpSp>
            <p:nvGrpSpPr>
              <p:cNvPr id="65" name="그룹 64">
                <a:extLst>
                  <a:ext uri="{FF2B5EF4-FFF2-40B4-BE49-F238E27FC236}">
                    <a16:creationId xmlns:a16="http://schemas.microsoft.com/office/drawing/2014/main" id="{F1DE10FA-FC55-D960-9DE7-5C37EB730A18}"/>
                  </a:ext>
                </a:extLst>
              </p:cNvPr>
              <p:cNvGrpSpPr/>
              <p:nvPr/>
            </p:nvGrpSpPr>
            <p:grpSpPr>
              <a:xfrm>
                <a:off x="4253865" y="4240530"/>
                <a:ext cx="2109470" cy="327025"/>
                <a:chOff x="4253865" y="4240530"/>
                <a:chExt cx="2109470" cy="327025"/>
              </a:xfrm>
            </p:grpSpPr>
            <p:sp>
              <p:nvSpPr>
                <p:cNvPr id="67" name="사각형: 둥근 모서리 66"/>
                <p:cNvSpPr>
                  <a:spLocks/>
                </p:cNvSpPr>
                <p:nvPr/>
              </p:nvSpPr>
              <p:spPr>
                <a:xfrm>
                  <a:off x="4253865" y="4240530"/>
                  <a:ext cx="2110105" cy="327660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bg1">
                    <a:lumMod val="95000"/>
                  </a:schemeClr>
                </a:solidFill>
                <a:ln w="0">
                  <a:noFill/>
                  <a:prstDash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horz" wrap="square" lIns="91440" tIns="45720" rIns="91440" bIns="45720" numCol="1" anchor="ctr">
                  <a:noAutofit/>
                </a:bodyPr>
                <a:lstStyle/>
                <a:p>
                  <a:pPr marL="0" indent="0" algn="ctr" latinLnBrk="0">
                    <a:buFontTx/>
                    <a:buNone/>
                  </a:pPr>
                  <a:endParaRPr lang="ko-KR" altLang="en-US" sz="1600">
                    <a:latin typeface="세방고딕 Regular" charset="0"/>
                    <a:ea typeface="세방고딕 Regular" charset="0"/>
                  </a:endParaRPr>
                </a:p>
              </p:txBody>
            </p:sp>
            <p:sp>
              <p:nvSpPr>
                <p:cNvPr id="68" name="타원 67"/>
                <p:cNvSpPr>
                  <a:spLocks/>
                </p:cNvSpPr>
                <p:nvPr/>
              </p:nvSpPr>
              <p:spPr>
                <a:xfrm>
                  <a:off x="4253865" y="4240530"/>
                  <a:ext cx="335915" cy="327660"/>
                </a:xfrm>
                <a:prstGeom prst="ellipse">
                  <a:avLst/>
                </a:prstGeom>
                <a:solidFill>
                  <a:srgbClr val="3378C8"/>
                </a:solidFill>
                <a:ln w="0">
                  <a:noFill/>
                  <a:prstDash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horz" wrap="square" lIns="91440" tIns="45720" rIns="91440" bIns="45720" numCol="1" anchor="ctr">
                  <a:noAutofit/>
                </a:bodyPr>
                <a:lstStyle/>
                <a:p>
                  <a:pPr marL="0" indent="0" algn="ctr" latinLnBrk="0">
                    <a:buFontTx/>
                    <a:buNone/>
                  </a:pPr>
                  <a:endParaRPr lang="ko-KR" altLang="en-US">
                    <a:latin typeface="세방고딕 Regular" charset="0"/>
                    <a:ea typeface="세방고딕 Regular" charset="0"/>
                  </a:endParaRPr>
                </a:p>
              </p:txBody>
            </p:sp>
          </p:grpSp>
          <p:sp>
            <p:nvSpPr>
              <p:cNvPr id="66" name="TextBox 65"/>
              <p:cNvSpPr txBox="1">
                <a:spLocks/>
              </p:cNvSpPr>
              <p:nvPr/>
            </p:nvSpPr>
            <p:spPr>
              <a:xfrm>
                <a:off x="4606925" y="4272915"/>
                <a:ext cx="1734820" cy="277495"/>
              </a:xfrm>
              <a:prstGeom prst="rect">
                <a:avLst/>
              </a:prstGeom>
              <a:noFill/>
            </p:spPr>
            <p:txBody>
              <a:bodyPr vert="horz" wrap="square" lIns="91440" tIns="45720" rIns="91440" bIns="45720" numCol="1" anchor="t">
                <a:spAutoFit/>
              </a:bodyPr>
              <a:lstStyle/>
              <a:p>
                <a:pPr marL="0" indent="0" latinLnBrk="0">
                  <a:buFontTx/>
                  <a:buNone/>
                  <a:defRPr/>
                </a:pPr>
                <a:r>
                  <a:rPr lang="ko-KR" altLang="en-US" sz="1200">
                    <a:ln w="9525" cap="flat" cmpd="sng"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  <a:prstDash val="solid"/>
                    </a:ln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세방고딕 Regular" charset="0"/>
                    <a:ea typeface="세방고딕 Regular" charset="0"/>
                  </a:rPr>
                  <a:t>데이터 정제 및 분석</a:t>
                </a:r>
              </a:p>
            </p:txBody>
          </p:sp>
        </p:grpSp>
        <p:pic>
          <p:nvPicPr>
            <p:cNvPr id="109" name="그래픽 108"/>
            <p:cNvPicPr>
              <a:picLocks noChangeAspect="1"/>
            </p:cNvPicPr>
            <p:nvPr/>
          </p:nvPicPr>
          <p:blipFill rotWithShape="1">
            <a:blip r:embed="rId1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359910" y="4318635"/>
              <a:ext cx="150495" cy="180975"/>
            </a:xfrm>
            <a:prstGeom prst="rect">
              <a:avLst/>
            </a:prstGeom>
            <a:noFill/>
          </p:spPr>
        </p:pic>
      </p:grp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BB6F0D4E-432C-3F96-3EA3-85698E2C9828}"/>
              </a:ext>
            </a:extLst>
          </p:cNvPr>
          <p:cNvGrpSpPr/>
          <p:nvPr/>
        </p:nvGrpSpPr>
        <p:grpSpPr>
          <a:xfrm>
            <a:off x="4246880" y="3587115"/>
            <a:ext cx="2324735" cy="493395"/>
            <a:chOff x="4246880" y="3587115"/>
            <a:chExt cx="2324735" cy="493395"/>
          </a:xfrm>
        </p:grpSpPr>
        <p:grpSp>
          <p:nvGrpSpPr>
            <p:cNvPr id="70" name="그룹 69">
              <a:extLst>
                <a:ext uri="{FF2B5EF4-FFF2-40B4-BE49-F238E27FC236}">
                  <a16:creationId xmlns:a16="http://schemas.microsoft.com/office/drawing/2014/main" id="{227E8274-0A2C-8357-6959-DE160D7042F3}"/>
                </a:ext>
              </a:extLst>
            </p:cNvPr>
            <p:cNvGrpSpPr/>
            <p:nvPr/>
          </p:nvGrpSpPr>
          <p:grpSpPr>
            <a:xfrm>
              <a:off x="4246880" y="3587115"/>
              <a:ext cx="2324735" cy="493395"/>
              <a:chOff x="4246880" y="3587115"/>
              <a:chExt cx="2324735" cy="493395"/>
            </a:xfrm>
          </p:grpSpPr>
          <p:grpSp>
            <p:nvGrpSpPr>
              <p:cNvPr id="71" name="그룹 70">
                <a:extLst>
                  <a:ext uri="{FF2B5EF4-FFF2-40B4-BE49-F238E27FC236}">
                    <a16:creationId xmlns:a16="http://schemas.microsoft.com/office/drawing/2014/main" id="{7CB7853C-4AC9-1069-44B0-8817D1F1FD55}"/>
                  </a:ext>
                </a:extLst>
              </p:cNvPr>
              <p:cNvGrpSpPr/>
              <p:nvPr/>
            </p:nvGrpSpPr>
            <p:grpSpPr>
              <a:xfrm>
                <a:off x="4246880" y="3587115"/>
                <a:ext cx="2124075" cy="327025"/>
                <a:chOff x="4246880" y="3587115"/>
                <a:chExt cx="2124075" cy="327025"/>
              </a:xfrm>
            </p:grpSpPr>
            <p:sp>
              <p:nvSpPr>
                <p:cNvPr id="73" name="사각형: 둥근 모서리 72"/>
                <p:cNvSpPr>
                  <a:spLocks/>
                </p:cNvSpPr>
                <p:nvPr/>
              </p:nvSpPr>
              <p:spPr>
                <a:xfrm>
                  <a:off x="4246880" y="3587115"/>
                  <a:ext cx="2124710" cy="327660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bg1">
                    <a:lumMod val="95000"/>
                  </a:schemeClr>
                </a:solidFill>
                <a:ln w="0">
                  <a:noFill/>
                  <a:prstDash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horz" wrap="square" lIns="91440" tIns="45720" rIns="91440" bIns="45720" numCol="1" anchor="ctr">
                  <a:noAutofit/>
                </a:bodyPr>
                <a:lstStyle/>
                <a:p>
                  <a:pPr marL="0" indent="0" algn="ctr" latinLnBrk="0">
                    <a:buFontTx/>
                    <a:buNone/>
                  </a:pPr>
                  <a:endParaRPr lang="ko-KR" altLang="en-US" sz="1600">
                    <a:latin typeface="세방고딕 Regular" charset="0"/>
                    <a:ea typeface="세방고딕 Regular" charset="0"/>
                  </a:endParaRPr>
                </a:p>
              </p:txBody>
            </p:sp>
            <p:sp>
              <p:nvSpPr>
                <p:cNvPr id="74" name="타원 73"/>
                <p:cNvSpPr>
                  <a:spLocks/>
                </p:cNvSpPr>
                <p:nvPr/>
              </p:nvSpPr>
              <p:spPr>
                <a:xfrm>
                  <a:off x="4246880" y="3587115"/>
                  <a:ext cx="335915" cy="327660"/>
                </a:xfrm>
                <a:prstGeom prst="ellipse">
                  <a:avLst/>
                </a:prstGeom>
                <a:solidFill>
                  <a:srgbClr val="3378C8"/>
                </a:solidFill>
                <a:ln w="0">
                  <a:noFill/>
                  <a:prstDash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horz" wrap="square" lIns="91440" tIns="45720" rIns="91440" bIns="45720" numCol="1" anchor="ctr">
                  <a:noAutofit/>
                </a:bodyPr>
                <a:lstStyle/>
                <a:p>
                  <a:pPr marL="0" indent="0" algn="ctr" latinLnBrk="0">
                    <a:buFontTx/>
                    <a:buNone/>
                  </a:pPr>
                  <a:endParaRPr lang="ko-KR" altLang="en-US">
                    <a:latin typeface="세방고딕 Regular" charset="0"/>
                    <a:ea typeface="세방고딕 Regular" charset="0"/>
                  </a:endParaRPr>
                </a:p>
              </p:txBody>
            </p:sp>
          </p:grpSp>
          <p:sp>
            <p:nvSpPr>
              <p:cNvPr id="72" name="TextBox 71"/>
              <p:cNvSpPr txBox="1">
                <a:spLocks/>
              </p:cNvSpPr>
              <p:nvPr/>
            </p:nvSpPr>
            <p:spPr>
              <a:xfrm>
                <a:off x="4599940" y="3619500"/>
                <a:ext cx="1972310" cy="461645"/>
              </a:xfrm>
              <a:prstGeom prst="rect">
                <a:avLst/>
              </a:prstGeom>
              <a:noFill/>
            </p:spPr>
            <p:txBody>
              <a:bodyPr vert="horz" wrap="square" lIns="91440" tIns="45720" rIns="91440" bIns="45720" numCol="1" anchor="t">
                <a:spAutoFit/>
              </a:bodyPr>
              <a:lstStyle/>
              <a:p>
                <a:pPr marL="0" indent="0" latinLnBrk="0">
                  <a:buFontTx/>
                  <a:buNone/>
                  <a:defRPr/>
                </a:pPr>
                <a:r>
                  <a:rPr lang="ko-KR" altLang="en-US" sz="1200">
                    <a:ln w="9525" cap="flat" cmpd="sng"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  <a:prstDash val="solid"/>
                    </a:ln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세방고딕 Regular" charset="0"/>
                    <a:ea typeface="세방고딕 Regular" charset="0"/>
                  </a:rPr>
                  <a:t>기상, 상권 데이터 수집</a:t>
                </a:r>
              </a:p>
              <a:p>
                <a:pPr marL="0" indent="0" latinLnBrk="0">
                  <a:buFontTx/>
                  <a:buNone/>
                  <a:defRPr/>
                </a:pPr>
                <a:endParaRPr lang="ko-KR" altLang="en-US" sz="120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charset="0"/>
                  <a:ea typeface="세방고딕 Regular" charset="0"/>
                </a:endParaRPr>
              </a:p>
            </p:txBody>
          </p:sp>
        </p:grpSp>
        <p:pic>
          <p:nvPicPr>
            <p:cNvPr id="110" name="그래픽 109"/>
            <p:cNvPicPr>
              <a:picLocks noChangeAspect="1"/>
            </p:cNvPicPr>
            <p:nvPr/>
          </p:nvPicPr>
          <p:blipFill rotWithShape="1">
            <a:blip r:embed="rId1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362450" y="3660775"/>
              <a:ext cx="150495" cy="180975"/>
            </a:xfrm>
            <a:prstGeom prst="rect">
              <a:avLst/>
            </a:prstGeom>
            <a:noFill/>
          </p:spPr>
        </p:pic>
      </p:grp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C382DD9C-6CFA-79A9-21D9-D91086EC0AAE}"/>
              </a:ext>
            </a:extLst>
          </p:cNvPr>
          <p:cNvGrpSpPr/>
          <p:nvPr/>
        </p:nvGrpSpPr>
        <p:grpSpPr>
          <a:xfrm>
            <a:off x="4252595" y="4851400"/>
            <a:ext cx="2324735" cy="327025"/>
            <a:chOff x="4252595" y="4851400"/>
            <a:chExt cx="2324735" cy="327025"/>
          </a:xfrm>
        </p:grpSpPr>
        <p:grpSp>
          <p:nvGrpSpPr>
            <p:cNvPr id="76" name="그룹 75">
              <a:extLst>
                <a:ext uri="{FF2B5EF4-FFF2-40B4-BE49-F238E27FC236}">
                  <a16:creationId xmlns:a16="http://schemas.microsoft.com/office/drawing/2014/main" id="{600DF8E4-19D4-A618-4116-A49208004C00}"/>
                </a:ext>
              </a:extLst>
            </p:cNvPr>
            <p:cNvGrpSpPr/>
            <p:nvPr/>
          </p:nvGrpSpPr>
          <p:grpSpPr>
            <a:xfrm>
              <a:off x="4252595" y="4851400"/>
              <a:ext cx="2324735" cy="327025"/>
              <a:chOff x="4252595" y="4851400"/>
              <a:chExt cx="2324735" cy="327025"/>
            </a:xfrm>
          </p:grpSpPr>
          <p:grpSp>
            <p:nvGrpSpPr>
              <p:cNvPr id="77" name="그룹 76">
                <a:extLst>
                  <a:ext uri="{FF2B5EF4-FFF2-40B4-BE49-F238E27FC236}">
                    <a16:creationId xmlns:a16="http://schemas.microsoft.com/office/drawing/2014/main" id="{53C15FE9-37C0-C698-231F-B566813453D7}"/>
                  </a:ext>
                </a:extLst>
              </p:cNvPr>
              <p:cNvGrpSpPr/>
              <p:nvPr/>
            </p:nvGrpSpPr>
            <p:grpSpPr>
              <a:xfrm>
                <a:off x="4252595" y="4851400"/>
                <a:ext cx="1341755" cy="327025"/>
                <a:chOff x="4252595" y="4851400"/>
                <a:chExt cx="1341755" cy="327025"/>
              </a:xfrm>
            </p:grpSpPr>
            <p:sp>
              <p:nvSpPr>
                <p:cNvPr id="79" name="사각형: 둥근 모서리 78"/>
                <p:cNvSpPr>
                  <a:spLocks/>
                </p:cNvSpPr>
                <p:nvPr/>
              </p:nvSpPr>
              <p:spPr>
                <a:xfrm>
                  <a:off x="4252595" y="4851400"/>
                  <a:ext cx="1342390" cy="327660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bg1">
                    <a:lumMod val="95000"/>
                  </a:schemeClr>
                </a:solidFill>
                <a:ln w="0">
                  <a:noFill/>
                  <a:prstDash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horz" wrap="square" lIns="91440" tIns="45720" rIns="91440" bIns="45720" numCol="1" anchor="ctr">
                  <a:noAutofit/>
                </a:bodyPr>
                <a:lstStyle/>
                <a:p>
                  <a:pPr marL="0" indent="0" algn="ctr" latinLnBrk="0">
                    <a:buFontTx/>
                    <a:buNone/>
                  </a:pPr>
                  <a:endParaRPr lang="ko-KR" altLang="en-US" sz="1600">
                    <a:latin typeface="세방고딕 Regular" charset="0"/>
                    <a:ea typeface="세방고딕 Regular" charset="0"/>
                  </a:endParaRPr>
                </a:p>
              </p:txBody>
            </p:sp>
            <p:sp>
              <p:nvSpPr>
                <p:cNvPr id="80" name="타원 79"/>
                <p:cNvSpPr>
                  <a:spLocks/>
                </p:cNvSpPr>
                <p:nvPr/>
              </p:nvSpPr>
              <p:spPr>
                <a:xfrm>
                  <a:off x="4252595" y="4851400"/>
                  <a:ext cx="335915" cy="327660"/>
                </a:xfrm>
                <a:prstGeom prst="ellipse">
                  <a:avLst/>
                </a:prstGeom>
                <a:solidFill>
                  <a:srgbClr val="3378C8"/>
                </a:solidFill>
                <a:ln w="0">
                  <a:noFill/>
                  <a:prstDash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horz" wrap="square" lIns="91440" tIns="45720" rIns="91440" bIns="45720" numCol="1" anchor="ctr">
                  <a:noAutofit/>
                </a:bodyPr>
                <a:lstStyle/>
                <a:p>
                  <a:pPr marL="0" indent="0" algn="ctr" latinLnBrk="0">
                    <a:buFontTx/>
                    <a:buNone/>
                  </a:pPr>
                  <a:endParaRPr lang="ko-KR" altLang="en-US">
                    <a:latin typeface="세방고딕 Regular" charset="0"/>
                    <a:ea typeface="세방고딕 Regular" charset="0"/>
                  </a:endParaRPr>
                </a:p>
              </p:txBody>
            </p:sp>
          </p:grpSp>
          <p:sp>
            <p:nvSpPr>
              <p:cNvPr id="78" name="TextBox 77"/>
              <p:cNvSpPr txBox="1">
                <a:spLocks/>
              </p:cNvSpPr>
              <p:nvPr/>
            </p:nvSpPr>
            <p:spPr>
              <a:xfrm>
                <a:off x="4605655" y="4884420"/>
                <a:ext cx="1972310" cy="277495"/>
              </a:xfrm>
              <a:prstGeom prst="rect">
                <a:avLst/>
              </a:prstGeom>
              <a:noFill/>
            </p:spPr>
            <p:txBody>
              <a:bodyPr vert="horz" wrap="square" lIns="91440" tIns="45720" rIns="91440" bIns="45720" numCol="1" anchor="t">
                <a:spAutoFit/>
              </a:bodyPr>
              <a:lstStyle/>
              <a:p>
                <a:pPr marL="0" indent="0" latinLnBrk="0">
                  <a:buFontTx/>
                  <a:buNone/>
                  <a:defRPr/>
                </a:pPr>
                <a:r>
                  <a:rPr lang="ko-KR" altLang="en-US" sz="1200">
                    <a:ln w="9525" cap="flat" cmpd="sng"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  <a:prstDash val="solid"/>
                    </a:ln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세방고딕 Regular" charset="0"/>
                    <a:ea typeface="세방고딕 Regular" charset="0"/>
                  </a:rPr>
                  <a:t>모델 구현</a:t>
                </a:r>
              </a:p>
            </p:txBody>
          </p:sp>
        </p:grpSp>
        <p:pic>
          <p:nvPicPr>
            <p:cNvPr id="116" name="그래픽 115"/>
            <p:cNvPicPr>
              <a:picLocks noChangeAspect="1"/>
            </p:cNvPicPr>
            <p:nvPr/>
          </p:nvPicPr>
          <p:blipFill rotWithShape="1">
            <a:blip r:embed="rId1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368165" y="4922520"/>
              <a:ext cx="150495" cy="180975"/>
            </a:xfrm>
            <a:prstGeom prst="rect">
              <a:avLst/>
            </a:prstGeom>
            <a:noFill/>
          </p:spPr>
        </p:pic>
      </p:grp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0692785A-1488-81E8-8926-A91D1A214D4B}"/>
              </a:ext>
            </a:extLst>
          </p:cNvPr>
          <p:cNvGrpSpPr/>
          <p:nvPr/>
        </p:nvGrpSpPr>
        <p:grpSpPr>
          <a:xfrm>
            <a:off x="4246880" y="5516880"/>
            <a:ext cx="2474595" cy="327025"/>
            <a:chOff x="4246880" y="5516880"/>
            <a:chExt cx="2474595" cy="327025"/>
          </a:xfrm>
        </p:grpSpPr>
        <p:grpSp>
          <p:nvGrpSpPr>
            <p:cNvPr id="82" name="그룹 81">
              <a:extLst>
                <a:ext uri="{FF2B5EF4-FFF2-40B4-BE49-F238E27FC236}">
                  <a16:creationId xmlns:a16="http://schemas.microsoft.com/office/drawing/2014/main" id="{A3DDF3FC-4E6B-2215-D355-EF844455C59D}"/>
                </a:ext>
              </a:extLst>
            </p:cNvPr>
            <p:cNvGrpSpPr/>
            <p:nvPr/>
          </p:nvGrpSpPr>
          <p:grpSpPr>
            <a:xfrm>
              <a:off x="4246880" y="5516880"/>
              <a:ext cx="2474595" cy="327025"/>
              <a:chOff x="4246880" y="5516880"/>
              <a:chExt cx="2474595" cy="327025"/>
            </a:xfrm>
          </p:grpSpPr>
          <p:grpSp>
            <p:nvGrpSpPr>
              <p:cNvPr id="83" name="그룹 82">
                <a:extLst>
                  <a:ext uri="{FF2B5EF4-FFF2-40B4-BE49-F238E27FC236}">
                    <a16:creationId xmlns:a16="http://schemas.microsoft.com/office/drawing/2014/main" id="{2B9F5418-A583-2D10-0E17-270C2518FD59}"/>
                  </a:ext>
                </a:extLst>
              </p:cNvPr>
              <p:cNvGrpSpPr/>
              <p:nvPr/>
            </p:nvGrpSpPr>
            <p:grpSpPr>
              <a:xfrm>
                <a:off x="4246880" y="5516880"/>
                <a:ext cx="2456815" cy="327025"/>
                <a:chOff x="4246880" y="5516880"/>
                <a:chExt cx="2456815" cy="327025"/>
              </a:xfrm>
            </p:grpSpPr>
            <p:sp>
              <p:nvSpPr>
                <p:cNvPr id="85" name="사각형: 둥근 모서리 84"/>
                <p:cNvSpPr>
                  <a:spLocks/>
                </p:cNvSpPr>
                <p:nvPr/>
              </p:nvSpPr>
              <p:spPr>
                <a:xfrm>
                  <a:off x="4246880" y="5516880"/>
                  <a:ext cx="2457450" cy="327660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bg1">
                    <a:lumMod val="95000"/>
                  </a:schemeClr>
                </a:solidFill>
                <a:ln w="0">
                  <a:noFill/>
                  <a:prstDash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horz" wrap="square" lIns="91440" tIns="45720" rIns="91440" bIns="45720" numCol="1" anchor="ctr">
                  <a:noAutofit/>
                </a:bodyPr>
                <a:lstStyle/>
                <a:p>
                  <a:pPr marL="0" indent="0" algn="ctr" latinLnBrk="0">
                    <a:buFontTx/>
                    <a:buNone/>
                  </a:pPr>
                  <a:endParaRPr lang="ko-KR" altLang="en-US" sz="1600">
                    <a:latin typeface="세방고딕 Regular" charset="0"/>
                    <a:ea typeface="세방고딕 Regular" charset="0"/>
                  </a:endParaRPr>
                </a:p>
              </p:txBody>
            </p:sp>
            <p:sp>
              <p:nvSpPr>
                <p:cNvPr id="86" name="타원 85"/>
                <p:cNvSpPr>
                  <a:spLocks/>
                </p:cNvSpPr>
                <p:nvPr/>
              </p:nvSpPr>
              <p:spPr>
                <a:xfrm>
                  <a:off x="4246880" y="5516880"/>
                  <a:ext cx="335915" cy="327660"/>
                </a:xfrm>
                <a:prstGeom prst="ellipse">
                  <a:avLst/>
                </a:prstGeom>
                <a:solidFill>
                  <a:srgbClr val="3378C8"/>
                </a:solidFill>
                <a:ln w="0">
                  <a:noFill/>
                  <a:prstDash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horz" wrap="square" lIns="91440" tIns="45720" rIns="91440" bIns="45720" numCol="1" anchor="ctr">
                  <a:noAutofit/>
                </a:bodyPr>
                <a:lstStyle/>
                <a:p>
                  <a:pPr marL="0" indent="0" algn="ctr" latinLnBrk="0">
                    <a:buFontTx/>
                    <a:buNone/>
                  </a:pPr>
                  <a:endParaRPr lang="ko-KR" altLang="en-US">
                    <a:latin typeface="세방고딕 Regular" charset="0"/>
                    <a:ea typeface="세방고딕 Regular" charset="0"/>
                  </a:endParaRPr>
                </a:p>
              </p:txBody>
            </p:sp>
          </p:grpSp>
          <p:sp>
            <p:nvSpPr>
              <p:cNvPr id="84" name="TextBox 83"/>
              <p:cNvSpPr txBox="1">
                <a:spLocks/>
              </p:cNvSpPr>
              <p:nvPr/>
            </p:nvSpPr>
            <p:spPr>
              <a:xfrm>
                <a:off x="4599940" y="5549265"/>
                <a:ext cx="2122170" cy="276860"/>
              </a:xfrm>
              <a:prstGeom prst="rect">
                <a:avLst/>
              </a:prstGeom>
              <a:noFill/>
            </p:spPr>
            <p:txBody>
              <a:bodyPr vert="horz" wrap="square" lIns="91440" tIns="45720" rIns="91440" bIns="45720" numCol="1" anchor="t">
                <a:spAutoFit/>
              </a:bodyPr>
              <a:lstStyle/>
              <a:p>
                <a:pPr marL="0" indent="0" fontAlgn="ctr" latinLnBrk="0">
                  <a:spcBef>
                    <a:spcPts val="600"/>
                  </a:spcBef>
                  <a:buFontTx/>
                  <a:buNone/>
                  <a:defRPr/>
                </a:pPr>
                <a:r>
                  <a:rPr lang="ko-KR" altLang="en-US" sz="1200">
                    <a:ln w="9525" cap="flat" cmpd="sng"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  <a:prstDash val="solid"/>
                    </a:ln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세방고딕 Regular" charset="0"/>
                    <a:ea typeface="세방고딕 Regular" charset="0"/>
                  </a:rPr>
                  <a:t>추천 엔진 최적화</a:t>
                </a:r>
              </a:p>
            </p:txBody>
          </p:sp>
        </p:grpSp>
        <p:pic>
          <p:nvPicPr>
            <p:cNvPr id="117" name="그래픽 116"/>
            <p:cNvPicPr>
              <a:picLocks noChangeAspect="1"/>
            </p:cNvPicPr>
            <p:nvPr/>
          </p:nvPicPr>
          <p:blipFill rotWithShape="1">
            <a:blip r:embed="rId1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362450" y="5594985"/>
              <a:ext cx="150495" cy="180975"/>
            </a:xfrm>
            <a:prstGeom prst="rect">
              <a:avLst/>
            </a:prstGeom>
            <a:noFill/>
          </p:spPr>
        </p:pic>
      </p:grpSp>
      <p:grpSp>
        <p:nvGrpSpPr>
          <p:cNvPr id="14" name="그룹 13">
            <a:extLst>
              <a:ext uri="{FF2B5EF4-FFF2-40B4-BE49-F238E27FC236}">
                <a16:creationId xmlns:a16="http://schemas.microsoft.com/office/drawing/2014/main" id="{A5C40BBE-095E-01FB-2528-6DF0EF1A33DB}"/>
              </a:ext>
            </a:extLst>
          </p:cNvPr>
          <p:cNvGrpSpPr/>
          <p:nvPr/>
        </p:nvGrpSpPr>
        <p:grpSpPr>
          <a:xfrm>
            <a:off x="7056755" y="5516880"/>
            <a:ext cx="1845945" cy="327025"/>
            <a:chOff x="7056755" y="5516880"/>
            <a:chExt cx="1845945" cy="327025"/>
          </a:xfrm>
        </p:grpSpPr>
        <p:grpSp>
          <p:nvGrpSpPr>
            <p:cNvPr id="88" name="그룹 87">
              <a:extLst>
                <a:ext uri="{FF2B5EF4-FFF2-40B4-BE49-F238E27FC236}">
                  <a16:creationId xmlns:a16="http://schemas.microsoft.com/office/drawing/2014/main" id="{56131837-9B70-2254-3652-7A3BBC83141F}"/>
                </a:ext>
              </a:extLst>
            </p:cNvPr>
            <p:cNvGrpSpPr/>
            <p:nvPr/>
          </p:nvGrpSpPr>
          <p:grpSpPr>
            <a:xfrm>
              <a:off x="7056755" y="5516880"/>
              <a:ext cx="1845945" cy="327025"/>
              <a:chOff x="7056755" y="5516880"/>
              <a:chExt cx="1845945" cy="327025"/>
            </a:xfrm>
          </p:grpSpPr>
          <p:grpSp>
            <p:nvGrpSpPr>
              <p:cNvPr id="89" name="그룹 88">
                <a:extLst>
                  <a:ext uri="{FF2B5EF4-FFF2-40B4-BE49-F238E27FC236}">
                    <a16:creationId xmlns:a16="http://schemas.microsoft.com/office/drawing/2014/main" id="{FDB2CC05-7D07-CB94-1C11-AA6CA7F3F719}"/>
                  </a:ext>
                </a:extLst>
              </p:cNvPr>
              <p:cNvGrpSpPr/>
              <p:nvPr/>
            </p:nvGrpSpPr>
            <p:grpSpPr>
              <a:xfrm>
                <a:off x="7056755" y="5516880"/>
                <a:ext cx="1706880" cy="327025"/>
                <a:chOff x="7056755" y="5516880"/>
                <a:chExt cx="1706880" cy="327025"/>
              </a:xfrm>
            </p:grpSpPr>
            <p:sp>
              <p:nvSpPr>
                <p:cNvPr id="91" name="사각형: 둥근 모서리 90"/>
                <p:cNvSpPr>
                  <a:spLocks/>
                </p:cNvSpPr>
                <p:nvPr/>
              </p:nvSpPr>
              <p:spPr>
                <a:xfrm>
                  <a:off x="7056755" y="5516880"/>
                  <a:ext cx="1707515" cy="327660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bg1">
                    <a:lumMod val="95000"/>
                  </a:schemeClr>
                </a:solidFill>
                <a:ln w="0">
                  <a:noFill/>
                  <a:prstDash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horz" wrap="square" lIns="91440" tIns="45720" rIns="91440" bIns="45720" numCol="1" anchor="ctr">
                  <a:noAutofit/>
                </a:bodyPr>
                <a:lstStyle/>
                <a:p>
                  <a:pPr marL="0" indent="0" algn="ctr" latinLnBrk="0">
                    <a:buFontTx/>
                    <a:buNone/>
                  </a:pPr>
                  <a:endParaRPr lang="ko-KR" altLang="en-US" sz="1600">
                    <a:latin typeface="세방고딕 Regular" charset="0"/>
                    <a:ea typeface="세방고딕 Regular" charset="0"/>
                  </a:endParaRPr>
                </a:p>
              </p:txBody>
            </p:sp>
            <p:sp>
              <p:nvSpPr>
                <p:cNvPr id="92" name="타원 91"/>
                <p:cNvSpPr>
                  <a:spLocks/>
                </p:cNvSpPr>
                <p:nvPr/>
              </p:nvSpPr>
              <p:spPr>
                <a:xfrm>
                  <a:off x="7056755" y="5516880"/>
                  <a:ext cx="335915" cy="327660"/>
                </a:xfrm>
                <a:prstGeom prst="ellipse">
                  <a:avLst/>
                </a:prstGeom>
                <a:solidFill>
                  <a:srgbClr val="3378C8"/>
                </a:solidFill>
                <a:ln w="0">
                  <a:noFill/>
                  <a:prstDash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horz" wrap="square" lIns="91440" tIns="45720" rIns="91440" bIns="45720" numCol="1" anchor="ctr">
                  <a:noAutofit/>
                </a:bodyPr>
                <a:lstStyle/>
                <a:p>
                  <a:pPr marL="0" indent="0" algn="ctr" latinLnBrk="0">
                    <a:buFontTx/>
                    <a:buNone/>
                  </a:pPr>
                  <a:endParaRPr lang="ko-KR" altLang="en-US">
                    <a:latin typeface="세방고딕 Regular" charset="0"/>
                    <a:ea typeface="세방고딕 Regular" charset="0"/>
                  </a:endParaRPr>
                </a:p>
              </p:txBody>
            </p:sp>
          </p:grpSp>
          <p:sp>
            <p:nvSpPr>
              <p:cNvPr id="90" name="TextBox 89"/>
              <p:cNvSpPr txBox="1">
                <a:spLocks/>
              </p:cNvSpPr>
              <p:nvPr/>
            </p:nvSpPr>
            <p:spPr>
              <a:xfrm>
                <a:off x="7409815" y="5549265"/>
                <a:ext cx="1493520" cy="276860"/>
              </a:xfrm>
              <a:prstGeom prst="rect">
                <a:avLst/>
              </a:prstGeom>
              <a:noFill/>
            </p:spPr>
            <p:txBody>
              <a:bodyPr vert="horz" wrap="square" lIns="91440" tIns="45720" rIns="91440" bIns="45720" numCol="1" anchor="t">
                <a:spAutoFit/>
              </a:bodyPr>
              <a:lstStyle/>
              <a:p>
                <a:pPr marL="0" indent="0" latinLnBrk="0">
                  <a:buFontTx/>
                  <a:buNone/>
                  <a:defRPr/>
                </a:pPr>
                <a:r>
                  <a:rPr lang="ko-KR" altLang="ko-KR" sz="1200" spc="-30">
                    <a:ln w="9525" cap="flat" cmpd="sng"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  <a:prstDash val="solid"/>
                    </a:ln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세방고딕 Regular" charset="0"/>
                    <a:ea typeface="세방고딕 Regular" charset="0"/>
                  </a:rPr>
                  <a:t>테스트 및 점검</a:t>
                </a:r>
                <a:endParaRPr lang="ko-KR" altLang="en-US" sz="120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charset="0"/>
                  <a:ea typeface="세방고딕 Regular" charset="0"/>
                </a:endParaRPr>
              </a:p>
            </p:txBody>
          </p:sp>
        </p:grpSp>
        <p:pic>
          <p:nvPicPr>
            <p:cNvPr id="118" name="그래픽 117"/>
            <p:cNvPicPr>
              <a:picLocks noChangeAspect="1"/>
            </p:cNvPicPr>
            <p:nvPr/>
          </p:nvPicPr>
          <p:blipFill rotWithShape="1">
            <a:blip r:embed="rId1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162800" y="5594985"/>
              <a:ext cx="150495" cy="180975"/>
            </a:xfrm>
            <a:prstGeom prst="rect">
              <a:avLst/>
            </a:prstGeom>
            <a:noFill/>
          </p:spPr>
        </p:pic>
      </p:grpSp>
      <p:grpSp>
        <p:nvGrpSpPr>
          <p:cNvPr id="81" name="그룹 80">
            <a:extLst>
              <a:ext uri="{FF2B5EF4-FFF2-40B4-BE49-F238E27FC236}">
                <a16:creationId xmlns:a16="http://schemas.microsoft.com/office/drawing/2014/main" id="{105E0AFF-FD55-4F2F-B8EF-6A49EF49427D}"/>
              </a:ext>
            </a:extLst>
          </p:cNvPr>
          <p:cNvGrpSpPr/>
          <p:nvPr/>
        </p:nvGrpSpPr>
        <p:grpSpPr>
          <a:xfrm>
            <a:off x="4250055" y="2940050"/>
            <a:ext cx="1812925" cy="327025"/>
            <a:chOff x="4250055" y="2940050"/>
            <a:chExt cx="1812925" cy="327025"/>
          </a:xfrm>
        </p:grpSpPr>
        <p:grpSp>
          <p:nvGrpSpPr>
            <p:cNvPr id="87" name="그룹 86">
              <a:extLst>
                <a:ext uri="{FF2B5EF4-FFF2-40B4-BE49-F238E27FC236}">
                  <a16:creationId xmlns:a16="http://schemas.microsoft.com/office/drawing/2014/main" id="{5B729665-2402-4976-908F-269A87997924}"/>
                </a:ext>
              </a:extLst>
            </p:cNvPr>
            <p:cNvGrpSpPr/>
            <p:nvPr/>
          </p:nvGrpSpPr>
          <p:grpSpPr>
            <a:xfrm>
              <a:off x="4250055" y="2940050"/>
              <a:ext cx="1812925" cy="327025"/>
              <a:chOff x="4250055" y="2940050"/>
              <a:chExt cx="1812925" cy="327025"/>
            </a:xfrm>
          </p:grpSpPr>
          <p:grpSp>
            <p:nvGrpSpPr>
              <p:cNvPr id="94" name="그룹 93">
                <a:extLst>
                  <a:ext uri="{FF2B5EF4-FFF2-40B4-BE49-F238E27FC236}">
                    <a16:creationId xmlns:a16="http://schemas.microsoft.com/office/drawing/2014/main" id="{8F7794D7-16E0-4FB8-96C0-DFAB03B48202}"/>
                  </a:ext>
                </a:extLst>
              </p:cNvPr>
              <p:cNvGrpSpPr/>
              <p:nvPr/>
            </p:nvGrpSpPr>
            <p:grpSpPr>
              <a:xfrm>
                <a:off x="4250055" y="2940050"/>
                <a:ext cx="1706880" cy="327025"/>
                <a:chOff x="4250055" y="2940050"/>
                <a:chExt cx="1706880" cy="327025"/>
              </a:xfrm>
            </p:grpSpPr>
            <p:sp>
              <p:nvSpPr>
                <p:cNvPr id="96" name="사각형: 둥근 모서리 95"/>
                <p:cNvSpPr>
                  <a:spLocks/>
                </p:cNvSpPr>
                <p:nvPr/>
              </p:nvSpPr>
              <p:spPr>
                <a:xfrm>
                  <a:off x="4250055" y="2940050"/>
                  <a:ext cx="1707515" cy="327660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bg1">
                    <a:lumMod val="95000"/>
                  </a:schemeClr>
                </a:solidFill>
                <a:ln w="0">
                  <a:noFill/>
                  <a:prstDash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horz" wrap="square" lIns="91440" tIns="45720" rIns="91440" bIns="45720" numCol="1" anchor="ctr">
                  <a:noAutofit/>
                </a:bodyPr>
                <a:lstStyle/>
                <a:p>
                  <a:pPr marL="0" indent="0" algn="ctr" latinLnBrk="0">
                    <a:buFontTx/>
                    <a:buNone/>
                  </a:pPr>
                  <a:endParaRPr lang="ko-KR" altLang="en-US" sz="1600">
                    <a:latin typeface="세방고딕 Regular" charset="0"/>
                    <a:ea typeface="세방고딕 Regular" charset="0"/>
                  </a:endParaRPr>
                </a:p>
              </p:txBody>
            </p:sp>
            <p:sp>
              <p:nvSpPr>
                <p:cNvPr id="97" name="타원 96"/>
                <p:cNvSpPr>
                  <a:spLocks/>
                </p:cNvSpPr>
                <p:nvPr/>
              </p:nvSpPr>
              <p:spPr>
                <a:xfrm>
                  <a:off x="4250055" y="2940050"/>
                  <a:ext cx="335915" cy="327660"/>
                </a:xfrm>
                <a:prstGeom prst="ellipse">
                  <a:avLst/>
                </a:prstGeom>
                <a:solidFill>
                  <a:srgbClr val="3378C8"/>
                </a:solidFill>
                <a:ln w="0">
                  <a:noFill/>
                  <a:prstDash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horz" wrap="square" lIns="91440" tIns="45720" rIns="91440" bIns="45720" numCol="1" anchor="ctr">
                  <a:noAutofit/>
                </a:bodyPr>
                <a:lstStyle/>
                <a:p>
                  <a:pPr marL="0" indent="0" algn="ctr" latinLnBrk="0">
                    <a:buFontTx/>
                    <a:buNone/>
                  </a:pPr>
                  <a:endParaRPr lang="ko-KR" altLang="en-US">
                    <a:latin typeface="세방고딕 Regular" charset="0"/>
                    <a:ea typeface="세방고딕 Regular" charset="0"/>
                  </a:endParaRPr>
                </a:p>
              </p:txBody>
            </p:sp>
          </p:grpSp>
          <p:sp>
            <p:nvSpPr>
              <p:cNvPr id="95" name="TextBox 94"/>
              <p:cNvSpPr txBox="1">
                <a:spLocks/>
              </p:cNvSpPr>
              <p:nvPr/>
            </p:nvSpPr>
            <p:spPr>
              <a:xfrm>
                <a:off x="4603115" y="2972435"/>
                <a:ext cx="1460500" cy="277495"/>
              </a:xfrm>
              <a:prstGeom prst="rect">
                <a:avLst/>
              </a:prstGeom>
              <a:noFill/>
            </p:spPr>
            <p:txBody>
              <a:bodyPr vert="horz" wrap="square" lIns="91440" tIns="45720" rIns="91440" bIns="45720" numCol="1" anchor="t">
                <a:spAutoFit/>
              </a:bodyPr>
              <a:lstStyle/>
              <a:p>
                <a:pPr marL="0" indent="0" latinLnBrk="0">
                  <a:buFontTx/>
                  <a:buNone/>
                  <a:defRPr/>
                </a:pPr>
                <a:r>
                  <a:rPr lang="ko-KR" altLang="en-US" sz="1200">
                    <a:ln w="9525" cap="flat" cmpd="sng"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  <a:prstDash val="solid"/>
                    </a:ln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세방고딕 Regular" charset="0"/>
                    <a:ea typeface="세방고딕 Regular" charset="0"/>
                  </a:rPr>
                  <a:t>웹 디자인</a:t>
                </a:r>
                <a:r>
                  <a:rPr lang="en-US" altLang="ko-KR" sz="1200">
                    <a:ln w="9525" cap="flat" cmpd="sng"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  <a:prstDash val="solid"/>
                    </a:ln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세방고딕 Regular" charset="0"/>
                    <a:ea typeface="세방고딕 Regular" charset="0"/>
                  </a:rPr>
                  <a:t>(HTML)</a:t>
                </a:r>
                <a:endParaRPr lang="ko-KR" altLang="en-US" sz="120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charset="0"/>
                  <a:ea typeface="세방고딕 Regular" charset="0"/>
                </a:endParaRPr>
              </a:p>
            </p:txBody>
          </p:sp>
        </p:grpSp>
        <p:pic>
          <p:nvPicPr>
            <p:cNvPr id="93" name="그래픽 92"/>
            <p:cNvPicPr>
              <a:picLocks noChangeAspect="1"/>
            </p:cNvPicPr>
            <p:nvPr/>
          </p:nvPicPr>
          <p:blipFill rotWithShape="1">
            <a:blip r:embed="rId1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356100" y="3018790"/>
              <a:ext cx="150495" cy="180975"/>
            </a:xfrm>
            <a:prstGeom prst="rect">
              <a:avLst/>
            </a:prstGeom>
            <a:noFill/>
          </p:spPr>
        </p:pic>
      </p:grpSp>
      <p:grpSp>
        <p:nvGrpSpPr>
          <p:cNvPr id="99" name="그룹 98">
            <a:extLst>
              <a:ext uri="{FF2B5EF4-FFF2-40B4-BE49-F238E27FC236}">
                <a16:creationId xmlns:a16="http://schemas.microsoft.com/office/drawing/2014/main" id="{07A4C581-97FC-4661-917D-4B41E0C0D2D8}"/>
              </a:ext>
            </a:extLst>
          </p:cNvPr>
          <p:cNvGrpSpPr/>
          <p:nvPr/>
        </p:nvGrpSpPr>
        <p:grpSpPr>
          <a:xfrm>
            <a:off x="6322060" y="4851400"/>
            <a:ext cx="2474595" cy="327025"/>
            <a:chOff x="6322060" y="4851400"/>
            <a:chExt cx="2474595" cy="327025"/>
          </a:xfrm>
        </p:grpSpPr>
        <p:grpSp>
          <p:nvGrpSpPr>
            <p:cNvPr id="101" name="그룹 100">
              <a:extLst>
                <a:ext uri="{FF2B5EF4-FFF2-40B4-BE49-F238E27FC236}">
                  <a16:creationId xmlns:a16="http://schemas.microsoft.com/office/drawing/2014/main" id="{8D7BC3F7-8949-450F-92C5-74477AC8BD62}"/>
                </a:ext>
              </a:extLst>
            </p:cNvPr>
            <p:cNvGrpSpPr/>
            <p:nvPr/>
          </p:nvGrpSpPr>
          <p:grpSpPr>
            <a:xfrm>
              <a:off x="6322060" y="4851400"/>
              <a:ext cx="2474595" cy="327025"/>
              <a:chOff x="6322060" y="4851400"/>
              <a:chExt cx="2474595" cy="327025"/>
            </a:xfrm>
          </p:grpSpPr>
          <p:grpSp>
            <p:nvGrpSpPr>
              <p:cNvPr id="105" name="그룹 104">
                <a:extLst>
                  <a:ext uri="{FF2B5EF4-FFF2-40B4-BE49-F238E27FC236}">
                    <a16:creationId xmlns:a16="http://schemas.microsoft.com/office/drawing/2014/main" id="{1B54FEE5-856A-407F-B809-C865AC19674C}"/>
                  </a:ext>
                </a:extLst>
              </p:cNvPr>
              <p:cNvGrpSpPr/>
              <p:nvPr/>
            </p:nvGrpSpPr>
            <p:grpSpPr>
              <a:xfrm>
                <a:off x="6322060" y="4851400"/>
                <a:ext cx="2456815" cy="327025"/>
                <a:chOff x="6322060" y="4851400"/>
                <a:chExt cx="2456815" cy="327025"/>
              </a:xfrm>
            </p:grpSpPr>
            <p:sp>
              <p:nvSpPr>
                <p:cNvPr id="112" name="사각형: 둥근 모서리 111"/>
                <p:cNvSpPr>
                  <a:spLocks/>
                </p:cNvSpPr>
                <p:nvPr/>
              </p:nvSpPr>
              <p:spPr>
                <a:xfrm>
                  <a:off x="6322060" y="4851400"/>
                  <a:ext cx="2457450" cy="327660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bg1">
                    <a:lumMod val="95000"/>
                  </a:schemeClr>
                </a:solidFill>
                <a:ln w="0">
                  <a:noFill/>
                  <a:prstDash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horz" wrap="square" lIns="91440" tIns="45720" rIns="91440" bIns="45720" numCol="1" anchor="ctr">
                  <a:noAutofit/>
                </a:bodyPr>
                <a:lstStyle/>
                <a:p>
                  <a:pPr marL="0" indent="0" algn="ctr" latinLnBrk="0">
                    <a:buFontTx/>
                    <a:buNone/>
                  </a:pPr>
                  <a:endParaRPr lang="ko-KR" altLang="en-US" sz="1600">
                    <a:latin typeface="세방고딕 Regular" charset="0"/>
                    <a:ea typeface="세방고딕 Regular" charset="0"/>
                  </a:endParaRPr>
                </a:p>
              </p:txBody>
            </p:sp>
            <p:sp>
              <p:nvSpPr>
                <p:cNvPr id="113" name="타원 112"/>
                <p:cNvSpPr>
                  <a:spLocks/>
                </p:cNvSpPr>
                <p:nvPr/>
              </p:nvSpPr>
              <p:spPr>
                <a:xfrm>
                  <a:off x="6322060" y="4851400"/>
                  <a:ext cx="335915" cy="327660"/>
                </a:xfrm>
                <a:prstGeom prst="ellipse">
                  <a:avLst/>
                </a:prstGeom>
                <a:solidFill>
                  <a:srgbClr val="3378C8"/>
                </a:solidFill>
                <a:ln w="0">
                  <a:noFill/>
                  <a:prstDash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horz" wrap="square" lIns="91440" tIns="45720" rIns="91440" bIns="45720" numCol="1" anchor="ctr">
                  <a:noAutofit/>
                </a:bodyPr>
                <a:lstStyle/>
                <a:p>
                  <a:pPr marL="0" indent="0" algn="ctr" latinLnBrk="0">
                    <a:buFontTx/>
                    <a:buNone/>
                  </a:pPr>
                  <a:endParaRPr lang="ko-KR" altLang="en-US">
                    <a:latin typeface="세방고딕 Regular" charset="0"/>
                    <a:ea typeface="세방고딕 Regular" charset="0"/>
                  </a:endParaRPr>
                </a:p>
              </p:txBody>
            </p:sp>
          </p:grpSp>
          <p:sp>
            <p:nvSpPr>
              <p:cNvPr id="111" name="TextBox 110"/>
              <p:cNvSpPr txBox="1">
                <a:spLocks/>
              </p:cNvSpPr>
              <p:nvPr/>
            </p:nvSpPr>
            <p:spPr>
              <a:xfrm>
                <a:off x="6675120" y="4883785"/>
                <a:ext cx="2122170" cy="276860"/>
              </a:xfrm>
              <a:prstGeom prst="rect">
                <a:avLst/>
              </a:prstGeom>
              <a:noFill/>
            </p:spPr>
            <p:txBody>
              <a:bodyPr vert="horz" wrap="square" lIns="91440" tIns="45720" rIns="91440" bIns="45720" numCol="1" anchor="t">
                <a:spAutoFit/>
              </a:bodyPr>
              <a:lstStyle/>
              <a:p>
                <a:pPr marL="0" indent="0" fontAlgn="ctr" latinLnBrk="0">
                  <a:spcBef>
                    <a:spcPts val="600"/>
                  </a:spcBef>
                  <a:buFontTx/>
                  <a:buNone/>
                  <a:defRPr/>
                </a:pPr>
                <a:r>
                  <a:rPr lang="ko-KR" altLang="en-US" sz="1200">
                    <a:ln w="9525" cap="flat" cmpd="sng"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  <a:prstDash val="solid"/>
                    </a:ln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세방고딕 Regular" charset="0"/>
                    <a:ea typeface="세방고딕 Regular" charset="0"/>
                  </a:rPr>
                  <a:t> 서버 및 DB 구축</a:t>
                </a:r>
              </a:p>
            </p:txBody>
          </p:sp>
        </p:grpSp>
        <p:pic>
          <p:nvPicPr>
            <p:cNvPr id="103" name="그래픽 102"/>
            <p:cNvPicPr>
              <a:picLocks noChangeAspect="1"/>
            </p:cNvPicPr>
            <p:nvPr/>
          </p:nvPicPr>
          <p:blipFill rotWithShape="1">
            <a:blip r:embed="rId1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437630" y="4930140"/>
              <a:ext cx="150495" cy="180975"/>
            </a:xfrm>
            <a:prstGeom prst="rect">
              <a:avLst/>
            </a:prstGeom>
            <a:noFill/>
          </p:spPr>
        </p:pic>
      </p:grpSp>
      <p:grpSp>
        <p:nvGrpSpPr>
          <p:cNvPr id="120" name="그룹 11"/>
          <p:cNvGrpSpPr/>
          <p:nvPr/>
        </p:nvGrpSpPr>
        <p:grpSpPr>
          <a:xfrm>
            <a:off x="6739255" y="3587750"/>
            <a:ext cx="2325370" cy="494030"/>
            <a:chOff x="6739255" y="3587750"/>
            <a:chExt cx="2325370" cy="494030"/>
          </a:xfrm>
        </p:grpSpPr>
        <p:grpSp>
          <p:nvGrpSpPr>
            <p:cNvPr id="121" name="그룹 9"/>
            <p:cNvGrpSpPr/>
            <p:nvPr/>
          </p:nvGrpSpPr>
          <p:grpSpPr>
            <a:xfrm>
              <a:off x="6739255" y="3587750"/>
              <a:ext cx="2325370" cy="494030"/>
              <a:chOff x="6739255" y="3587750"/>
              <a:chExt cx="2325370" cy="494030"/>
            </a:xfrm>
          </p:grpSpPr>
          <p:grpSp>
            <p:nvGrpSpPr>
              <p:cNvPr id="122" name="그룹 7"/>
              <p:cNvGrpSpPr/>
              <p:nvPr/>
            </p:nvGrpSpPr>
            <p:grpSpPr>
              <a:xfrm>
                <a:off x="6739255" y="3587750"/>
                <a:ext cx="1898650" cy="327660"/>
                <a:chOff x="6739255" y="3587750"/>
                <a:chExt cx="1898650" cy="327660"/>
              </a:xfrm>
            </p:grpSpPr>
            <p:sp>
              <p:nvSpPr>
                <p:cNvPr id="123" name="도형 5"/>
                <p:cNvSpPr>
                  <a:spLocks/>
                </p:cNvSpPr>
                <p:nvPr/>
              </p:nvSpPr>
              <p:spPr>
                <a:xfrm>
                  <a:off x="6739255" y="3587750"/>
                  <a:ext cx="1898650" cy="327660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bg1">
                    <a:lumMod val="95000"/>
                  </a:schemeClr>
                </a:solidFill>
                <a:ln w="0">
                  <a:noFill/>
                  <a:prstDash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horz" wrap="square" lIns="91440" tIns="45720" rIns="91440" bIns="45720" numCol="1" anchor="ctr">
                  <a:noAutofit/>
                </a:bodyPr>
                <a:lstStyle/>
                <a:p>
                  <a:pPr marL="0" indent="0" algn="ctr" latinLnBrk="0">
                    <a:buFontTx/>
                    <a:buNone/>
                  </a:pPr>
                  <a:endParaRPr lang="ko-KR" altLang="en-US" sz="1600">
                    <a:latin typeface="세방고딕 Regular" charset="0"/>
                    <a:ea typeface="세방고딕 Regular" charset="0"/>
                  </a:endParaRPr>
                </a:p>
              </p:txBody>
            </p:sp>
            <p:sp>
              <p:nvSpPr>
                <p:cNvPr id="124" name="도형 6"/>
                <p:cNvSpPr>
                  <a:spLocks/>
                </p:cNvSpPr>
                <p:nvPr/>
              </p:nvSpPr>
              <p:spPr>
                <a:xfrm>
                  <a:off x="6739255" y="3587750"/>
                  <a:ext cx="335915" cy="327660"/>
                </a:xfrm>
                <a:prstGeom prst="ellipse">
                  <a:avLst/>
                </a:prstGeom>
                <a:solidFill>
                  <a:srgbClr val="3378C8"/>
                </a:solidFill>
                <a:ln w="0">
                  <a:noFill/>
                  <a:prstDash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horz" wrap="square" lIns="91440" tIns="45720" rIns="91440" bIns="45720" numCol="1" anchor="ctr">
                  <a:noAutofit/>
                </a:bodyPr>
                <a:lstStyle/>
                <a:p>
                  <a:pPr marL="0" indent="0" algn="ctr" latinLnBrk="0">
                    <a:buFontTx/>
                    <a:buNone/>
                  </a:pPr>
                  <a:endParaRPr lang="ko-KR" altLang="en-US">
                    <a:latin typeface="세방고딕 Regular" charset="0"/>
                    <a:ea typeface="세방고딕 Regular" charset="0"/>
                  </a:endParaRPr>
                </a:p>
              </p:txBody>
            </p:sp>
          </p:grpSp>
          <p:sp>
            <p:nvSpPr>
              <p:cNvPr id="125" name="텍스트 상자 8"/>
              <p:cNvSpPr txBox="1">
                <a:spLocks/>
              </p:cNvSpPr>
              <p:nvPr/>
            </p:nvSpPr>
            <p:spPr>
              <a:xfrm>
                <a:off x="7092315" y="3620135"/>
                <a:ext cx="1972310" cy="461645"/>
              </a:xfrm>
              <a:prstGeom prst="rect">
                <a:avLst/>
              </a:prstGeom>
              <a:noFill/>
            </p:spPr>
            <p:txBody>
              <a:bodyPr vert="horz" wrap="square" lIns="91440" tIns="45720" rIns="91440" bIns="45720" numCol="1" anchor="t">
                <a:spAutoFit/>
              </a:bodyPr>
              <a:lstStyle/>
              <a:p>
                <a:pPr marL="0" indent="0" latinLnBrk="0">
                  <a:buFontTx/>
                  <a:buNone/>
                  <a:defRPr/>
                </a:pPr>
                <a:r>
                  <a:rPr lang="ko-KR" altLang="en-US" sz="1200">
                    <a:ln w="9525" cap="flat" cmpd="sng"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  <a:prstDash val="solid"/>
                    </a:ln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세방고딕 Regular" charset="0"/>
                    <a:ea typeface="세방고딕 Regular" charset="0"/>
                  </a:rPr>
                  <a:t>네이버 리뷰 크롤링</a:t>
                </a:r>
              </a:p>
              <a:p>
                <a:pPr marL="0" indent="0" latinLnBrk="0">
                  <a:buFontTx/>
                  <a:buNone/>
                  <a:defRPr/>
                </a:pPr>
                <a:endParaRPr lang="ko-KR" altLang="en-US" sz="120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charset="0"/>
                  <a:ea typeface="세방고딕 Regular" charset="0"/>
                </a:endParaRPr>
              </a:p>
            </p:txBody>
          </p:sp>
        </p:grpSp>
        <p:pic>
          <p:nvPicPr>
            <p:cNvPr id="126" name="그림 10"/>
            <p:cNvPicPr>
              <a:picLocks noChangeAspect="1"/>
            </p:cNvPicPr>
            <p:nvPr/>
          </p:nvPicPr>
          <p:blipFill rotWithShape="1">
            <a:blip r:embed="rId1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854825" y="3661410"/>
              <a:ext cx="150495" cy="180975"/>
            </a:xfrm>
            <a:prstGeom prst="rect">
              <a:avLst/>
            </a:prstGeom>
            <a:noFill/>
          </p:spPr>
        </p:pic>
      </p:grpSp>
    </p:spTree>
    <p:extLst>
      <p:ext uri="{BB962C8B-B14F-4D97-AF65-F5344CB8AC3E}">
        <p14:creationId xmlns:p14="http://schemas.microsoft.com/office/powerpoint/2010/main" val="390610515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635" cy="6858635"/>
          </a:xfrm>
          <a:prstGeom prst="rect">
            <a:avLst/>
          </a:prstGeom>
          <a:noFill/>
        </p:spPr>
      </p:pic>
      <p:pic>
        <p:nvPicPr>
          <p:cNvPr id="3" name="Picture 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78" b="11486"/>
          <a:stretch>
            <a:fillRect/>
          </a:stretch>
        </p:blipFill>
        <p:spPr>
          <a:xfrm>
            <a:off x="7589520" y="4695190"/>
            <a:ext cx="4603115" cy="2163445"/>
          </a:xfrm>
          <a:prstGeom prst="rect">
            <a:avLst/>
          </a:prstGeom>
          <a:noFill/>
        </p:spPr>
      </p:pic>
      <p:sp>
        <p:nvSpPr>
          <p:cNvPr id="4" name="Rect 0"/>
          <p:cNvSpPr>
            <a:spLocks/>
          </p:cNvSpPr>
          <p:nvPr/>
        </p:nvSpPr>
        <p:spPr>
          <a:xfrm flipH="1" flipV="1">
            <a:off x="173990" y="70485"/>
            <a:ext cx="12018645" cy="1221740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49847"/>
            </a:schemeClr>
          </a:solidFill>
          <a:ln w="0">
            <a:noFill/>
            <a:prstDash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/>
          </a:p>
        </p:txBody>
      </p:sp>
      <p:grpSp>
        <p:nvGrpSpPr>
          <p:cNvPr id="5" name="Group 5"/>
          <p:cNvGrpSpPr/>
          <p:nvPr/>
        </p:nvGrpSpPr>
        <p:grpSpPr>
          <a:xfrm>
            <a:off x="375920" y="333375"/>
            <a:ext cx="5949315" cy="831850"/>
            <a:chOff x="375920" y="333375"/>
            <a:chExt cx="5949315" cy="831850"/>
          </a:xfrm>
        </p:grpSpPr>
        <p:sp>
          <p:nvSpPr>
            <p:cNvPr id="6" name="Rect 0"/>
            <p:cNvSpPr txBox="1">
              <a:spLocks/>
            </p:cNvSpPr>
            <p:nvPr/>
          </p:nvSpPr>
          <p:spPr>
            <a:xfrm>
              <a:off x="1461770" y="366395"/>
              <a:ext cx="2252980" cy="27749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</a:pPr>
              <a:r>
                <a:rPr lang="en-US" altLang="ko-KR" sz="12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>
                      <a:alpha val="49847"/>
                    </a:srgbClr>
                  </a:solidFill>
                  <a:latin typeface="세방고딕 Regular" charset="0"/>
                  <a:ea typeface="세방고딕 Regular" charset="0"/>
                </a:rPr>
                <a:t>K-Digital Training</a:t>
              </a:r>
              <a:endParaRPr lang="ko-KR" altLang="en-US" sz="1200" b="1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>
                    <a:alpha val="49847"/>
                  </a:srgb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7" name="Rect 0"/>
            <p:cNvSpPr txBox="1">
              <a:spLocks/>
            </p:cNvSpPr>
            <p:nvPr/>
          </p:nvSpPr>
          <p:spPr>
            <a:xfrm>
              <a:off x="1461770" y="584835"/>
              <a:ext cx="4863465" cy="523240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latinLnBrk="0">
                <a:defRPr/>
              </a:pPr>
              <a:r>
                <a:rPr lang="ko-KR" altLang="en-US" sz="28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데이터 구성 및 처리과정</a:t>
              </a:r>
              <a:endParaRPr lang="en-US" altLang="ko-KR" sz="28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Bold" panose="00000800000000000000" pitchFamily="2" charset="-127"/>
                <a:ea typeface="세방고딕 Bold" panose="00000800000000000000" pitchFamily="2" charset="-127"/>
              </a:endParaRPr>
            </a:p>
          </p:txBody>
        </p:sp>
        <p:sp>
          <p:nvSpPr>
            <p:cNvPr id="8" name="Rect 0"/>
            <p:cNvSpPr txBox="1">
              <a:spLocks/>
            </p:cNvSpPr>
            <p:nvPr/>
          </p:nvSpPr>
          <p:spPr>
            <a:xfrm>
              <a:off x="375920" y="333375"/>
              <a:ext cx="1267460" cy="831850"/>
            </a:xfrm>
            <a:prstGeom prst="rect">
              <a:avLst/>
            </a:prstGeom>
            <a:noFill/>
          </p:spPr>
          <p:txBody>
            <a:bodyPr vert="horz" wrap="square" lIns="91440" tIns="0" rIns="91440" bIns="0" numCol="1" anchor="t">
              <a:spAutoFit/>
            </a:bodyPr>
            <a:lstStyle/>
            <a:p>
              <a:pPr marL="0" indent="0" eaLnBrk="1" fontAlgn="auto" latinLnBrk="1" hangingPunct="1">
                <a:spcBef>
                  <a:spcPts val="0"/>
                </a:spcBef>
                <a:spcAft>
                  <a:spcPts val="0"/>
                </a:spcAft>
                <a:buFontTx/>
                <a:buNone/>
                <a:defRPr/>
              </a:pPr>
              <a:r>
                <a:rPr lang="en-US" altLang="ko-KR" sz="540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/>
                  </a:solidFill>
                  <a:latin typeface="세방고딕 Bold" charset="0"/>
                  <a:ea typeface="세방고딕 Bold" charset="0"/>
                </a:rPr>
                <a:t>02</a:t>
              </a:r>
              <a:endParaRPr lang="ko-KR" altLang="en-US" sz="540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/>
                </a:solidFill>
                <a:latin typeface="세방고딕 Bold" charset="0"/>
                <a:ea typeface="세방고딕 Bold" charset="0"/>
              </a:endParaRPr>
            </a:p>
          </p:txBody>
        </p:sp>
      </p:grpSp>
      <p:pic>
        <p:nvPicPr>
          <p:cNvPr id="9" name="Picture "/>
          <p:cNvPicPr>
            <a:picLocks noChangeAspect="1"/>
          </p:cNvPicPr>
          <p:nvPr/>
        </p:nvPicPr>
        <p:blipFill rotWithShape="1">
          <a:blip r:embed="rId5" cstate="hqprint">
            <a:duotone>
              <a:srgbClr val="2E6CA5"/>
              <a:prstClr val="white"/>
            </a:duotone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0800000" flipV="1">
            <a:off x="0" y="1917065"/>
            <a:ext cx="12192635" cy="234315"/>
          </a:xfrm>
          <a:prstGeom prst="rect">
            <a:avLst/>
          </a:prstGeom>
          <a:noFill/>
        </p:spPr>
      </p:pic>
      <p:grpSp>
        <p:nvGrpSpPr>
          <p:cNvPr id="10" name="Group 5"/>
          <p:cNvGrpSpPr/>
          <p:nvPr/>
        </p:nvGrpSpPr>
        <p:grpSpPr>
          <a:xfrm>
            <a:off x="541655" y="1430020"/>
            <a:ext cx="10527030" cy="370205"/>
            <a:chOff x="541655" y="1430020"/>
            <a:chExt cx="10527030" cy="370205"/>
          </a:xfrm>
        </p:grpSpPr>
        <p:sp>
          <p:nvSpPr>
            <p:cNvPr id="11" name="Rect 0"/>
            <p:cNvSpPr txBox="1">
              <a:spLocks/>
            </p:cNvSpPr>
            <p:nvPr/>
          </p:nvSpPr>
          <p:spPr>
            <a:xfrm>
              <a:off x="743585" y="1430020"/>
              <a:ext cx="10325100" cy="37020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endParaRPr lang="ko-KR" altLang="en-US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12" name="Rect 0"/>
            <p:cNvSpPr>
              <a:spLocks/>
            </p:cNvSpPr>
            <p:nvPr/>
          </p:nvSpPr>
          <p:spPr>
            <a:xfrm>
              <a:off x="541655" y="1539240"/>
              <a:ext cx="101600" cy="114300"/>
            </a:xfrm>
            <a:custGeom>
              <a:avLst/>
              <a:gdLst>
                <a:gd name="TX0" fmla="*/ 428021 w 450215"/>
                <a:gd name="TY0" fmla="*/ 214932 h 506846"/>
                <a:gd name="TX1" fmla="*/ 66705 w 450215"/>
                <a:gd name="TY1" fmla="*/ 6045 h 506846"/>
                <a:gd name="TX2" fmla="*/ 0 w 450215"/>
                <a:gd name="TY2" fmla="*/ 44511 h 506846"/>
                <a:gd name="TX3" fmla="*/ 0 w 450215"/>
                <a:gd name="TY3" fmla="*/ 462326 h 506846"/>
                <a:gd name="TX4" fmla="*/ 66705 w 450215"/>
                <a:gd name="TY4" fmla="*/ 500812 h 506846"/>
                <a:gd name="TX5" fmla="*/ 428021 w 450215"/>
                <a:gd name="TY5" fmla="*/ 291905 h 506846"/>
                <a:gd name="TX6" fmla="*/ 428021 w 450215"/>
                <a:gd name="TY6" fmla="*/ 214932 h 506846"/>
              </a:gdLst>
              <a:ahLst/>
              <a:cxnLst>
                <a:cxn ang="0">
                  <a:pos x="TX0" y="TY0"/>
                </a:cxn>
                <a:cxn ang="0">
                  <a:pos x="TX1" y="TY1"/>
                </a:cxn>
                <a:cxn ang="0">
                  <a:pos x="TX2" y="TY2"/>
                </a:cxn>
                <a:cxn ang="0">
                  <a:pos x="TX3" y="TY3"/>
                </a:cxn>
                <a:cxn ang="0">
                  <a:pos x="TX4" y="TY4"/>
                </a:cxn>
                <a:cxn ang="0">
                  <a:pos x="TX5" y="TY5"/>
                </a:cxn>
                <a:cxn ang="0">
                  <a:pos x="TX6" y="TY6"/>
                </a:cxn>
              </a:cxnLst>
              <a:rect l="l" t="t" r="r" b="b"/>
              <a:pathLst>
                <a:path w="450215" h="506846">
                  <a:moveTo>
                    <a:pt x="428021" y="214932"/>
                  </a:moveTo>
                  <a:lnTo>
                    <a:pt x="66705" y="6045"/>
                  </a:lnTo>
                  <a:cubicBezTo>
                    <a:pt x="37072" y="-11108"/>
                    <a:pt x="0" y="10287"/>
                    <a:pt x="0" y="44511"/>
                  </a:cubicBezTo>
                  <a:lnTo>
                    <a:pt x="0" y="462326"/>
                  </a:lnTo>
                  <a:cubicBezTo>
                    <a:pt x="0" y="496550"/>
                    <a:pt x="37072" y="517945"/>
                    <a:pt x="66705" y="500812"/>
                  </a:cubicBezTo>
                  <a:lnTo>
                    <a:pt x="428021" y="291905"/>
                  </a:lnTo>
                  <a:cubicBezTo>
                    <a:pt x="457613" y="274793"/>
                    <a:pt x="457613" y="232064"/>
                    <a:pt x="428021" y="214932"/>
                  </a:cubicBezTo>
                  <a:close/>
                </a:path>
              </a:pathLst>
            </a:custGeom>
            <a:solidFill>
              <a:srgbClr val="3378C8"/>
            </a:solidFill>
            <a:ln w="0">
              <a:noFill/>
              <a:prstDash/>
            </a:ln>
            <a:effectLst>
              <a:outerShdw blurRad="50800" dist="38100" dir="5400000" algn="t" rotWithShape="0">
                <a:srgbClr val="3378C8">
                  <a:alpha val="40000"/>
                </a:srgbClr>
              </a:outerShdw>
            </a:effectLst>
          </p:spPr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latinLnBrk="0">
                <a:buFontTx/>
                <a:buNone/>
              </a:pPr>
              <a:endParaRPr lang="ko-KR" altLang="en-US"/>
            </a:p>
          </p:txBody>
        </p:sp>
      </p:grpSp>
      <p:sp>
        <p:nvSpPr>
          <p:cNvPr id="13" name="Rect 0"/>
          <p:cNvSpPr txBox="1">
            <a:spLocks/>
          </p:cNvSpPr>
          <p:nvPr/>
        </p:nvSpPr>
        <p:spPr>
          <a:xfrm>
            <a:off x="0" y="0"/>
            <a:ext cx="12192635" cy="114935"/>
          </a:xfrm>
          <a:prstGeom prst="rect">
            <a:avLst/>
          </a:prstGeom>
          <a:solidFill>
            <a:srgbClr val="FFD85C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sp>
        <p:nvSpPr>
          <p:cNvPr id="14" name="Rect 0"/>
          <p:cNvSpPr txBox="1">
            <a:spLocks/>
          </p:cNvSpPr>
          <p:nvPr/>
        </p:nvSpPr>
        <p:spPr>
          <a:xfrm>
            <a:off x="0" y="0"/>
            <a:ext cx="1337310" cy="114935"/>
          </a:xfrm>
          <a:prstGeom prst="rect">
            <a:avLst/>
          </a:prstGeom>
          <a:solidFill>
            <a:srgbClr val="3378C8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sp>
        <p:nvSpPr>
          <p:cNvPr id="22" name="Rect 0"/>
          <p:cNvSpPr txBox="1">
            <a:spLocks/>
          </p:cNvSpPr>
          <p:nvPr/>
        </p:nvSpPr>
        <p:spPr>
          <a:xfrm>
            <a:off x="687705" y="1329055"/>
            <a:ext cx="5794375" cy="492125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>
            <a:spAutoFit/>
          </a:bodyPr>
          <a:lstStyle/>
          <a:p>
            <a:pPr marL="0" indent="0" latinLnBrk="0">
              <a:buFontTx/>
              <a:buNone/>
              <a:defRPr/>
            </a:pPr>
            <a:r>
              <a:rPr lang="ko-KR" altLang="en-US" sz="26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2-</a:t>
            </a:r>
            <a:r>
              <a:rPr lang="en-US" altLang="ko-KR" sz="26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1 </a:t>
            </a:r>
            <a:r>
              <a:rPr lang="ko-KR" altLang="en-US" sz="26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데이터 구성</a:t>
            </a:r>
          </a:p>
        </p:txBody>
      </p:sp>
      <p:pic>
        <p:nvPicPr>
          <p:cNvPr id="55" name="Picture "/>
          <p:cNvPicPr>
            <a:picLocks noChangeAspect="1"/>
          </p:cNvPicPr>
          <p:nvPr/>
        </p:nvPicPr>
        <p:blipFill rotWithShape="1"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7803"/>
          <a:stretch>
            <a:fillRect/>
          </a:stretch>
        </p:blipFill>
        <p:spPr>
          <a:xfrm rot="5400000">
            <a:off x="-476250" y="2466975"/>
            <a:ext cx="1439545" cy="486410"/>
          </a:xfrm>
          <a:prstGeom prst="rect">
            <a:avLst/>
          </a:prstGeom>
          <a:noFill/>
        </p:spPr>
      </p:pic>
      <p:grpSp>
        <p:nvGrpSpPr>
          <p:cNvPr id="56" name="Group 5"/>
          <p:cNvGrpSpPr/>
          <p:nvPr/>
        </p:nvGrpSpPr>
        <p:grpSpPr>
          <a:xfrm>
            <a:off x="10667365" y="6576695"/>
            <a:ext cx="1076325" cy="151130"/>
            <a:chOff x="10667365" y="6576695"/>
            <a:chExt cx="1076325" cy="151130"/>
          </a:xfrm>
        </p:grpSpPr>
        <p:pic>
          <p:nvPicPr>
            <p:cNvPr id="57" name="Picture "/>
            <p:cNvPicPr>
              <a:picLocks noChangeAspect="1"/>
            </p:cNvPicPr>
            <p:nvPr/>
          </p:nvPicPr>
          <p:blipFill rotWithShape="1">
            <a:blip r:embed="rId7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 bwMode="auto">
            <a:xfrm>
              <a:off x="11269345" y="6576695"/>
              <a:ext cx="474345" cy="151130"/>
            </a:xfrm>
            <a:prstGeom prst="rect">
              <a:avLst/>
            </a:prstGeom>
            <a:noFill/>
          </p:spPr>
        </p:pic>
        <p:pic>
          <p:nvPicPr>
            <p:cNvPr id="58" name="Picture "/>
            <p:cNvPicPr>
              <a:picLocks noChangeAspect="1"/>
            </p:cNvPicPr>
            <p:nvPr/>
          </p:nvPicPr>
          <p:blipFill rotWithShape="1">
            <a:blip r:embed="rId8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10667365" y="6576695"/>
              <a:ext cx="478155" cy="142875"/>
            </a:xfrm>
            <a:prstGeom prst="rect">
              <a:avLst/>
            </a:prstGeom>
            <a:noFill/>
          </p:spPr>
        </p:pic>
      </p:grpSp>
      <p:graphicFrame>
        <p:nvGraphicFramePr>
          <p:cNvPr id="15" name="표 16">
            <a:extLst>
              <a:ext uri="{FF2B5EF4-FFF2-40B4-BE49-F238E27FC236}">
                <a16:creationId xmlns:a16="http://schemas.microsoft.com/office/drawing/2014/main" id="{523CB92F-E11D-4389-A2A5-FDA813379F4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95887741"/>
              </p:ext>
            </p:extLst>
          </p:nvPr>
        </p:nvGraphicFramePr>
        <p:xfrm>
          <a:off x="263352" y="2528900"/>
          <a:ext cx="11660739" cy="39768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49463">
                  <a:extLst>
                    <a:ext uri="{9D8B030D-6E8A-4147-A177-3AD203B41FA5}">
                      <a16:colId xmlns:a16="http://schemas.microsoft.com/office/drawing/2014/main" val="4160449000"/>
                    </a:ext>
                  </a:extLst>
                </a:gridCol>
                <a:gridCol w="3086576">
                  <a:extLst>
                    <a:ext uri="{9D8B030D-6E8A-4147-A177-3AD203B41FA5}">
                      <a16:colId xmlns:a16="http://schemas.microsoft.com/office/drawing/2014/main" val="1129780896"/>
                    </a:ext>
                  </a:extLst>
                </a:gridCol>
                <a:gridCol w="2812350">
                  <a:extLst>
                    <a:ext uri="{9D8B030D-6E8A-4147-A177-3AD203B41FA5}">
                      <a16:colId xmlns:a16="http://schemas.microsoft.com/office/drawing/2014/main" val="3971269362"/>
                    </a:ext>
                  </a:extLst>
                </a:gridCol>
                <a:gridCol w="2812350">
                  <a:extLst>
                    <a:ext uri="{9D8B030D-6E8A-4147-A177-3AD203B41FA5}">
                      <a16:colId xmlns:a16="http://schemas.microsoft.com/office/drawing/2014/main" val="909818671"/>
                    </a:ext>
                  </a:extLst>
                </a:gridCol>
              </a:tblGrid>
              <a:tr h="79536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수집방법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활용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10711909"/>
                  </a:ext>
                </a:extLst>
              </a:tr>
              <a:tr h="795362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위치 데이터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사용자 </a:t>
                      </a:r>
                      <a:r>
                        <a:rPr lang="ko-KR" altLang="en-US" dirty="0" err="1"/>
                        <a:t>위〮경도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Geolocation API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현재 날씨 호출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0967260"/>
                  </a:ext>
                </a:extLst>
              </a:tr>
              <a:tr h="795362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날씨 데이터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지역</a:t>
                      </a:r>
                      <a:r>
                        <a:rPr lang="en-US" altLang="ko-KR" dirty="0"/>
                        <a:t>,</a:t>
                      </a:r>
                      <a:r>
                        <a:rPr lang="ko-KR" altLang="en-US" dirty="0"/>
                        <a:t> 시간</a:t>
                      </a:r>
                      <a:r>
                        <a:rPr lang="en-US" altLang="ko-KR" dirty="0"/>
                        <a:t>, </a:t>
                      </a:r>
                      <a:r>
                        <a:rPr lang="ko-KR" altLang="en-US" dirty="0"/>
                        <a:t>기온</a:t>
                      </a:r>
                      <a:r>
                        <a:rPr lang="en-US" altLang="ko-KR" dirty="0"/>
                        <a:t>, </a:t>
                      </a:r>
                      <a:r>
                        <a:rPr lang="ko-KR" altLang="en-US" dirty="0"/>
                        <a:t>강수</a:t>
                      </a:r>
                      <a:r>
                        <a:rPr lang="en-US" altLang="ko-KR" dirty="0"/>
                        <a:t>, </a:t>
                      </a:r>
                      <a:r>
                        <a:rPr lang="ko-KR" altLang="en-US" dirty="0"/>
                        <a:t>습도</a:t>
                      </a:r>
                      <a:r>
                        <a:rPr lang="en-US" altLang="ko-KR" dirty="0"/>
                        <a:t>, </a:t>
                      </a:r>
                      <a:r>
                        <a:rPr lang="ko-KR" altLang="en-US" dirty="0"/>
                        <a:t>풍속</a:t>
                      </a:r>
                      <a:r>
                        <a:rPr lang="en-US" altLang="ko-KR" dirty="0"/>
                        <a:t>, </a:t>
                      </a:r>
                      <a:r>
                        <a:rPr lang="ko-KR" altLang="en-US" dirty="0"/>
                        <a:t>구름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기상청 종관기상관측</a:t>
                      </a:r>
                      <a:r>
                        <a:rPr lang="en-US" altLang="ko-KR" dirty="0"/>
                        <a:t>(ASOS) </a:t>
                      </a:r>
                      <a:r>
                        <a:rPr lang="ko-KR" altLang="en-US" dirty="0"/>
                        <a:t>자료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음식 추천 모델 학습</a:t>
                      </a:r>
                      <a:r>
                        <a:rPr lang="en-US" altLang="ko-KR" dirty="0"/>
                        <a:t>, </a:t>
                      </a:r>
                    </a:p>
                    <a:p>
                      <a:pPr latinLnBrk="1"/>
                      <a:r>
                        <a:rPr lang="ko-KR" altLang="en-US" dirty="0"/>
                        <a:t>카테고리 추천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3059982"/>
                  </a:ext>
                </a:extLst>
              </a:tr>
              <a:tr h="795362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음식점 데이터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가게이름</a:t>
                      </a:r>
                      <a:r>
                        <a:rPr lang="en-US" altLang="ko-KR" dirty="0"/>
                        <a:t>, </a:t>
                      </a:r>
                      <a:r>
                        <a:rPr lang="ko-KR" altLang="en-US" dirty="0" err="1"/>
                        <a:t>위〮경도</a:t>
                      </a:r>
                      <a:r>
                        <a:rPr lang="en-US" altLang="ko-KR" dirty="0"/>
                        <a:t>, </a:t>
                      </a:r>
                      <a:r>
                        <a:rPr lang="ko-KR" altLang="en-US" dirty="0"/>
                        <a:t>주소</a:t>
                      </a:r>
                      <a:r>
                        <a:rPr lang="en-US" altLang="ko-KR" dirty="0"/>
                        <a:t>, </a:t>
                      </a:r>
                    </a:p>
                    <a:p>
                      <a:pPr latinLnBrk="1"/>
                      <a:r>
                        <a:rPr lang="ko-KR" altLang="en-US" dirty="0"/>
                        <a:t>업종분류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 err="1"/>
                        <a:t>공공데이터포털</a:t>
                      </a:r>
                      <a:endParaRPr lang="en-US" altLang="ko-KR" dirty="0"/>
                    </a:p>
                    <a:p>
                      <a:pPr latinLnBrk="1"/>
                      <a:r>
                        <a:rPr lang="ko-KR" altLang="en-US" dirty="0"/>
                        <a:t>소상공인 상가</a:t>
                      </a:r>
                      <a:r>
                        <a:rPr lang="en-US" altLang="ko-KR" dirty="0"/>
                        <a:t>(</a:t>
                      </a:r>
                      <a:r>
                        <a:rPr lang="ko-KR" altLang="en-US" dirty="0"/>
                        <a:t>상권</a:t>
                      </a:r>
                      <a:r>
                        <a:rPr lang="en-US" altLang="ko-KR" dirty="0"/>
                        <a:t>)</a:t>
                      </a:r>
                      <a:r>
                        <a:rPr lang="ko-KR" altLang="en-US" dirty="0"/>
                        <a:t>정보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카테고리 추출</a:t>
                      </a:r>
                      <a:r>
                        <a:rPr lang="en-US" altLang="ko-KR" dirty="0"/>
                        <a:t>,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음식점 추천 및 위치 표시</a:t>
                      </a:r>
                      <a:endParaRPr lang="en-US" altLang="ko-KR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57031185"/>
                  </a:ext>
                </a:extLst>
              </a:tr>
              <a:tr h="795362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리뷰 데이터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상세리뷰</a:t>
                      </a:r>
                      <a:r>
                        <a:rPr lang="en-US" altLang="ko-KR" dirty="0"/>
                        <a:t>, </a:t>
                      </a:r>
                      <a:r>
                        <a:rPr lang="ko-KR" altLang="en-US" dirty="0"/>
                        <a:t>작성일</a:t>
                      </a:r>
                      <a:r>
                        <a:rPr lang="en-US" altLang="ko-KR" dirty="0"/>
                        <a:t>,</a:t>
                      </a:r>
                      <a:r>
                        <a:rPr lang="ko-KR" altLang="en-US" dirty="0"/>
                        <a:t> 리뷰 개수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네이버 </a:t>
                      </a:r>
                      <a:r>
                        <a:rPr lang="ko-KR" altLang="en-US" dirty="0" err="1"/>
                        <a:t>플레이스</a:t>
                      </a:r>
                      <a:r>
                        <a:rPr lang="ko-KR" altLang="en-US" dirty="0"/>
                        <a:t> </a:t>
                      </a:r>
                      <a:r>
                        <a:rPr lang="ko-KR" altLang="en-US" dirty="0" err="1"/>
                        <a:t>크롤링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음식점 추천 점수 도출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25542800"/>
                  </a:ext>
                </a:extLst>
              </a:tr>
            </a:tbl>
          </a:graphicData>
        </a:graphic>
      </p:graphicFrame>
      <p:grpSp>
        <p:nvGrpSpPr>
          <p:cNvPr id="21" name="Group 5">
            <a:extLst>
              <a:ext uri="{FF2B5EF4-FFF2-40B4-BE49-F238E27FC236}">
                <a16:creationId xmlns:a16="http://schemas.microsoft.com/office/drawing/2014/main" id="{EDF273A4-8C63-4A4B-8A1F-115D609CFE01}"/>
              </a:ext>
            </a:extLst>
          </p:cNvPr>
          <p:cNvGrpSpPr/>
          <p:nvPr/>
        </p:nvGrpSpPr>
        <p:grpSpPr>
          <a:xfrm>
            <a:off x="473710" y="2005330"/>
            <a:ext cx="11410950" cy="379730"/>
            <a:chOff x="473710" y="2005330"/>
            <a:chExt cx="11410950" cy="379730"/>
          </a:xfrm>
        </p:grpSpPr>
        <p:sp>
          <p:nvSpPr>
            <p:cNvPr id="23" name="Rect 0">
              <a:extLst>
                <a:ext uri="{FF2B5EF4-FFF2-40B4-BE49-F238E27FC236}">
                  <a16:creationId xmlns:a16="http://schemas.microsoft.com/office/drawing/2014/main" id="{E82D5E83-9540-4510-9723-ACCD20395588}"/>
                </a:ext>
              </a:extLst>
            </p:cNvPr>
            <p:cNvSpPr>
              <a:spLocks/>
            </p:cNvSpPr>
            <p:nvPr/>
          </p:nvSpPr>
          <p:spPr>
            <a:xfrm>
              <a:off x="473710" y="2005330"/>
              <a:ext cx="11219180" cy="379730"/>
            </a:xfrm>
            <a:prstGeom prst="roundRect">
              <a:avLst/>
            </a:prstGeom>
            <a:solidFill>
              <a:srgbClr val="3378C8"/>
            </a:solidFill>
            <a:ln w="0">
              <a:noFill/>
              <a:prstDash/>
            </a:ln>
            <a:effectLst>
              <a:outerShdw dist="38100" dir="2700000" algn="tl" rotWithShape="0">
                <a:srgbClr val="3378C8">
                  <a:alpha val="4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algn="ctr" latinLnBrk="0">
                <a:buFontTx/>
                <a:buNone/>
              </a:pPr>
              <a:endParaRPr lang="ko-KR" altLang="en-US"/>
            </a:p>
          </p:txBody>
        </p:sp>
        <p:sp>
          <p:nvSpPr>
            <p:cNvPr id="24" name="Rect 0">
              <a:extLst>
                <a:ext uri="{FF2B5EF4-FFF2-40B4-BE49-F238E27FC236}">
                  <a16:creationId xmlns:a16="http://schemas.microsoft.com/office/drawing/2014/main" id="{2CF6E5F0-440B-4C4F-8307-569014A40C6F}"/>
                </a:ext>
              </a:extLst>
            </p:cNvPr>
            <p:cNvSpPr txBox="1">
              <a:spLocks/>
            </p:cNvSpPr>
            <p:nvPr/>
          </p:nvSpPr>
          <p:spPr>
            <a:xfrm>
              <a:off x="994410" y="2044065"/>
              <a:ext cx="10890250" cy="307340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r>
                <a:rPr lang="ko-KR" altLang="en-US" sz="1400" b="1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bg1"/>
                  </a:solidFill>
                  <a:latin typeface="세방고딕 Regular" charset="0"/>
                  <a:ea typeface="세방고딕 Regular" charset="0"/>
                </a:rPr>
                <a:t>사용 데이터 목록</a:t>
              </a:r>
            </a:p>
          </p:txBody>
        </p:sp>
        <p:grpSp>
          <p:nvGrpSpPr>
            <p:cNvPr id="25" name="Group 5">
              <a:extLst>
                <a:ext uri="{FF2B5EF4-FFF2-40B4-BE49-F238E27FC236}">
                  <a16:creationId xmlns:a16="http://schemas.microsoft.com/office/drawing/2014/main" id="{E76155EA-8982-40C0-B492-8B53B537062B}"/>
                </a:ext>
              </a:extLst>
            </p:cNvPr>
            <p:cNvGrpSpPr/>
            <p:nvPr/>
          </p:nvGrpSpPr>
          <p:grpSpPr>
            <a:xfrm>
              <a:off x="711200" y="2063115"/>
              <a:ext cx="283845" cy="276860"/>
              <a:chOff x="711200" y="2063115"/>
              <a:chExt cx="283845" cy="276860"/>
            </a:xfrm>
          </p:grpSpPr>
          <p:sp>
            <p:nvSpPr>
              <p:cNvPr id="26" name="Rect 0">
                <a:extLst>
                  <a:ext uri="{FF2B5EF4-FFF2-40B4-BE49-F238E27FC236}">
                    <a16:creationId xmlns:a16="http://schemas.microsoft.com/office/drawing/2014/main" id="{F551F352-1CA7-4E9B-B11C-53040CB3BEF8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760730" y="2066925"/>
                <a:ext cx="234315" cy="234315"/>
              </a:xfrm>
              <a:prstGeom prst="ellipse">
                <a:avLst/>
              </a:prstGeom>
              <a:solidFill>
                <a:schemeClr val="bg1"/>
              </a:solidFill>
              <a:ln w="0">
                <a:noFill/>
                <a:prstDash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square" lIns="91440" tIns="45720" rIns="91440" bIns="45720" numCol="1" anchor="ctr">
                <a:noAutofit/>
              </a:bodyPr>
              <a:lstStyle/>
              <a:p>
                <a:pPr marL="0" indent="0" algn="ctr" latinLnBrk="0">
                  <a:buFontTx/>
                  <a:buNone/>
                </a:pPr>
                <a:endParaRPr lang="ko-KR" altLang="en-US"/>
              </a:p>
            </p:txBody>
          </p:sp>
          <p:sp>
            <p:nvSpPr>
              <p:cNvPr id="27" name="Rect 0">
                <a:extLst>
                  <a:ext uri="{FF2B5EF4-FFF2-40B4-BE49-F238E27FC236}">
                    <a16:creationId xmlns:a16="http://schemas.microsoft.com/office/drawing/2014/main" id="{E4EE8157-C4BE-481E-A97D-8FC68480B2AC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11200" y="2063115"/>
                <a:ext cx="247015" cy="276860"/>
              </a:xfrm>
              <a:prstGeom prst="rect">
                <a:avLst/>
              </a:prstGeom>
              <a:noFill/>
            </p:spPr>
            <p:txBody>
              <a:bodyPr vert="horz" wrap="square" lIns="91440" tIns="45720" rIns="91440" bIns="45720" numCol="1" anchor="t">
                <a:spAutoFit/>
              </a:bodyPr>
              <a:lstStyle/>
              <a:p>
                <a:pPr marL="0" indent="0" latinLnBrk="0">
                  <a:buFontTx/>
                  <a:buNone/>
                </a:pPr>
                <a:r>
                  <a:rPr lang="ko-KR" altLang="ko-KR" sz="1200" b="1">
                    <a:ln w="9525" cap="flat" cmpd="sng"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  <a:prstDash val="solid"/>
                    </a:ln>
                    <a:solidFill>
                      <a:srgbClr val="3378C8"/>
                    </a:solidFill>
                    <a:latin typeface="세방고딕 Bold" charset="0"/>
                    <a:ea typeface="세방고딕 Bold" charset="0"/>
                  </a:rPr>
                  <a:t>▼</a:t>
                </a:r>
                <a:endParaRPr lang="ko-KR" altLang="en-US" sz="12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/>
                  </a:solidFill>
                  <a:latin typeface="세방고딕 Bold" charset="0"/>
                  <a:ea typeface="세방고딕 Bold" charset="0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55672787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635" cy="6858635"/>
          </a:xfrm>
          <a:prstGeom prst="rect">
            <a:avLst/>
          </a:prstGeom>
          <a:noFill/>
        </p:spPr>
      </p:pic>
      <p:pic>
        <p:nvPicPr>
          <p:cNvPr id="3" name="Picture 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78" b="11486"/>
          <a:stretch>
            <a:fillRect/>
          </a:stretch>
        </p:blipFill>
        <p:spPr>
          <a:xfrm>
            <a:off x="7589520" y="4695190"/>
            <a:ext cx="4603115" cy="2163445"/>
          </a:xfrm>
          <a:prstGeom prst="rect">
            <a:avLst/>
          </a:prstGeom>
          <a:noFill/>
        </p:spPr>
      </p:pic>
      <p:sp>
        <p:nvSpPr>
          <p:cNvPr id="4" name="Rect 0"/>
          <p:cNvSpPr>
            <a:spLocks/>
          </p:cNvSpPr>
          <p:nvPr/>
        </p:nvSpPr>
        <p:spPr>
          <a:xfrm flipH="1" flipV="1">
            <a:off x="173990" y="70485"/>
            <a:ext cx="12018645" cy="1221740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49847"/>
            </a:schemeClr>
          </a:solidFill>
          <a:ln w="0">
            <a:noFill/>
            <a:prstDash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/>
          </a:p>
        </p:txBody>
      </p:sp>
      <p:grpSp>
        <p:nvGrpSpPr>
          <p:cNvPr id="5" name="Group 5"/>
          <p:cNvGrpSpPr/>
          <p:nvPr/>
        </p:nvGrpSpPr>
        <p:grpSpPr>
          <a:xfrm>
            <a:off x="375920" y="333375"/>
            <a:ext cx="5949315" cy="1205865"/>
            <a:chOff x="375920" y="333375"/>
            <a:chExt cx="5949315" cy="1205865"/>
          </a:xfrm>
        </p:grpSpPr>
        <p:sp>
          <p:nvSpPr>
            <p:cNvPr id="6" name="Rect 0"/>
            <p:cNvSpPr txBox="1">
              <a:spLocks/>
            </p:cNvSpPr>
            <p:nvPr/>
          </p:nvSpPr>
          <p:spPr>
            <a:xfrm>
              <a:off x="1461770" y="366395"/>
              <a:ext cx="2252980" cy="276860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</a:pPr>
              <a:r>
                <a:rPr lang="en-US" altLang="ko-KR" sz="12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>
                      <a:alpha val="49847"/>
                    </a:srgbClr>
                  </a:solidFill>
                  <a:latin typeface="세방고딕 Regular" charset="0"/>
                  <a:ea typeface="세방고딕 Regular" charset="0"/>
                </a:rPr>
                <a:t>K-Digital Training</a:t>
              </a:r>
              <a:endParaRPr lang="ko-KR" altLang="en-US" sz="1200" b="1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>
                    <a:alpha val="49847"/>
                  </a:srgb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7" name="Rect 0"/>
            <p:cNvSpPr txBox="1">
              <a:spLocks/>
            </p:cNvSpPr>
            <p:nvPr/>
          </p:nvSpPr>
          <p:spPr>
            <a:xfrm>
              <a:off x="1461770" y="584835"/>
              <a:ext cx="4863465" cy="95440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latinLnBrk="0">
                <a:defRPr/>
              </a:pPr>
              <a:r>
                <a:rPr lang="ko-KR" altLang="en-US" sz="28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데이터 구성 및 처리과정</a:t>
              </a:r>
              <a:endParaRPr lang="en-US" altLang="ko-KR" sz="28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Bold" panose="00000800000000000000" pitchFamily="2" charset="-127"/>
                <a:ea typeface="세방고딕 Bold" panose="00000800000000000000" pitchFamily="2" charset="-127"/>
              </a:endParaRPr>
            </a:p>
            <a:p>
              <a:pPr marL="0" indent="0" latinLnBrk="0">
                <a:buFontTx/>
                <a:buNone/>
                <a:defRPr/>
              </a:pPr>
              <a:endParaRPr lang="ko-KR" altLang="en-US" sz="28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Bold" charset="0"/>
                <a:ea typeface="세방고딕 Bold" charset="0"/>
              </a:endParaRPr>
            </a:p>
          </p:txBody>
        </p:sp>
        <p:sp>
          <p:nvSpPr>
            <p:cNvPr id="8" name="Rect 0"/>
            <p:cNvSpPr txBox="1">
              <a:spLocks/>
            </p:cNvSpPr>
            <p:nvPr/>
          </p:nvSpPr>
          <p:spPr>
            <a:xfrm>
              <a:off x="375920" y="333375"/>
              <a:ext cx="1267460" cy="831215"/>
            </a:xfrm>
            <a:prstGeom prst="rect">
              <a:avLst/>
            </a:prstGeom>
            <a:noFill/>
          </p:spPr>
          <p:txBody>
            <a:bodyPr vert="horz" wrap="square" lIns="91440" tIns="0" rIns="91440" bIns="0" numCol="1" anchor="t">
              <a:spAutoFit/>
            </a:bodyPr>
            <a:lstStyle/>
            <a:p>
              <a:pPr marL="0" indent="0" eaLnBrk="1" fontAlgn="auto" latinLnBrk="1" hangingPunct="1">
                <a:spcBef>
                  <a:spcPts val="0"/>
                </a:spcBef>
                <a:spcAft>
                  <a:spcPts val="0"/>
                </a:spcAft>
                <a:buFontTx/>
                <a:buNone/>
                <a:defRPr/>
              </a:pPr>
              <a:r>
                <a:rPr lang="en-US" altLang="ko-KR" sz="5400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/>
                  </a:solidFill>
                  <a:latin typeface="세방고딕 Bold" charset="0"/>
                  <a:ea typeface="세방고딕 Bold" charset="0"/>
                </a:rPr>
                <a:t>02</a:t>
              </a:r>
              <a:endParaRPr lang="ko-KR" altLang="en-US" sz="54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/>
                </a:solidFill>
                <a:latin typeface="세방고딕 Bold" charset="0"/>
                <a:ea typeface="세방고딕 Bold" charset="0"/>
              </a:endParaRPr>
            </a:p>
          </p:txBody>
        </p:sp>
      </p:grpSp>
      <p:pic>
        <p:nvPicPr>
          <p:cNvPr id="9" name="Picture "/>
          <p:cNvPicPr>
            <a:picLocks noChangeAspect="1"/>
          </p:cNvPicPr>
          <p:nvPr/>
        </p:nvPicPr>
        <p:blipFill rotWithShape="1">
          <a:blip r:embed="rId4" cstate="hqprint">
            <a:duotone>
              <a:srgbClr val="2E6CA5"/>
              <a:prstClr val="white"/>
            </a:duotone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0800000" flipV="1">
            <a:off x="0" y="1808480"/>
            <a:ext cx="12192635" cy="342900"/>
          </a:xfrm>
          <a:prstGeom prst="rect">
            <a:avLst/>
          </a:prstGeom>
          <a:noFill/>
        </p:spPr>
      </p:pic>
      <p:grpSp>
        <p:nvGrpSpPr>
          <p:cNvPr id="10" name="Group 5"/>
          <p:cNvGrpSpPr/>
          <p:nvPr/>
        </p:nvGrpSpPr>
        <p:grpSpPr>
          <a:xfrm>
            <a:off x="488315" y="1358900"/>
            <a:ext cx="10527030" cy="370205"/>
            <a:chOff x="488315" y="1358900"/>
            <a:chExt cx="10527030" cy="370205"/>
          </a:xfrm>
        </p:grpSpPr>
        <p:sp>
          <p:nvSpPr>
            <p:cNvPr id="11" name="Rect 0"/>
            <p:cNvSpPr txBox="1">
              <a:spLocks/>
            </p:cNvSpPr>
            <p:nvPr/>
          </p:nvSpPr>
          <p:spPr>
            <a:xfrm>
              <a:off x="690245" y="1358900"/>
              <a:ext cx="10325100" cy="37020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endParaRPr lang="ko-KR" altLang="en-US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12" name="Rect 0"/>
            <p:cNvSpPr>
              <a:spLocks/>
            </p:cNvSpPr>
            <p:nvPr/>
          </p:nvSpPr>
          <p:spPr>
            <a:xfrm>
              <a:off x="488315" y="1468120"/>
              <a:ext cx="101600" cy="114300"/>
            </a:xfrm>
            <a:custGeom>
              <a:avLst/>
              <a:gdLst>
                <a:gd name="TX0" fmla="*/ 428021 w 450215"/>
                <a:gd name="TY0" fmla="*/ 214932 h 506846"/>
                <a:gd name="TX1" fmla="*/ 66705 w 450215"/>
                <a:gd name="TY1" fmla="*/ 6045 h 506846"/>
                <a:gd name="TX2" fmla="*/ 0 w 450215"/>
                <a:gd name="TY2" fmla="*/ 44511 h 506846"/>
                <a:gd name="TX3" fmla="*/ 0 w 450215"/>
                <a:gd name="TY3" fmla="*/ 462326 h 506846"/>
                <a:gd name="TX4" fmla="*/ 66705 w 450215"/>
                <a:gd name="TY4" fmla="*/ 500812 h 506846"/>
                <a:gd name="TX5" fmla="*/ 428021 w 450215"/>
                <a:gd name="TY5" fmla="*/ 291905 h 506846"/>
                <a:gd name="TX6" fmla="*/ 428021 w 450215"/>
                <a:gd name="TY6" fmla="*/ 214932 h 506846"/>
              </a:gdLst>
              <a:ahLst/>
              <a:cxnLst>
                <a:cxn ang="0">
                  <a:pos x="TX0" y="TY0"/>
                </a:cxn>
                <a:cxn ang="0">
                  <a:pos x="TX1" y="TY1"/>
                </a:cxn>
                <a:cxn ang="0">
                  <a:pos x="TX2" y="TY2"/>
                </a:cxn>
                <a:cxn ang="0">
                  <a:pos x="TX3" y="TY3"/>
                </a:cxn>
                <a:cxn ang="0">
                  <a:pos x="TX4" y="TY4"/>
                </a:cxn>
                <a:cxn ang="0">
                  <a:pos x="TX5" y="TY5"/>
                </a:cxn>
                <a:cxn ang="0">
                  <a:pos x="TX6" y="TY6"/>
                </a:cxn>
              </a:cxnLst>
              <a:rect l="l" t="t" r="r" b="b"/>
              <a:pathLst>
                <a:path w="450215" h="506846">
                  <a:moveTo>
                    <a:pt x="428021" y="214932"/>
                  </a:moveTo>
                  <a:lnTo>
                    <a:pt x="66705" y="6045"/>
                  </a:lnTo>
                  <a:cubicBezTo>
                    <a:pt x="37072" y="-11108"/>
                    <a:pt x="0" y="10287"/>
                    <a:pt x="0" y="44511"/>
                  </a:cubicBezTo>
                  <a:lnTo>
                    <a:pt x="0" y="462326"/>
                  </a:lnTo>
                  <a:cubicBezTo>
                    <a:pt x="0" y="496550"/>
                    <a:pt x="37072" y="517945"/>
                    <a:pt x="66705" y="500812"/>
                  </a:cubicBezTo>
                  <a:lnTo>
                    <a:pt x="428021" y="291905"/>
                  </a:lnTo>
                  <a:cubicBezTo>
                    <a:pt x="457613" y="274793"/>
                    <a:pt x="457613" y="232064"/>
                    <a:pt x="428021" y="214932"/>
                  </a:cubicBezTo>
                  <a:close/>
                </a:path>
              </a:pathLst>
            </a:custGeom>
            <a:solidFill>
              <a:srgbClr val="3378C8"/>
            </a:solidFill>
            <a:ln w="0">
              <a:noFill/>
              <a:prstDash/>
            </a:ln>
            <a:effectLst>
              <a:outerShdw blurRad="50800" dist="38100" dir="5400000" algn="t" rotWithShape="0">
                <a:srgbClr val="3378C8">
                  <a:alpha val="40000"/>
                </a:srgbClr>
              </a:outerShdw>
            </a:effectLst>
          </p:spPr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latinLnBrk="0">
                <a:buFontTx/>
                <a:buNone/>
              </a:pPr>
              <a:endParaRPr lang="ko-KR" altLang="en-US"/>
            </a:p>
          </p:txBody>
        </p:sp>
      </p:grpSp>
      <p:sp>
        <p:nvSpPr>
          <p:cNvPr id="13" name="Rect 0"/>
          <p:cNvSpPr txBox="1">
            <a:spLocks/>
          </p:cNvSpPr>
          <p:nvPr/>
        </p:nvSpPr>
        <p:spPr>
          <a:xfrm>
            <a:off x="0" y="0"/>
            <a:ext cx="12192635" cy="114935"/>
          </a:xfrm>
          <a:prstGeom prst="rect">
            <a:avLst/>
          </a:prstGeom>
          <a:solidFill>
            <a:srgbClr val="FFD85C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sp>
        <p:nvSpPr>
          <p:cNvPr id="14" name="Rect 0"/>
          <p:cNvSpPr txBox="1">
            <a:spLocks/>
          </p:cNvSpPr>
          <p:nvPr/>
        </p:nvSpPr>
        <p:spPr>
          <a:xfrm>
            <a:off x="0" y="0"/>
            <a:ext cx="1337310" cy="114935"/>
          </a:xfrm>
          <a:prstGeom prst="rect">
            <a:avLst/>
          </a:prstGeom>
          <a:solidFill>
            <a:srgbClr val="3378C8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pic>
        <p:nvPicPr>
          <p:cNvPr id="55" name="Picture "/>
          <p:cNvPicPr>
            <a:picLocks noChangeAspect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7803"/>
          <a:stretch>
            <a:fillRect/>
          </a:stretch>
        </p:blipFill>
        <p:spPr>
          <a:xfrm rot="5400000">
            <a:off x="-476250" y="2466975"/>
            <a:ext cx="1439545" cy="486410"/>
          </a:xfrm>
          <a:prstGeom prst="rect">
            <a:avLst/>
          </a:prstGeom>
          <a:noFill/>
        </p:spPr>
      </p:pic>
      <p:grpSp>
        <p:nvGrpSpPr>
          <p:cNvPr id="56" name="Group 5"/>
          <p:cNvGrpSpPr/>
          <p:nvPr/>
        </p:nvGrpSpPr>
        <p:grpSpPr>
          <a:xfrm>
            <a:off x="10667365" y="6576695"/>
            <a:ext cx="1076325" cy="151130"/>
            <a:chOff x="10667365" y="6576695"/>
            <a:chExt cx="1076325" cy="151130"/>
          </a:xfrm>
        </p:grpSpPr>
        <p:pic>
          <p:nvPicPr>
            <p:cNvPr id="57" name="Picture "/>
            <p:cNvPicPr>
              <a:picLocks noChangeAspect="1"/>
            </p:cNvPicPr>
            <p:nvPr/>
          </p:nvPicPr>
          <p:blipFill rotWithShape="1">
            <a:blip r:embed="rId6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 bwMode="auto">
            <a:xfrm>
              <a:off x="11269345" y="6576695"/>
              <a:ext cx="474345" cy="151130"/>
            </a:xfrm>
            <a:prstGeom prst="rect">
              <a:avLst/>
            </a:prstGeom>
            <a:noFill/>
          </p:spPr>
        </p:pic>
        <p:pic>
          <p:nvPicPr>
            <p:cNvPr id="58" name="Picture "/>
            <p:cNvPicPr>
              <a:picLocks noChangeAspect="1"/>
            </p:cNvPicPr>
            <p:nvPr/>
          </p:nvPicPr>
          <p:blipFill rotWithShape="1">
            <a:blip r:embed="rId7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10667365" y="6576695"/>
              <a:ext cx="478155" cy="142875"/>
            </a:xfrm>
            <a:prstGeom prst="rect">
              <a:avLst/>
            </a:prstGeom>
            <a:noFill/>
          </p:spPr>
        </p:pic>
      </p:grpSp>
      <p:grpSp>
        <p:nvGrpSpPr>
          <p:cNvPr id="46" name="Group 5"/>
          <p:cNvGrpSpPr/>
          <p:nvPr/>
        </p:nvGrpSpPr>
        <p:grpSpPr>
          <a:xfrm>
            <a:off x="473710" y="1906905"/>
            <a:ext cx="11410950" cy="379730"/>
            <a:chOff x="473710" y="1906905"/>
            <a:chExt cx="11410950" cy="379730"/>
          </a:xfrm>
        </p:grpSpPr>
        <p:sp>
          <p:nvSpPr>
            <p:cNvPr id="47" name="Rect 0"/>
            <p:cNvSpPr>
              <a:spLocks/>
            </p:cNvSpPr>
            <p:nvPr/>
          </p:nvSpPr>
          <p:spPr>
            <a:xfrm>
              <a:off x="473710" y="1906905"/>
              <a:ext cx="11219180" cy="379730"/>
            </a:xfrm>
            <a:prstGeom prst="roundRect">
              <a:avLst/>
            </a:prstGeom>
            <a:solidFill>
              <a:srgbClr val="3378C8"/>
            </a:solidFill>
            <a:ln w="0">
              <a:noFill/>
              <a:prstDash/>
            </a:ln>
            <a:effectLst>
              <a:outerShdw dist="38100" dir="2700000" algn="tl" rotWithShape="0">
                <a:srgbClr val="3378C8">
                  <a:alpha val="4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algn="ctr" latinLnBrk="0">
                <a:buFontTx/>
                <a:buNone/>
              </a:pPr>
              <a:endParaRPr lang="ko-KR" altLang="en-US"/>
            </a:p>
          </p:txBody>
        </p:sp>
        <p:sp>
          <p:nvSpPr>
            <p:cNvPr id="48" name="Rect 0"/>
            <p:cNvSpPr txBox="1">
              <a:spLocks/>
            </p:cNvSpPr>
            <p:nvPr/>
          </p:nvSpPr>
          <p:spPr>
            <a:xfrm>
              <a:off x="994410" y="1945640"/>
              <a:ext cx="10890250" cy="307340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r>
                <a:rPr lang="ko-KR" altLang="en-US" sz="1400" b="1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bg1"/>
                  </a:solidFill>
                  <a:latin typeface="세방고딕 Regular" charset="0"/>
                  <a:ea typeface="세방고딕 Regular" charset="0"/>
                </a:rPr>
                <a:t>날씨 데이터 </a:t>
              </a:r>
              <a:r>
                <a:rPr lang="en-US" altLang="ko-KR" sz="1400" b="1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bg1"/>
                  </a:solidFill>
                  <a:latin typeface="세방고딕 Regular" charset="0"/>
                  <a:ea typeface="세방고딕 Regular" charset="0"/>
                </a:rPr>
                <a:t>- </a:t>
              </a:r>
              <a:r>
                <a:rPr lang="ko-KR" altLang="en-US" sz="1400" b="1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bg1"/>
                  </a:solidFill>
                  <a:latin typeface="세방고딕 Regular" charset="0"/>
                  <a:ea typeface="세방고딕 Regular" charset="0"/>
                </a:rPr>
                <a:t>기상청 종관기상관측 자료 활용</a:t>
              </a:r>
            </a:p>
          </p:txBody>
        </p:sp>
        <p:grpSp>
          <p:nvGrpSpPr>
            <p:cNvPr id="49" name="Group 5"/>
            <p:cNvGrpSpPr/>
            <p:nvPr/>
          </p:nvGrpSpPr>
          <p:grpSpPr>
            <a:xfrm>
              <a:off x="711200" y="1964690"/>
              <a:ext cx="283845" cy="276860"/>
              <a:chOff x="711200" y="1964690"/>
              <a:chExt cx="283845" cy="276860"/>
            </a:xfrm>
          </p:grpSpPr>
          <p:sp>
            <p:nvSpPr>
              <p:cNvPr id="50" name="Rect 0"/>
              <p:cNvSpPr>
                <a:spLocks/>
              </p:cNvSpPr>
              <p:nvPr/>
            </p:nvSpPr>
            <p:spPr>
              <a:xfrm>
                <a:off x="760730" y="1968500"/>
                <a:ext cx="234315" cy="234315"/>
              </a:xfrm>
              <a:prstGeom prst="ellipse">
                <a:avLst/>
              </a:prstGeom>
              <a:solidFill>
                <a:schemeClr val="bg1"/>
              </a:solidFill>
              <a:ln w="0">
                <a:noFill/>
                <a:prstDash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square" lIns="91440" tIns="45720" rIns="91440" bIns="45720" numCol="1" anchor="ctr">
                <a:noAutofit/>
              </a:bodyPr>
              <a:lstStyle/>
              <a:p>
                <a:pPr marL="0" indent="0" algn="ctr" latinLnBrk="0">
                  <a:buFontTx/>
                  <a:buNone/>
                </a:pPr>
                <a:endParaRPr lang="ko-KR" altLang="en-US"/>
              </a:p>
            </p:txBody>
          </p:sp>
          <p:sp>
            <p:nvSpPr>
              <p:cNvPr id="51" name="Rect 0"/>
              <p:cNvSpPr txBox="1">
                <a:spLocks/>
              </p:cNvSpPr>
              <p:nvPr/>
            </p:nvSpPr>
            <p:spPr>
              <a:xfrm>
                <a:off x="711200" y="1964690"/>
                <a:ext cx="247015" cy="276860"/>
              </a:xfrm>
              <a:prstGeom prst="rect">
                <a:avLst/>
              </a:prstGeom>
              <a:noFill/>
            </p:spPr>
            <p:txBody>
              <a:bodyPr vert="horz" wrap="square" lIns="91440" tIns="45720" rIns="91440" bIns="45720" numCol="1" anchor="t">
                <a:spAutoFit/>
              </a:bodyPr>
              <a:lstStyle/>
              <a:p>
                <a:pPr marL="0" indent="0" latinLnBrk="0">
                  <a:buFontTx/>
                  <a:buNone/>
                </a:pPr>
                <a:r>
                  <a:rPr lang="ko-KR" altLang="ko-KR" sz="1200" b="1">
                    <a:ln w="9525" cap="flat" cmpd="sng"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  <a:prstDash val="solid"/>
                    </a:ln>
                    <a:solidFill>
                      <a:srgbClr val="3378C8"/>
                    </a:solidFill>
                    <a:latin typeface="세방고딕 Bold" charset="0"/>
                    <a:ea typeface="세방고딕 Bold" charset="0"/>
                  </a:rPr>
                  <a:t>▼</a:t>
                </a:r>
                <a:endParaRPr lang="ko-KR" altLang="en-US" sz="12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/>
                  </a:solidFill>
                  <a:latin typeface="세방고딕 Bold" charset="0"/>
                  <a:ea typeface="세방고딕 Bold" charset="0"/>
                </a:endParaRPr>
              </a:p>
            </p:txBody>
          </p:sp>
        </p:grpSp>
      </p:grpSp>
      <p:sp>
        <p:nvSpPr>
          <p:cNvPr id="52" name="Rect 0"/>
          <p:cNvSpPr txBox="1">
            <a:spLocks/>
          </p:cNvSpPr>
          <p:nvPr/>
        </p:nvSpPr>
        <p:spPr>
          <a:xfrm>
            <a:off x="635635" y="1314450"/>
            <a:ext cx="5794375" cy="492125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>
            <a:spAutoFit/>
          </a:bodyPr>
          <a:lstStyle/>
          <a:p>
            <a:pPr marL="0" indent="0" latinLnBrk="0">
              <a:buFontTx/>
              <a:buNone/>
              <a:defRPr/>
            </a:pPr>
            <a:r>
              <a:rPr lang="ko-KR" altLang="en-US" sz="26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2-</a:t>
            </a:r>
            <a:r>
              <a:rPr lang="en-US" altLang="ko-KR" sz="26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2 </a:t>
            </a:r>
            <a:r>
              <a:rPr lang="ko-KR" altLang="en-US" sz="2600" dirty="0" err="1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전처리</a:t>
            </a:r>
            <a:r>
              <a:rPr lang="ko-KR" altLang="en-US" sz="26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 및 분석</a:t>
            </a:r>
          </a:p>
        </p:txBody>
      </p:sp>
      <p:pic>
        <p:nvPicPr>
          <p:cNvPr id="42" name="그림 41">
            <a:extLst>
              <a:ext uri="{FF2B5EF4-FFF2-40B4-BE49-F238E27FC236}">
                <a16:creationId xmlns:a16="http://schemas.microsoft.com/office/drawing/2014/main" id="{EA28A671-4EFB-40B1-9B30-63752030101B}"/>
              </a:ext>
            </a:extLst>
          </p:cNvPr>
          <p:cNvPicPr>
            <a:picLocks noChangeAspect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45685"/>
          <a:stretch/>
        </p:blipFill>
        <p:spPr>
          <a:xfrm>
            <a:off x="539115" y="2574925"/>
            <a:ext cx="5276850" cy="3724910"/>
          </a:xfrm>
          <a:prstGeom prst="rect">
            <a:avLst/>
          </a:prstGeom>
        </p:spPr>
      </p:pic>
      <p:sp>
        <p:nvSpPr>
          <p:cNvPr id="44" name="TextBox 43">
            <a:extLst>
              <a:ext uri="{FF2B5EF4-FFF2-40B4-BE49-F238E27FC236}">
                <a16:creationId xmlns:a16="http://schemas.microsoft.com/office/drawing/2014/main" id="{2D1F6023-90B7-4836-891B-9591E094819F}"/>
              </a:ext>
            </a:extLst>
          </p:cNvPr>
          <p:cNvSpPr txBox="1"/>
          <p:nvPr/>
        </p:nvSpPr>
        <p:spPr>
          <a:xfrm>
            <a:off x="6300470" y="3074035"/>
            <a:ext cx="4716780" cy="20313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ko-KR" altLang="en-US" dirty="0"/>
              <a:t>추천엔진을 학습시키기 위한 기상청의 관측자료 수집</a:t>
            </a:r>
            <a:endParaRPr lang="en-US" altLang="ko-KR" dirty="0"/>
          </a:p>
          <a:p>
            <a:pPr marL="342900" indent="-342900">
              <a:buAutoNum type="arabicPeriod"/>
            </a:pPr>
            <a:endParaRPr lang="en-US" altLang="ko-KR" dirty="0"/>
          </a:p>
          <a:p>
            <a:pPr marL="342900" indent="-342900">
              <a:buAutoNum type="arabicPeriod"/>
            </a:pPr>
            <a:r>
              <a:rPr lang="ko-KR" altLang="en-US" dirty="0" err="1"/>
              <a:t>필요없는</a:t>
            </a:r>
            <a:r>
              <a:rPr lang="ko-KR" altLang="en-US" dirty="0"/>
              <a:t> 피처 제거 후 데이터 특성 파악</a:t>
            </a:r>
            <a:endParaRPr lang="en-US" altLang="ko-KR" dirty="0"/>
          </a:p>
          <a:p>
            <a:pPr marL="342900" indent="-342900">
              <a:buAutoNum type="arabicPeriod"/>
            </a:pPr>
            <a:endParaRPr lang="en-US" altLang="ko-KR" dirty="0"/>
          </a:p>
          <a:p>
            <a:pPr marL="342900" indent="-342900">
              <a:buAutoNum type="arabicPeriod"/>
            </a:pPr>
            <a:r>
              <a:rPr lang="en-US" altLang="ko-KR" dirty="0"/>
              <a:t>Ex) </a:t>
            </a:r>
            <a:r>
              <a:rPr lang="ko-KR" altLang="en-US" dirty="0"/>
              <a:t>습도와</a:t>
            </a:r>
            <a:r>
              <a:rPr lang="en-US" altLang="ko-KR" dirty="0"/>
              <a:t> </a:t>
            </a:r>
            <a:r>
              <a:rPr lang="ko-KR" altLang="en-US" dirty="0"/>
              <a:t>기온이 활동성이 높고 강수와 </a:t>
            </a:r>
            <a:r>
              <a:rPr lang="ko-KR" altLang="en-US" dirty="0" err="1"/>
              <a:t>적설등은</a:t>
            </a:r>
            <a:r>
              <a:rPr lang="ko-KR" altLang="en-US" dirty="0"/>
              <a:t> 상대적으로 변동이 적음</a:t>
            </a:r>
            <a:endParaRPr lang="en-US" altLang="ko-KR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635" cy="6858635"/>
          </a:xfrm>
          <a:prstGeom prst="rect">
            <a:avLst/>
          </a:prstGeom>
          <a:noFill/>
        </p:spPr>
      </p:pic>
      <p:pic>
        <p:nvPicPr>
          <p:cNvPr id="3" name="Picture 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78" b="11486"/>
          <a:stretch>
            <a:fillRect/>
          </a:stretch>
        </p:blipFill>
        <p:spPr>
          <a:xfrm>
            <a:off x="7589520" y="4695190"/>
            <a:ext cx="4603115" cy="2163445"/>
          </a:xfrm>
          <a:prstGeom prst="rect">
            <a:avLst/>
          </a:prstGeom>
          <a:noFill/>
        </p:spPr>
      </p:pic>
      <p:sp>
        <p:nvSpPr>
          <p:cNvPr id="4" name="Rect 0"/>
          <p:cNvSpPr>
            <a:spLocks/>
          </p:cNvSpPr>
          <p:nvPr/>
        </p:nvSpPr>
        <p:spPr>
          <a:xfrm flipH="1" flipV="1">
            <a:off x="173990" y="70485"/>
            <a:ext cx="12018645" cy="1221740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49847"/>
            </a:schemeClr>
          </a:solidFill>
          <a:ln w="0">
            <a:noFill/>
            <a:prstDash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/>
          </a:p>
        </p:txBody>
      </p:sp>
      <p:grpSp>
        <p:nvGrpSpPr>
          <p:cNvPr id="5" name="Group 5"/>
          <p:cNvGrpSpPr/>
          <p:nvPr/>
        </p:nvGrpSpPr>
        <p:grpSpPr>
          <a:xfrm>
            <a:off x="375920" y="333375"/>
            <a:ext cx="5949315" cy="1205865"/>
            <a:chOff x="375920" y="333375"/>
            <a:chExt cx="5949315" cy="1205865"/>
          </a:xfrm>
        </p:grpSpPr>
        <p:sp>
          <p:nvSpPr>
            <p:cNvPr id="6" name="Rect 0"/>
            <p:cNvSpPr txBox="1">
              <a:spLocks/>
            </p:cNvSpPr>
            <p:nvPr/>
          </p:nvSpPr>
          <p:spPr>
            <a:xfrm>
              <a:off x="1461770" y="366395"/>
              <a:ext cx="2252980" cy="276860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</a:pPr>
              <a:r>
                <a:rPr lang="en-US" altLang="ko-KR" sz="12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>
                      <a:alpha val="49847"/>
                    </a:srgbClr>
                  </a:solidFill>
                  <a:latin typeface="세방고딕 Regular" charset="0"/>
                  <a:ea typeface="세방고딕 Regular" charset="0"/>
                </a:rPr>
                <a:t>K-Digital Training</a:t>
              </a:r>
              <a:endParaRPr lang="ko-KR" altLang="en-US" sz="1200" b="1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>
                    <a:alpha val="49847"/>
                  </a:srgb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7" name="Rect 0"/>
            <p:cNvSpPr txBox="1">
              <a:spLocks/>
            </p:cNvSpPr>
            <p:nvPr/>
          </p:nvSpPr>
          <p:spPr>
            <a:xfrm>
              <a:off x="1461770" y="584835"/>
              <a:ext cx="4863465" cy="95440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latinLnBrk="0">
                <a:defRPr/>
              </a:pPr>
              <a:r>
                <a:rPr lang="ko-KR" altLang="en-US" sz="28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데이터 구성 및 처리과정</a:t>
              </a:r>
              <a:endParaRPr lang="en-US" altLang="ko-KR" sz="28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Bold" panose="00000800000000000000" pitchFamily="2" charset="-127"/>
                <a:ea typeface="세방고딕 Bold" panose="00000800000000000000" pitchFamily="2" charset="-127"/>
              </a:endParaRPr>
            </a:p>
            <a:p>
              <a:pPr marL="0" indent="0" latinLnBrk="0">
                <a:buFontTx/>
                <a:buNone/>
                <a:defRPr/>
              </a:pPr>
              <a:endParaRPr lang="ko-KR" altLang="en-US" sz="28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Bold" charset="0"/>
                <a:ea typeface="세방고딕 Bold" charset="0"/>
              </a:endParaRPr>
            </a:p>
          </p:txBody>
        </p:sp>
        <p:sp>
          <p:nvSpPr>
            <p:cNvPr id="8" name="Rect 0"/>
            <p:cNvSpPr txBox="1">
              <a:spLocks/>
            </p:cNvSpPr>
            <p:nvPr/>
          </p:nvSpPr>
          <p:spPr>
            <a:xfrm>
              <a:off x="375920" y="333375"/>
              <a:ext cx="1267460" cy="831215"/>
            </a:xfrm>
            <a:prstGeom prst="rect">
              <a:avLst/>
            </a:prstGeom>
            <a:noFill/>
          </p:spPr>
          <p:txBody>
            <a:bodyPr vert="horz" wrap="square" lIns="91440" tIns="0" rIns="91440" bIns="0" numCol="1" anchor="t">
              <a:spAutoFit/>
            </a:bodyPr>
            <a:lstStyle/>
            <a:p>
              <a:pPr marL="0" indent="0" eaLnBrk="1" fontAlgn="auto" latinLnBrk="1" hangingPunct="1">
                <a:spcBef>
                  <a:spcPts val="0"/>
                </a:spcBef>
                <a:spcAft>
                  <a:spcPts val="0"/>
                </a:spcAft>
                <a:buFontTx/>
                <a:buNone/>
                <a:defRPr/>
              </a:pPr>
              <a:r>
                <a:rPr lang="en-US" altLang="ko-KR" sz="5400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/>
                  </a:solidFill>
                  <a:latin typeface="세방고딕 Bold" charset="0"/>
                  <a:ea typeface="세방고딕 Bold" charset="0"/>
                </a:rPr>
                <a:t>02</a:t>
              </a:r>
              <a:endParaRPr lang="ko-KR" altLang="en-US" sz="54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/>
                </a:solidFill>
                <a:latin typeface="세방고딕 Bold" charset="0"/>
                <a:ea typeface="세방고딕 Bold" charset="0"/>
              </a:endParaRPr>
            </a:p>
          </p:txBody>
        </p:sp>
      </p:grpSp>
      <p:pic>
        <p:nvPicPr>
          <p:cNvPr id="9" name="Picture "/>
          <p:cNvPicPr>
            <a:picLocks noChangeAspect="1"/>
          </p:cNvPicPr>
          <p:nvPr/>
        </p:nvPicPr>
        <p:blipFill rotWithShape="1">
          <a:blip r:embed="rId5" cstate="hqprint">
            <a:duotone>
              <a:srgbClr val="2E6CA5"/>
              <a:prstClr val="white"/>
            </a:duotone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0800000" flipV="1">
            <a:off x="0" y="1808480"/>
            <a:ext cx="12192635" cy="342900"/>
          </a:xfrm>
          <a:prstGeom prst="rect">
            <a:avLst/>
          </a:prstGeom>
          <a:noFill/>
        </p:spPr>
      </p:pic>
      <p:grpSp>
        <p:nvGrpSpPr>
          <p:cNvPr id="10" name="Group 5"/>
          <p:cNvGrpSpPr/>
          <p:nvPr/>
        </p:nvGrpSpPr>
        <p:grpSpPr>
          <a:xfrm>
            <a:off x="488315" y="1358900"/>
            <a:ext cx="10527030" cy="370205"/>
            <a:chOff x="488315" y="1358900"/>
            <a:chExt cx="10527030" cy="370205"/>
          </a:xfrm>
        </p:grpSpPr>
        <p:sp>
          <p:nvSpPr>
            <p:cNvPr id="11" name="Rect 0"/>
            <p:cNvSpPr txBox="1">
              <a:spLocks/>
            </p:cNvSpPr>
            <p:nvPr/>
          </p:nvSpPr>
          <p:spPr>
            <a:xfrm>
              <a:off x="690245" y="1358900"/>
              <a:ext cx="10325100" cy="37020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endParaRPr lang="ko-KR" altLang="en-US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12" name="Rect 0"/>
            <p:cNvSpPr>
              <a:spLocks/>
            </p:cNvSpPr>
            <p:nvPr/>
          </p:nvSpPr>
          <p:spPr>
            <a:xfrm>
              <a:off x="488315" y="1468120"/>
              <a:ext cx="101600" cy="114300"/>
            </a:xfrm>
            <a:custGeom>
              <a:avLst/>
              <a:gdLst>
                <a:gd name="TX0" fmla="*/ 428021 w 450215"/>
                <a:gd name="TY0" fmla="*/ 214932 h 506846"/>
                <a:gd name="TX1" fmla="*/ 66705 w 450215"/>
                <a:gd name="TY1" fmla="*/ 6045 h 506846"/>
                <a:gd name="TX2" fmla="*/ 0 w 450215"/>
                <a:gd name="TY2" fmla="*/ 44511 h 506846"/>
                <a:gd name="TX3" fmla="*/ 0 w 450215"/>
                <a:gd name="TY3" fmla="*/ 462326 h 506846"/>
                <a:gd name="TX4" fmla="*/ 66705 w 450215"/>
                <a:gd name="TY4" fmla="*/ 500812 h 506846"/>
                <a:gd name="TX5" fmla="*/ 428021 w 450215"/>
                <a:gd name="TY5" fmla="*/ 291905 h 506846"/>
                <a:gd name="TX6" fmla="*/ 428021 w 450215"/>
                <a:gd name="TY6" fmla="*/ 214932 h 506846"/>
              </a:gdLst>
              <a:ahLst/>
              <a:cxnLst>
                <a:cxn ang="0">
                  <a:pos x="TX0" y="TY0"/>
                </a:cxn>
                <a:cxn ang="0">
                  <a:pos x="TX1" y="TY1"/>
                </a:cxn>
                <a:cxn ang="0">
                  <a:pos x="TX2" y="TY2"/>
                </a:cxn>
                <a:cxn ang="0">
                  <a:pos x="TX3" y="TY3"/>
                </a:cxn>
                <a:cxn ang="0">
                  <a:pos x="TX4" y="TY4"/>
                </a:cxn>
                <a:cxn ang="0">
                  <a:pos x="TX5" y="TY5"/>
                </a:cxn>
                <a:cxn ang="0">
                  <a:pos x="TX6" y="TY6"/>
                </a:cxn>
              </a:cxnLst>
              <a:rect l="l" t="t" r="r" b="b"/>
              <a:pathLst>
                <a:path w="450215" h="506846">
                  <a:moveTo>
                    <a:pt x="428021" y="214932"/>
                  </a:moveTo>
                  <a:lnTo>
                    <a:pt x="66705" y="6045"/>
                  </a:lnTo>
                  <a:cubicBezTo>
                    <a:pt x="37072" y="-11108"/>
                    <a:pt x="0" y="10287"/>
                    <a:pt x="0" y="44511"/>
                  </a:cubicBezTo>
                  <a:lnTo>
                    <a:pt x="0" y="462326"/>
                  </a:lnTo>
                  <a:cubicBezTo>
                    <a:pt x="0" y="496550"/>
                    <a:pt x="37072" y="517945"/>
                    <a:pt x="66705" y="500812"/>
                  </a:cubicBezTo>
                  <a:lnTo>
                    <a:pt x="428021" y="291905"/>
                  </a:lnTo>
                  <a:cubicBezTo>
                    <a:pt x="457613" y="274793"/>
                    <a:pt x="457613" y="232064"/>
                    <a:pt x="428021" y="214932"/>
                  </a:cubicBezTo>
                  <a:close/>
                </a:path>
              </a:pathLst>
            </a:custGeom>
            <a:solidFill>
              <a:srgbClr val="3378C8"/>
            </a:solidFill>
            <a:ln w="0">
              <a:noFill/>
              <a:prstDash/>
            </a:ln>
            <a:effectLst>
              <a:outerShdw blurRad="50800" dist="38100" dir="5400000" algn="t" rotWithShape="0">
                <a:srgbClr val="3378C8">
                  <a:alpha val="40000"/>
                </a:srgbClr>
              </a:outerShdw>
            </a:effectLst>
          </p:spPr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latinLnBrk="0">
                <a:buFontTx/>
                <a:buNone/>
              </a:pPr>
              <a:endParaRPr lang="ko-KR" altLang="en-US"/>
            </a:p>
          </p:txBody>
        </p:sp>
      </p:grpSp>
      <p:sp>
        <p:nvSpPr>
          <p:cNvPr id="13" name="Rect 0"/>
          <p:cNvSpPr txBox="1">
            <a:spLocks/>
          </p:cNvSpPr>
          <p:nvPr/>
        </p:nvSpPr>
        <p:spPr>
          <a:xfrm>
            <a:off x="0" y="0"/>
            <a:ext cx="12192635" cy="114935"/>
          </a:xfrm>
          <a:prstGeom prst="rect">
            <a:avLst/>
          </a:prstGeom>
          <a:solidFill>
            <a:srgbClr val="FFD85C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sp>
        <p:nvSpPr>
          <p:cNvPr id="14" name="Rect 0"/>
          <p:cNvSpPr txBox="1">
            <a:spLocks/>
          </p:cNvSpPr>
          <p:nvPr/>
        </p:nvSpPr>
        <p:spPr>
          <a:xfrm>
            <a:off x="0" y="0"/>
            <a:ext cx="1337310" cy="114935"/>
          </a:xfrm>
          <a:prstGeom prst="rect">
            <a:avLst/>
          </a:prstGeom>
          <a:solidFill>
            <a:srgbClr val="3378C8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pic>
        <p:nvPicPr>
          <p:cNvPr id="55" name="Picture "/>
          <p:cNvPicPr>
            <a:picLocks noChangeAspect="1"/>
          </p:cNvPicPr>
          <p:nvPr/>
        </p:nvPicPr>
        <p:blipFill rotWithShape="1"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7803"/>
          <a:stretch>
            <a:fillRect/>
          </a:stretch>
        </p:blipFill>
        <p:spPr>
          <a:xfrm rot="5400000">
            <a:off x="-476250" y="2466975"/>
            <a:ext cx="1439545" cy="486410"/>
          </a:xfrm>
          <a:prstGeom prst="rect">
            <a:avLst/>
          </a:prstGeom>
          <a:noFill/>
        </p:spPr>
      </p:pic>
      <p:grpSp>
        <p:nvGrpSpPr>
          <p:cNvPr id="56" name="Group 5"/>
          <p:cNvGrpSpPr/>
          <p:nvPr/>
        </p:nvGrpSpPr>
        <p:grpSpPr>
          <a:xfrm>
            <a:off x="10667365" y="6576695"/>
            <a:ext cx="1076325" cy="151130"/>
            <a:chOff x="10667365" y="6576695"/>
            <a:chExt cx="1076325" cy="151130"/>
          </a:xfrm>
        </p:grpSpPr>
        <p:pic>
          <p:nvPicPr>
            <p:cNvPr id="57" name="Picture "/>
            <p:cNvPicPr>
              <a:picLocks noChangeAspect="1"/>
            </p:cNvPicPr>
            <p:nvPr/>
          </p:nvPicPr>
          <p:blipFill rotWithShape="1">
            <a:blip r:embed="rId7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 bwMode="auto">
            <a:xfrm>
              <a:off x="11269345" y="6576695"/>
              <a:ext cx="474345" cy="151130"/>
            </a:xfrm>
            <a:prstGeom prst="rect">
              <a:avLst/>
            </a:prstGeom>
            <a:noFill/>
          </p:spPr>
        </p:pic>
        <p:pic>
          <p:nvPicPr>
            <p:cNvPr id="58" name="Picture "/>
            <p:cNvPicPr>
              <a:picLocks noChangeAspect="1"/>
            </p:cNvPicPr>
            <p:nvPr/>
          </p:nvPicPr>
          <p:blipFill rotWithShape="1">
            <a:blip r:embed="rId8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10667365" y="6576695"/>
              <a:ext cx="478155" cy="142875"/>
            </a:xfrm>
            <a:prstGeom prst="rect">
              <a:avLst/>
            </a:prstGeom>
            <a:noFill/>
          </p:spPr>
        </p:pic>
      </p:grpSp>
      <p:grpSp>
        <p:nvGrpSpPr>
          <p:cNvPr id="46" name="Group 5"/>
          <p:cNvGrpSpPr/>
          <p:nvPr/>
        </p:nvGrpSpPr>
        <p:grpSpPr>
          <a:xfrm>
            <a:off x="473710" y="1906905"/>
            <a:ext cx="11410950" cy="379730"/>
            <a:chOff x="473710" y="1906905"/>
            <a:chExt cx="11410950" cy="379730"/>
          </a:xfrm>
        </p:grpSpPr>
        <p:sp>
          <p:nvSpPr>
            <p:cNvPr id="47" name="Rect 0"/>
            <p:cNvSpPr>
              <a:spLocks/>
            </p:cNvSpPr>
            <p:nvPr/>
          </p:nvSpPr>
          <p:spPr>
            <a:xfrm>
              <a:off x="473710" y="1906905"/>
              <a:ext cx="11219815" cy="380365"/>
            </a:xfrm>
            <a:prstGeom prst="roundRect">
              <a:avLst/>
            </a:prstGeom>
            <a:solidFill>
              <a:srgbClr val="3378C8"/>
            </a:solidFill>
            <a:ln w="0">
              <a:noFill/>
              <a:prstDash/>
            </a:ln>
            <a:effectLst>
              <a:outerShdw dist="38100" dir="2700000" algn="tl" rotWithShape="0">
                <a:srgbClr val="3378C8">
                  <a:alpha val="4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algn="ctr" latinLnBrk="0">
                <a:buFontTx/>
                <a:buNone/>
              </a:pPr>
              <a:endParaRPr lang="ko-KR" altLang="en-US"/>
            </a:p>
          </p:txBody>
        </p:sp>
        <p:sp>
          <p:nvSpPr>
            <p:cNvPr id="48" name="Rect 0"/>
            <p:cNvSpPr txBox="1">
              <a:spLocks/>
            </p:cNvSpPr>
            <p:nvPr/>
          </p:nvSpPr>
          <p:spPr>
            <a:xfrm>
              <a:off x="994410" y="1945640"/>
              <a:ext cx="10890885" cy="307340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r>
                <a:rPr lang="ko-KR" altLang="en-US" sz="14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bg1"/>
                  </a:solidFill>
                  <a:latin typeface="세방고딕 Regular" charset="0"/>
                  <a:ea typeface="세방고딕 Regular" charset="0"/>
                </a:rPr>
                <a:t>리뷰 데이터 (1/3) </a:t>
              </a:r>
              <a:r>
                <a:rPr lang="en-US" altLang="ko-KR" sz="14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bg1"/>
                  </a:solidFill>
                  <a:latin typeface="세방고딕 Regular" charset="0"/>
                  <a:ea typeface="세방고딕 Regular" charset="0"/>
                </a:rPr>
                <a:t>- </a:t>
              </a:r>
              <a:r>
                <a:rPr lang="ko-KR" altLang="en-US" sz="14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bg1"/>
                  </a:solidFill>
                  <a:latin typeface="세방고딕 Regular" charset="0"/>
                  <a:ea typeface="세방고딕 Regular" charset="0"/>
                </a:rPr>
                <a:t>수집</a:t>
              </a:r>
            </a:p>
          </p:txBody>
        </p:sp>
        <p:grpSp>
          <p:nvGrpSpPr>
            <p:cNvPr id="49" name="Group 5"/>
            <p:cNvGrpSpPr/>
            <p:nvPr/>
          </p:nvGrpSpPr>
          <p:grpSpPr>
            <a:xfrm>
              <a:off x="711200" y="1964690"/>
              <a:ext cx="283845" cy="276860"/>
              <a:chOff x="711200" y="1964690"/>
              <a:chExt cx="283845" cy="276860"/>
            </a:xfrm>
          </p:grpSpPr>
          <p:sp>
            <p:nvSpPr>
              <p:cNvPr id="50" name="Rect 0"/>
              <p:cNvSpPr>
                <a:spLocks/>
              </p:cNvSpPr>
              <p:nvPr/>
            </p:nvSpPr>
            <p:spPr>
              <a:xfrm>
                <a:off x="760730" y="1968500"/>
                <a:ext cx="234950" cy="234950"/>
              </a:xfrm>
              <a:prstGeom prst="ellipse">
                <a:avLst/>
              </a:prstGeom>
              <a:solidFill>
                <a:schemeClr val="bg1"/>
              </a:solidFill>
              <a:ln w="0">
                <a:noFill/>
                <a:prstDash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square" lIns="91440" tIns="45720" rIns="91440" bIns="45720" numCol="1" anchor="ctr">
                <a:noAutofit/>
              </a:bodyPr>
              <a:lstStyle/>
              <a:p>
                <a:pPr marL="0" indent="0" algn="ctr" latinLnBrk="0">
                  <a:buFontTx/>
                  <a:buNone/>
                </a:pPr>
                <a:endParaRPr lang="ko-KR" altLang="en-US"/>
              </a:p>
            </p:txBody>
          </p:sp>
          <p:sp>
            <p:nvSpPr>
              <p:cNvPr id="51" name="Rect 0"/>
              <p:cNvSpPr txBox="1">
                <a:spLocks/>
              </p:cNvSpPr>
              <p:nvPr/>
            </p:nvSpPr>
            <p:spPr>
              <a:xfrm>
                <a:off x="711200" y="1964690"/>
                <a:ext cx="247650" cy="277495"/>
              </a:xfrm>
              <a:prstGeom prst="rect">
                <a:avLst/>
              </a:prstGeom>
              <a:noFill/>
            </p:spPr>
            <p:txBody>
              <a:bodyPr vert="horz" wrap="square" lIns="91440" tIns="45720" rIns="91440" bIns="45720" numCol="1" anchor="t">
                <a:spAutoFit/>
              </a:bodyPr>
              <a:lstStyle/>
              <a:p>
                <a:pPr marL="0" indent="0" latinLnBrk="0">
                  <a:buFontTx/>
                  <a:buNone/>
                </a:pPr>
                <a:r>
                  <a:rPr lang="ko-KR" altLang="ko-KR" sz="1200" b="1">
                    <a:ln w="9525" cap="flat" cmpd="sng"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  <a:prstDash val="solid"/>
                    </a:ln>
                    <a:solidFill>
                      <a:srgbClr val="3378C8"/>
                    </a:solidFill>
                    <a:latin typeface="세방고딕 Bold" charset="0"/>
                    <a:ea typeface="세방고딕 Bold" charset="0"/>
                  </a:rPr>
                  <a:t>▼</a:t>
                </a:r>
                <a:endParaRPr lang="ko-KR" altLang="en-US" sz="12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/>
                  </a:solidFill>
                  <a:latin typeface="세방고딕 Bold" charset="0"/>
                  <a:ea typeface="세방고딕 Bold" charset="0"/>
                </a:endParaRPr>
              </a:p>
            </p:txBody>
          </p:sp>
        </p:grpSp>
      </p:grpSp>
      <p:sp>
        <p:nvSpPr>
          <p:cNvPr id="52" name="Rect 0"/>
          <p:cNvSpPr txBox="1">
            <a:spLocks/>
          </p:cNvSpPr>
          <p:nvPr/>
        </p:nvSpPr>
        <p:spPr>
          <a:xfrm>
            <a:off x="635635" y="1314450"/>
            <a:ext cx="5794375" cy="492125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>
            <a:spAutoFit/>
          </a:bodyPr>
          <a:lstStyle/>
          <a:p>
            <a:pPr marL="0" indent="0" latinLnBrk="0">
              <a:buFontTx/>
              <a:buNone/>
              <a:defRPr/>
            </a:pPr>
            <a:r>
              <a:rPr lang="ko-KR" altLang="en-US" sz="26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2-</a:t>
            </a:r>
            <a:r>
              <a:rPr lang="en-US" altLang="ko-KR" sz="26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2 </a:t>
            </a:r>
            <a:r>
              <a:rPr lang="ko-KR" altLang="en-US" sz="2600" dirty="0" err="1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전처리</a:t>
            </a:r>
            <a:r>
              <a:rPr lang="ko-KR" altLang="en-US" sz="26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 및 분석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6F645A1-1783-4FE2-A331-096FD145B909}"/>
              </a:ext>
            </a:extLst>
          </p:cNvPr>
          <p:cNvSpPr txBox="1"/>
          <p:nvPr/>
        </p:nvSpPr>
        <p:spPr>
          <a:xfrm>
            <a:off x="760730" y="2537460"/>
            <a:ext cx="11017885" cy="2860675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>
            <a:spAutoFit/>
          </a:bodyPr>
          <a:lstStyle/>
          <a:p>
            <a:pPr marL="285750" indent="-285750" latinLnBrk="0">
              <a:lnSpc>
                <a:spcPct val="200000"/>
              </a:lnSpc>
            </a:pPr>
            <a:r>
              <a:rPr lang="ko-KR" altLang="en-US" dirty="0"/>
              <a:t>용도 </a:t>
            </a:r>
            <a:r>
              <a:rPr lang="en-US" altLang="ko-KR" dirty="0"/>
              <a:t>: </a:t>
            </a:r>
            <a:r>
              <a:rPr lang="ko-KR" altLang="en-US" dirty="0"/>
              <a:t>음식점 추천시의 품질을 높이기 위해 리뷰 데이터를 </a:t>
            </a:r>
            <a:r>
              <a:rPr lang="ko-KR" altLang="en-US" dirty="0" err="1"/>
              <a:t>긍</a:t>
            </a:r>
            <a:r>
              <a:rPr lang="en-US" altLang="ko-KR" dirty="0"/>
              <a:t>/</a:t>
            </a:r>
            <a:r>
              <a:rPr lang="ko-KR" altLang="en-US" dirty="0"/>
              <a:t>부정 </a:t>
            </a:r>
            <a:r>
              <a:rPr lang="ko-KR" altLang="en-US" dirty="0" err="1"/>
              <a:t>라벨링하여</a:t>
            </a:r>
            <a:r>
              <a:rPr lang="ko-KR" altLang="en-US" dirty="0"/>
              <a:t> 활용</a:t>
            </a:r>
          </a:p>
          <a:p>
            <a:pPr marL="285750" indent="-285750" latinLnBrk="0">
              <a:lnSpc>
                <a:spcPct val="200000"/>
              </a:lnSpc>
              <a:buFont typeface="Wingdings"/>
              <a:buChar char="l"/>
            </a:pPr>
            <a:r>
              <a:rPr lang="ko-KR" altLang="en-US" dirty="0"/>
              <a:t>수집 대상 </a:t>
            </a:r>
            <a:r>
              <a:rPr lang="en-US" altLang="ko-KR" dirty="0"/>
              <a:t>: </a:t>
            </a:r>
            <a:r>
              <a:rPr lang="ko-KR" altLang="en-US" dirty="0"/>
              <a:t>네이버 </a:t>
            </a:r>
            <a:r>
              <a:rPr lang="ko-KR" altLang="en-US" dirty="0" err="1"/>
              <a:t>플레이스</a:t>
            </a:r>
            <a:endParaRPr lang="ko-KR" altLang="en-US" dirty="0"/>
          </a:p>
          <a:p>
            <a:pPr marL="285750" indent="-285750" latinLnBrk="0">
              <a:lnSpc>
                <a:spcPct val="200000"/>
              </a:lnSpc>
              <a:buFont typeface="Wingdings"/>
              <a:buChar char="l"/>
            </a:pPr>
            <a:r>
              <a:rPr lang="ko-KR" altLang="en-US" dirty="0"/>
              <a:t>수집 방법 </a:t>
            </a:r>
            <a:r>
              <a:rPr lang="en-US" altLang="ko-KR" dirty="0"/>
              <a:t>: </a:t>
            </a:r>
            <a:r>
              <a:rPr lang="ko-KR" altLang="en-US" dirty="0" err="1"/>
              <a:t>셀레니움을</a:t>
            </a:r>
            <a:r>
              <a:rPr lang="ko-KR" altLang="en-US" dirty="0"/>
              <a:t> 이용하여 수집</a:t>
            </a:r>
          </a:p>
          <a:p>
            <a:pPr marL="285750" indent="-285750" latinLnBrk="0">
              <a:lnSpc>
                <a:spcPct val="200000"/>
              </a:lnSpc>
              <a:buFont typeface="Wingdings"/>
              <a:buChar char="l"/>
            </a:pPr>
            <a:r>
              <a:rPr lang="ko-KR" altLang="en-US" dirty="0"/>
              <a:t>수집 결과 </a:t>
            </a:r>
            <a:r>
              <a:rPr lang="en-US" altLang="ko-KR" dirty="0"/>
              <a:t>: 5</a:t>
            </a:r>
            <a:r>
              <a:rPr lang="ko-KR" altLang="en-US" dirty="0" err="1"/>
              <a:t>만건</a:t>
            </a:r>
            <a:endParaRPr lang="ko-KR" altLang="en-US" dirty="0"/>
          </a:p>
          <a:p>
            <a:pPr marL="285750" indent="-285750" latinLnBrk="0">
              <a:lnSpc>
                <a:spcPct val="200000"/>
              </a:lnSpc>
              <a:buFont typeface="Wingdings"/>
              <a:buChar char="l"/>
            </a:pPr>
            <a:r>
              <a:rPr lang="ko-KR" altLang="en-US" dirty="0"/>
              <a:t>수집 데이터 </a:t>
            </a:r>
            <a:r>
              <a:rPr lang="en-US" altLang="ko-KR" dirty="0"/>
              <a:t>: </a:t>
            </a:r>
            <a:endParaRPr lang="ko-KR" altLang="en-US" dirty="0"/>
          </a:p>
        </p:txBody>
      </p:sp>
      <p:pic>
        <p:nvPicPr>
          <p:cNvPr id="19" name="그림 18">
            <a:extLst>
              <a:ext uri="{FF2B5EF4-FFF2-40B4-BE49-F238E27FC236}">
                <a16:creationId xmlns:a16="http://schemas.microsoft.com/office/drawing/2014/main" id="{79FFF394-C997-4153-B35A-5EB8FF70672D}"/>
              </a:ext>
            </a:extLst>
          </p:cNvPr>
          <p:cNvPicPr>
            <a:picLocks noChangeAspect="1"/>
          </p:cNvPicPr>
          <p:nvPr/>
        </p:nvPicPr>
        <p:blipFill rotWithShape="1"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9512" b="11261"/>
          <a:stretch/>
        </p:blipFill>
        <p:spPr>
          <a:xfrm>
            <a:off x="2588260" y="4941570"/>
            <a:ext cx="7955280" cy="1635125"/>
          </a:xfrm>
          <a:prstGeom prst="rect">
            <a:avLst/>
          </a:prstGeom>
          <a:ln w="15875">
            <a:solidFill>
              <a:schemeClr val="bg1">
                <a:lumMod val="50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134325796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635" cy="6858635"/>
          </a:xfrm>
          <a:prstGeom prst="rect">
            <a:avLst/>
          </a:prstGeom>
          <a:noFill/>
        </p:spPr>
      </p:pic>
      <p:sp>
        <p:nvSpPr>
          <p:cNvPr id="4" name="Rect 0"/>
          <p:cNvSpPr>
            <a:spLocks/>
          </p:cNvSpPr>
          <p:nvPr/>
        </p:nvSpPr>
        <p:spPr>
          <a:xfrm flipH="1" flipV="1">
            <a:off x="173990" y="70485"/>
            <a:ext cx="12018645" cy="1221740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49847"/>
            </a:schemeClr>
          </a:solidFill>
          <a:ln w="0">
            <a:noFill/>
            <a:prstDash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/>
          </a:p>
        </p:txBody>
      </p:sp>
      <p:grpSp>
        <p:nvGrpSpPr>
          <p:cNvPr id="5" name="Group 5"/>
          <p:cNvGrpSpPr/>
          <p:nvPr/>
        </p:nvGrpSpPr>
        <p:grpSpPr>
          <a:xfrm>
            <a:off x="375920" y="333375"/>
            <a:ext cx="5949315" cy="1205865"/>
            <a:chOff x="375920" y="333375"/>
            <a:chExt cx="5949315" cy="1205865"/>
          </a:xfrm>
        </p:grpSpPr>
        <p:sp>
          <p:nvSpPr>
            <p:cNvPr id="6" name="Rect 0"/>
            <p:cNvSpPr txBox="1">
              <a:spLocks/>
            </p:cNvSpPr>
            <p:nvPr/>
          </p:nvSpPr>
          <p:spPr>
            <a:xfrm>
              <a:off x="1461770" y="366395"/>
              <a:ext cx="2252980" cy="276860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</a:pPr>
              <a:r>
                <a:rPr lang="en-US" altLang="ko-KR" sz="12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>
                      <a:alpha val="49847"/>
                    </a:srgbClr>
                  </a:solidFill>
                  <a:latin typeface="세방고딕 Regular" charset="0"/>
                  <a:ea typeface="세방고딕 Regular" charset="0"/>
                </a:rPr>
                <a:t>K-Digital Training</a:t>
              </a:r>
              <a:endParaRPr lang="ko-KR" altLang="en-US" sz="1200" b="1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>
                    <a:alpha val="49847"/>
                  </a:srgb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7" name="Rect 0"/>
            <p:cNvSpPr txBox="1">
              <a:spLocks/>
            </p:cNvSpPr>
            <p:nvPr/>
          </p:nvSpPr>
          <p:spPr>
            <a:xfrm>
              <a:off x="1461770" y="584835"/>
              <a:ext cx="4863465" cy="95440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latinLnBrk="0">
                <a:defRPr/>
              </a:pPr>
              <a:r>
                <a:rPr lang="ko-KR" altLang="en-US" sz="28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데이터 구성 및 처리과정</a:t>
              </a:r>
              <a:endParaRPr lang="en-US" altLang="ko-KR" sz="28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Bold" panose="00000800000000000000" pitchFamily="2" charset="-127"/>
                <a:ea typeface="세방고딕 Bold" panose="00000800000000000000" pitchFamily="2" charset="-127"/>
              </a:endParaRPr>
            </a:p>
            <a:p>
              <a:pPr marL="0" indent="0" latinLnBrk="0">
                <a:buFontTx/>
                <a:buNone/>
                <a:defRPr/>
              </a:pPr>
              <a:endParaRPr lang="ko-KR" altLang="en-US" sz="28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Bold" charset="0"/>
                <a:ea typeface="세방고딕 Bold" charset="0"/>
              </a:endParaRPr>
            </a:p>
          </p:txBody>
        </p:sp>
        <p:sp>
          <p:nvSpPr>
            <p:cNvPr id="8" name="Rect 0"/>
            <p:cNvSpPr txBox="1">
              <a:spLocks/>
            </p:cNvSpPr>
            <p:nvPr/>
          </p:nvSpPr>
          <p:spPr>
            <a:xfrm>
              <a:off x="375920" y="333375"/>
              <a:ext cx="1267460" cy="831215"/>
            </a:xfrm>
            <a:prstGeom prst="rect">
              <a:avLst/>
            </a:prstGeom>
            <a:noFill/>
          </p:spPr>
          <p:txBody>
            <a:bodyPr vert="horz" wrap="square" lIns="91440" tIns="0" rIns="91440" bIns="0" numCol="1" anchor="t">
              <a:spAutoFit/>
            </a:bodyPr>
            <a:lstStyle/>
            <a:p>
              <a:pPr marL="0" indent="0" eaLnBrk="1" fontAlgn="auto" latinLnBrk="1" hangingPunct="1">
                <a:spcBef>
                  <a:spcPts val="0"/>
                </a:spcBef>
                <a:spcAft>
                  <a:spcPts val="0"/>
                </a:spcAft>
                <a:buFontTx/>
                <a:buNone/>
                <a:defRPr/>
              </a:pPr>
              <a:r>
                <a:rPr lang="en-US" altLang="ko-KR" sz="5400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/>
                  </a:solidFill>
                  <a:latin typeface="세방고딕 Bold" charset="0"/>
                  <a:ea typeface="세방고딕 Bold" charset="0"/>
                </a:rPr>
                <a:t>02</a:t>
              </a:r>
              <a:endParaRPr lang="ko-KR" altLang="en-US" sz="54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/>
                </a:solidFill>
                <a:latin typeface="세방고딕 Bold" charset="0"/>
                <a:ea typeface="세방고딕 Bold" charset="0"/>
              </a:endParaRPr>
            </a:p>
          </p:txBody>
        </p:sp>
      </p:grpSp>
      <p:pic>
        <p:nvPicPr>
          <p:cNvPr id="9" name="Picture "/>
          <p:cNvPicPr>
            <a:picLocks noChangeAspect="1"/>
          </p:cNvPicPr>
          <p:nvPr/>
        </p:nvPicPr>
        <p:blipFill rotWithShape="1">
          <a:blip r:embed="rId4" cstate="hqprint">
            <a:duotone>
              <a:srgbClr val="2E6CA5"/>
              <a:prstClr val="white"/>
            </a:duotone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0800000" flipV="1">
            <a:off x="0" y="1808480"/>
            <a:ext cx="12192635" cy="342900"/>
          </a:xfrm>
          <a:prstGeom prst="rect">
            <a:avLst/>
          </a:prstGeom>
          <a:noFill/>
        </p:spPr>
      </p:pic>
      <p:grpSp>
        <p:nvGrpSpPr>
          <p:cNvPr id="10" name="Group 5"/>
          <p:cNvGrpSpPr/>
          <p:nvPr/>
        </p:nvGrpSpPr>
        <p:grpSpPr>
          <a:xfrm>
            <a:off x="488315" y="1358900"/>
            <a:ext cx="10527030" cy="370205"/>
            <a:chOff x="488315" y="1358900"/>
            <a:chExt cx="10527030" cy="370205"/>
          </a:xfrm>
        </p:grpSpPr>
        <p:sp>
          <p:nvSpPr>
            <p:cNvPr id="11" name="Rect 0"/>
            <p:cNvSpPr txBox="1">
              <a:spLocks/>
            </p:cNvSpPr>
            <p:nvPr/>
          </p:nvSpPr>
          <p:spPr>
            <a:xfrm>
              <a:off x="690245" y="1358900"/>
              <a:ext cx="10325100" cy="37020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endParaRPr lang="ko-KR" altLang="en-US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12" name="Rect 0"/>
            <p:cNvSpPr>
              <a:spLocks/>
            </p:cNvSpPr>
            <p:nvPr/>
          </p:nvSpPr>
          <p:spPr>
            <a:xfrm>
              <a:off x="488315" y="1468120"/>
              <a:ext cx="101600" cy="114300"/>
            </a:xfrm>
            <a:custGeom>
              <a:avLst/>
              <a:gdLst>
                <a:gd name="TX0" fmla="*/ 428021 w 450215"/>
                <a:gd name="TY0" fmla="*/ 214932 h 506846"/>
                <a:gd name="TX1" fmla="*/ 66705 w 450215"/>
                <a:gd name="TY1" fmla="*/ 6045 h 506846"/>
                <a:gd name="TX2" fmla="*/ 0 w 450215"/>
                <a:gd name="TY2" fmla="*/ 44511 h 506846"/>
                <a:gd name="TX3" fmla="*/ 0 w 450215"/>
                <a:gd name="TY3" fmla="*/ 462326 h 506846"/>
                <a:gd name="TX4" fmla="*/ 66705 w 450215"/>
                <a:gd name="TY4" fmla="*/ 500812 h 506846"/>
                <a:gd name="TX5" fmla="*/ 428021 w 450215"/>
                <a:gd name="TY5" fmla="*/ 291905 h 506846"/>
                <a:gd name="TX6" fmla="*/ 428021 w 450215"/>
                <a:gd name="TY6" fmla="*/ 214932 h 506846"/>
              </a:gdLst>
              <a:ahLst/>
              <a:cxnLst>
                <a:cxn ang="0">
                  <a:pos x="TX0" y="TY0"/>
                </a:cxn>
                <a:cxn ang="0">
                  <a:pos x="TX1" y="TY1"/>
                </a:cxn>
                <a:cxn ang="0">
                  <a:pos x="TX2" y="TY2"/>
                </a:cxn>
                <a:cxn ang="0">
                  <a:pos x="TX3" y="TY3"/>
                </a:cxn>
                <a:cxn ang="0">
                  <a:pos x="TX4" y="TY4"/>
                </a:cxn>
                <a:cxn ang="0">
                  <a:pos x="TX5" y="TY5"/>
                </a:cxn>
                <a:cxn ang="0">
                  <a:pos x="TX6" y="TY6"/>
                </a:cxn>
              </a:cxnLst>
              <a:rect l="l" t="t" r="r" b="b"/>
              <a:pathLst>
                <a:path w="450215" h="506846">
                  <a:moveTo>
                    <a:pt x="428021" y="214932"/>
                  </a:moveTo>
                  <a:lnTo>
                    <a:pt x="66705" y="6045"/>
                  </a:lnTo>
                  <a:cubicBezTo>
                    <a:pt x="37072" y="-11108"/>
                    <a:pt x="0" y="10287"/>
                    <a:pt x="0" y="44511"/>
                  </a:cubicBezTo>
                  <a:lnTo>
                    <a:pt x="0" y="462326"/>
                  </a:lnTo>
                  <a:cubicBezTo>
                    <a:pt x="0" y="496550"/>
                    <a:pt x="37072" y="517945"/>
                    <a:pt x="66705" y="500812"/>
                  </a:cubicBezTo>
                  <a:lnTo>
                    <a:pt x="428021" y="291905"/>
                  </a:lnTo>
                  <a:cubicBezTo>
                    <a:pt x="457613" y="274793"/>
                    <a:pt x="457613" y="232064"/>
                    <a:pt x="428021" y="214932"/>
                  </a:cubicBezTo>
                  <a:close/>
                </a:path>
              </a:pathLst>
            </a:custGeom>
            <a:solidFill>
              <a:srgbClr val="3378C8"/>
            </a:solidFill>
            <a:ln w="0">
              <a:noFill/>
              <a:prstDash/>
            </a:ln>
            <a:effectLst>
              <a:outerShdw blurRad="50800" dist="38100" dir="5400000" algn="t" rotWithShape="0">
                <a:srgbClr val="3378C8">
                  <a:alpha val="40000"/>
                </a:srgbClr>
              </a:outerShdw>
            </a:effectLst>
          </p:spPr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latinLnBrk="0">
                <a:buFontTx/>
                <a:buNone/>
              </a:pPr>
              <a:endParaRPr lang="ko-KR" altLang="en-US"/>
            </a:p>
          </p:txBody>
        </p:sp>
      </p:grpSp>
      <p:sp>
        <p:nvSpPr>
          <p:cNvPr id="13" name="Rect 0"/>
          <p:cNvSpPr txBox="1">
            <a:spLocks/>
          </p:cNvSpPr>
          <p:nvPr/>
        </p:nvSpPr>
        <p:spPr>
          <a:xfrm>
            <a:off x="0" y="0"/>
            <a:ext cx="12192635" cy="114935"/>
          </a:xfrm>
          <a:prstGeom prst="rect">
            <a:avLst/>
          </a:prstGeom>
          <a:solidFill>
            <a:srgbClr val="FFD85C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sp>
        <p:nvSpPr>
          <p:cNvPr id="14" name="Rect 0"/>
          <p:cNvSpPr txBox="1">
            <a:spLocks/>
          </p:cNvSpPr>
          <p:nvPr/>
        </p:nvSpPr>
        <p:spPr>
          <a:xfrm>
            <a:off x="0" y="0"/>
            <a:ext cx="1337310" cy="114935"/>
          </a:xfrm>
          <a:prstGeom prst="rect">
            <a:avLst/>
          </a:prstGeom>
          <a:solidFill>
            <a:srgbClr val="3378C8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pic>
        <p:nvPicPr>
          <p:cNvPr id="55" name="Picture "/>
          <p:cNvPicPr>
            <a:picLocks noChangeAspect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7803"/>
          <a:stretch>
            <a:fillRect/>
          </a:stretch>
        </p:blipFill>
        <p:spPr>
          <a:xfrm rot="5400000">
            <a:off x="-476250" y="2466975"/>
            <a:ext cx="1439545" cy="486410"/>
          </a:xfrm>
          <a:prstGeom prst="rect">
            <a:avLst/>
          </a:prstGeom>
          <a:noFill/>
        </p:spPr>
      </p:pic>
      <p:grpSp>
        <p:nvGrpSpPr>
          <p:cNvPr id="46" name="Group 5"/>
          <p:cNvGrpSpPr/>
          <p:nvPr/>
        </p:nvGrpSpPr>
        <p:grpSpPr>
          <a:xfrm>
            <a:off x="473710" y="1906905"/>
            <a:ext cx="11410950" cy="379730"/>
            <a:chOff x="473710" y="1906905"/>
            <a:chExt cx="11410950" cy="379730"/>
          </a:xfrm>
        </p:grpSpPr>
        <p:sp>
          <p:nvSpPr>
            <p:cNvPr id="47" name="Rect 0"/>
            <p:cNvSpPr>
              <a:spLocks/>
            </p:cNvSpPr>
            <p:nvPr/>
          </p:nvSpPr>
          <p:spPr>
            <a:xfrm>
              <a:off x="473710" y="1906905"/>
              <a:ext cx="11219815" cy="380365"/>
            </a:xfrm>
            <a:prstGeom prst="roundRect">
              <a:avLst/>
            </a:prstGeom>
            <a:solidFill>
              <a:srgbClr val="3378C8"/>
            </a:solidFill>
            <a:ln w="0">
              <a:noFill/>
              <a:prstDash/>
            </a:ln>
            <a:effectLst>
              <a:outerShdw dist="38100" dir="2700000" algn="tl" rotWithShape="0">
                <a:srgbClr val="3378C8">
                  <a:alpha val="4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algn="ctr" latinLnBrk="0">
                <a:buFontTx/>
                <a:buNone/>
              </a:pPr>
              <a:endParaRPr lang="ko-KR" altLang="en-US"/>
            </a:p>
          </p:txBody>
        </p:sp>
        <p:sp>
          <p:nvSpPr>
            <p:cNvPr id="48" name="Rect 0"/>
            <p:cNvSpPr txBox="1">
              <a:spLocks/>
            </p:cNvSpPr>
            <p:nvPr/>
          </p:nvSpPr>
          <p:spPr>
            <a:xfrm>
              <a:off x="994410" y="1945640"/>
              <a:ext cx="10890885" cy="307340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r>
                <a:rPr lang="ko-KR" altLang="en-US" sz="14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bg1"/>
                  </a:solidFill>
                  <a:latin typeface="세방고딕 Regular" charset="0"/>
                  <a:ea typeface="세방고딕 Regular" charset="0"/>
                </a:rPr>
                <a:t>리뷰 데이터 (2/3) </a:t>
              </a:r>
              <a:r>
                <a:rPr lang="en-US" altLang="ko-KR" sz="14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bg1"/>
                  </a:solidFill>
                  <a:latin typeface="세방고딕 Regular" charset="0"/>
                  <a:ea typeface="세방고딕 Regular" charset="0"/>
                </a:rPr>
                <a:t>- </a:t>
              </a:r>
              <a:r>
                <a:rPr lang="ko-KR" altLang="en-US" sz="14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bg1"/>
                  </a:solidFill>
                  <a:latin typeface="세방고딕 Regular" charset="0"/>
                  <a:ea typeface="세방고딕 Regular" charset="0"/>
                </a:rPr>
                <a:t>수집</a:t>
              </a:r>
            </a:p>
          </p:txBody>
        </p:sp>
        <p:grpSp>
          <p:nvGrpSpPr>
            <p:cNvPr id="49" name="Group 5"/>
            <p:cNvGrpSpPr/>
            <p:nvPr/>
          </p:nvGrpSpPr>
          <p:grpSpPr>
            <a:xfrm>
              <a:off x="711200" y="1964690"/>
              <a:ext cx="283845" cy="276860"/>
              <a:chOff x="711200" y="1964690"/>
              <a:chExt cx="283845" cy="276860"/>
            </a:xfrm>
          </p:grpSpPr>
          <p:sp>
            <p:nvSpPr>
              <p:cNvPr id="50" name="Rect 0"/>
              <p:cNvSpPr>
                <a:spLocks/>
              </p:cNvSpPr>
              <p:nvPr/>
            </p:nvSpPr>
            <p:spPr>
              <a:xfrm>
                <a:off x="760730" y="1968500"/>
                <a:ext cx="234950" cy="234950"/>
              </a:xfrm>
              <a:prstGeom prst="ellipse">
                <a:avLst/>
              </a:prstGeom>
              <a:solidFill>
                <a:schemeClr val="bg1"/>
              </a:solidFill>
              <a:ln w="0">
                <a:noFill/>
                <a:prstDash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square" lIns="91440" tIns="45720" rIns="91440" bIns="45720" numCol="1" anchor="ctr">
                <a:noAutofit/>
              </a:bodyPr>
              <a:lstStyle/>
              <a:p>
                <a:pPr marL="0" indent="0" algn="ctr" latinLnBrk="0">
                  <a:buFontTx/>
                  <a:buNone/>
                </a:pPr>
                <a:endParaRPr lang="ko-KR" altLang="en-US"/>
              </a:p>
            </p:txBody>
          </p:sp>
          <p:sp>
            <p:nvSpPr>
              <p:cNvPr id="51" name="Rect 0"/>
              <p:cNvSpPr txBox="1">
                <a:spLocks/>
              </p:cNvSpPr>
              <p:nvPr/>
            </p:nvSpPr>
            <p:spPr>
              <a:xfrm>
                <a:off x="711200" y="1964690"/>
                <a:ext cx="247650" cy="277495"/>
              </a:xfrm>
              <a:prstGeom prst="rect">
                <a:avLst/>
              </a:prstGeom>
              <a:noFill/>
            </p:spPr>
            <p:txBody>
              <a:bodyPr vert="horz" wrap="square" lIns="91440" tIns="45720" rIns="91440" bIns="45720" numCol="1" anchor="t">
                <a:spAutoFit/>
              </a:bodyPr>
              <a:lstStyle/>
              <a:p>
                <a:pPr marL="0" indent="0" latinLnBrk="0">
                  <a:buFontTx/>
                  <a:buNone/>
                </a:pPr>
                <a:r>
                  <a:rPr lang="ko-KR" altLang="ko-KR" sz="1200" b="1">
                    <a:ln w="9525" cap="flat" cmpd="sng"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  <a:prstDash val="solid"/>
                    </a:ln>
                    <a:solidFill>
                      <a:srgbClr val="3378C8"/>
                    </a:solidFill>
                    <a:latin typeface="세방고딕 Bold" charset="0"/>
                    <a:ea typeface="세방고딕 Bold" charset="0"/>
                  </a:rPr>
                  <a:t>▼</a:t>
                </a:r>
                <a:endParaRPr lang="ko-KR" altLang="en-US" sz="12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/>
                  </a:solidFill>
                  <a:latin typeface="세방고딕 Bold" charset="0"/>
                  <a:ea typeface="세방고딕 Bold" charset="0"/>
                </a:endParaRPr>
              </a:p>
            </p:txBody>
          </p:sp>
        </p:grpSp>
      </p:grpSp>
      <p:sp>
        <p:nvSpPr>
          <p:cNvPr id="52" name="Rect 0"/>
          <p:cNvSpPr txBox="1">
            <a:spLocks/>
          </p:cNvSpPr>
          <p:nvPr/>
        </p:nvSpPr>
        <p:spPr>
          <a:xfrm>
            <a:off x="635635" y="1314450"/>
            <a:ext cx="5794375" cy="492125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>
            <a:spAutoFit/>
          </a:bodyPr>
          <a:lstStyle/>
          <a:p>
            <a:pPr marL="0" indent="0" latinLnBrk="0">
              <a:buFontTx/>
              <a:buNone/>
              <a:defRPr/>
            </a:pPr>
            <a:r>
              <a:rPr lang="ko-KR" altLang="en-US" sz="26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2-</a:t>
            </a:r>
            <a:r>
              <a:rPr lang="en-US" altLang="ko-KR" sz="26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2 </a:t>
            </a:r>
            <a:r>
              <a:rPr lang="ko-KR" altLang="en-US" sz="2600" dirty="0" err="1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전처리</a:t>
            </a:r>
            <a:r>
              <a:rPr lang="ko-KR" altLang="en-US" sz="26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 및 분석</a:t>
            </a:r>
          </a:p>
        </p:txBody>
      </p:sp>
      <p:pic>
        <p:nvPicPr>
          <p:cNvPr id="29" name="그림 28">
            <a:extLst>
              <a:ext uri="{FF2B5EF4-FFF2-40B4-BE49-F238E27FC236}">
                <a16:creationId xmlns:a16="http://schemas.microsoft.com/office/drawing/2014/main" id="{AA447974-24F6-4D83-910C-3126F374C29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085" y="2592070"/>
            <a:ext cx="5053330" cy="3693160"/>
          </a:xfrm>
          <a:prstGeom prst="rect">
            <a:avLst/>
          </a:prstGeom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624B32F5-FB76-4F7F-B817-6A269A8AC864}"/>
              </a:ext>
            </a:extLst>
          </p:cNvPr>
          <p:cNvSpPr txBox="1"/>
          <p:nvPr/>
        </p:nvSpPr>
        <p:spPr>
          <a:xfrm>
            <a:off x="6197600" y="2658110"/>
            <a:ext cx="4716780" cy="36931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ko-KR" altLang="en-US" dirty="0"/>
              <a:t>수집한 상가목록에서 음식점 명을 추출해 네이버 </a:t>
            </a:r>
            <a:r>
              <a:rPr lang="ko-KR" altLang="en-US" dirty="0" err="1"/>
              <a:t>플레이스</a:t>
            </a:r>
            <a:r>
              <a:rPr lang="ko-KR" altLang="en-US" dirty="0"/>
              <a:t> 약 </a:t>
            </a:r>
            <a:r>
              <a:rPr lang="en-US" altLang="ko-KR" dirty="0"/>
              <a:t>5</a:t>
            </a:r>
            <a:r>
              <a:rPr lang="ko-KR" altLang="en-US" dirty="0" err="1"/>
              <a:t>만건의</a:t>
            </a:r>
            <a:r>
              <a:rPr lang="ko-KR" altLang="en-US" dirty="0"/>
              <a:t> 리뷰   </a:t>
            </a:r>
            <a:r>
              <a:rPr lang="ko-KR" altLang="en-US" dirty="0" err="1"/>
              <a:t>크롤링</a:t>
            </a:r>
            <a:endParaRPr lang="en-US" altLang="ko-KR" dirty="0"/>
          </a:p>
          <a:p>
            <a:pPr marL="342900" indent="-342900">
              <a:buAutoNum type="arabicPeriod"/>
            </a:pPr>
            <a:endParaRPr lang="en-US" altLang="ko-KR" dirty="0"/>
          </a:p>
          <a:p>
            <a:pPr marL="342900" indent="-342900">
              <a:buAutoNum type="arabicPeriod"/>
            </a:pPr>
            <a:r>
              <a:rPr lang="ko-KR" altLang="en-US" dirty="0"/>
              <a:t>진행 중 </a:t>
            </a:r>
            <a:r>
              <a:rPr lang="en-US" altLang="ko-KR" dirty="0"/>
              <a:t>iframe</a:t>
            </a:r>
            <a:r>
              <a:rPr lang="ko-KR" altLang="en-US" dirty="0"/>
              <a:t>간의 전환이나 봇 감지에 대응하는 부분이 특히 어려웠다</a:t>
            </a:r>
            <a:endParaRPr lang="en-US" altLang="ko-KR" dirty="0"/>
          </a:p>
          <a:p>
            <a:pPr marL="342900" indent="-342900">
              <a:buAutoNum type="arabicPeriod"/>
            </a:pPr>
            <a:endParaRPr lang="en-US" altLang="ko-KR" dirty="0"/>
          </a:p>
          <a:p>
            <a:pPr marL="342900" indent="-342900">
              <a:buAutoNum type="arabicPeriod"/>
            </a:pPr>
            <a:r>
              <a:rPr lang="en-US" altLang="ko-KR" dirty="0" err="1"/>
              <a:t>time.sleep</a:t>
            </a:r>
            <a:r>
              <a:rPr lang="en-US" altLang="ko-KR" dirty="0"/>
              <a:t>() </a:t>
            </a:r>
            <a:r>
              <a:rPr lang="ko-KR" altLang="en-US" dirty="0"/>
              <a:t>이나 </a:t>
            </a:r>
            <a:r>
              <a:rPr lang="en-US" altLang="ko-KR" dirty="0" err="1"/>
              <a:t>WebDriverWait</a:t>
            </a:r>
            <a:r>
              <a:rPr lang="en-US" altLang="ko-KR" dirty="0"/>
              <a:t>()</a:t>
            </a:r>
            <a:r>
              <a:rPr lang="ko-KR" altLang="en-US" dirty="0"/>
              <a:t>으로 대기시간을 많이 주어 대응</a:t>
            </a:r>
            <a:endParaRPr lang="en-US" altLang="ko-KR" dirty="0"/>
          </a:p>
          <a:p>
            <a:pPr marL="342900" indent="-342900">
              <a:buAutoNum type="arabicPeriod"/>
            </a:pPr>
            <a:endParaRPr lang="en-US" altLang="ko-KR" dirty="0"/>
          </a:p>
          <a:p>
            <a:pPr marL="342900" indent="-342900">
              <a:buAutoNum type="arabicPeriod"/>
            </a:pPr>
            <a:r>
              <a:rPr lang="ko-KR" altLang="en-US" dirty="0"/>
              <a:t>이후 </a:t>
            </a:r>
            <a:r>
              <a:rPr lang="ko-KR" altLang="en-US" dirty="0" err="1"/>
              <a:t>가게별</a:t>
            </a:r>
            <a:r>
              <a:rPr lang="ko-KR" altLang="en-US" dirty="0"/>
              <a:t> 리뷰 수와 위치정보</a:t>
            </a:r>
            <a:r>
              <a:rPr lang="en-US" altLang="ko-KR" dirty="0"/>
              <a:t>, </a:t>
            </a:r>
            <a:r>
              <a:rPr lang="ko-KR" altLang="en-US" dirty="0"/>
              <a:t>리뷰  긍정도를 이용해 음식점을 추천</a:t>
            </a:r>
            <a:endParaRPr lang="en-US" altLang="ko-KR" dirty="0"/>
          </a:p>
          <a:p>
            <a:pPr marL="342900" indent="-342900">
              <a:buAutoNum type="arabicPeriod"/>
            </a:pP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153179011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635" cy="6858635"/>
          </a:xfrm>
          <a:prstGeom prst="rect">
            <a:avLst/>
          </a:prstGeom>
          <a:noFill/>
        </p:spPr>
      </p:pic>
      <p:pic>
        <p:nvPicPr>
          <p:cNvPr id="3" name="Picture 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78" b="11486"/>
          <a:stretch>
            <a:fillRect/>
          </a:stretch>
        </p:blipFill>
        <p:spPr>
          <a:xfrm>
            <a:off x="7589520" y="4695190"/>
            <a:ext cx="4603115" cy="2163445"/>
          </a:xfrm>
          <a:prstGeom prst="rect">
            <a:avLst/>
          </a:prstGeom>
          <a:noFill/>
        </p:spPr>
      </p:pic>
      <p:sp>
        <p:nvSpPr>
          <p:cNvPr id="4" name="Rect 0"/>
          <p:cNvSpPr>
            <a:spLocks/>
          </p:cNvSpPr>
          <p:nvPr/>
        </p:nvSpPr>
        <p:spPr>
          <a:xfrm flipH="1" flipV="1">
            <a:off x="173990" y="70485"/>
            <a:ext cx="12018645" cy="1221740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49847"/>
            </a:schemeClr>
          </a:solidFill>
          <a:ln w="0">
            <a:noFill/>
            <a:prstDash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/>
          </a:p>
        </p:txBody>
      </p:sp>
      <p:grpSp>
        <p:nvGrpSpPr>
          <p:cNvPr id="5" name="Group 5"/>
          <p:cNvGrpSpPr/>
          <p:nvPr/>
        </p:nvGrpSpPr>
        <p:grpSpPr>
          <a:xfrm>
            <a:off x="375920" y="333375"/>
            <a:ext cx="5949315" cy="1205865"/>
            <a:chOff x="375920" y="333375"/>
            <a:chExt cx="5949315" cy="1205865"/>
          </a:xfrm>
        </p:grpSpPr>
        <p:sp>
          <p:nvSpPr>
            <p:cNvPr id="6" name="Rect 0"/>
            <p:cNvSpPr txBox="1">
              <a:spLocks/>
            </p:cNvSpPr>
            <p:nvPr/>
          </p:nvSpPr>
          <p:spPr>
            <a:xfrm>
              <a:off x="1461770" y="366395"/>
              <a:ext cx="2252980" cy="276860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</a:pPr>
              <a:r>
                <a:rPr lang="en-US" altLang="ko-KR" sz="12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>
                      <a:alpha val="49847"/>
                    </a:srgbClr>
                  </a:solidFill>
                  <a:latin typeface="세방고딕 Regular" charset="0"/>
                  <a:ea typeface="세방고딕 Regular" charset="0"/>
                </a:rPr>
                <a:t>K-Digital Training</a:t>
              </a:r>
              <a:endParaRPr lang="ko-KR" altLang="en-US" sz="1200" b="1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>
                    <a:alpha val="49847"/>
                  </a:srgb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7" name="Rect 0"/>
            <p:cNvSpPr txBox="1">
              <a:spLocks/>
            </p:cNvSpPr>
            <p:nvPr/>
          </p:nvSpPr>
          <p:spPr>
            <a:xfrm>
              <a:off x="1461770" y="584835"/>
              <a:ext cx="4863465" cy="95440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latinLnBrk="0">
                <a:defRPr/>
              </a:pPr>
              <a:r>
                <a:rPr lang="ko-KR" altLang="en-US" sz="28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데이터 구성 및 처리과정</a:t>
              </a:r>
              <a:endParaRPr lang="en-US" altLang="ko-KR" sz="28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Bold" panose="00000800000000000000" pitchFamily="2" charset="-127"/>
                <a:ea typeface="세방고딕 Bold" panose="00000800000000000000" pitchFamily="2" charset="-127"/>
              </a:endParaRPr>
            </a:p>
            <a:p>
              <a:pPr marL="0" indent="0" latinLnBrk="0">
                <a:buFontTx/>
                <a:buNone/>
                <a:defRPr/>
              </a:pPr>
              <a:endParaRPr lang="ko-KR" altLang="en-US" sz="28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Bold" charset="0"/>
                <a:ea typeface="세방고딕 Bold" charset="0"/>
              </a:endParaRPr>
            </a:p>
          </p:txBody>
        </p:sp>
        <p:sp>
          <p:nvSpPr>
            <p:cNvPr id="8" name="Rect 0"/>
            <p:cNvSpPr txBox="1">
              <a:spLocks/>
            </p:cNvSpPr>
            <p:nvPr/>
          </p:nvSpPr>
          <p:spPr>
            <a:xfrm>
              <a:off x="375920" y="333375"/>
              <a:ext cx="1267460" cy="831215"/>
            </a:xfrm>
            <a:prstGeom prst="rect">
              <a:avLst/>
            </a:prstGeom>
            <a:noFill/>
          </p:spPr>
          <p:txBody>
            <a:bodyPr vert="horz" wrap="square" lIns="91440" tIns="0" rIns="91440" bIns="0" numCol="1" anchor="t">
              <a:spAutoFit/>
            </a:bodyPr>
            <a:lstStyle/>
            <a:p>
              <a:pPr marL="0" indent="0" eaLnBrk="1" fontAlgn="auto" latinLnBrk="1" hangingPunct="1">
                <a:spcBef>
                  <a:spcPts val="0"/>
                </a:spcBef>
                <a:spcAft>
                  <a:spcPts val="0"/>
                </a:spcAft>
                <a:buFontTx/>
                <a:buNone/>
                <a:defRPr/>
              </a:pPr>
              <a:r>
                <a:rPr lang="en-US" altLang="ko-KR" sz="5400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/>
                  </a:solidFill>
                  <a:latin typeface="세방고딕 Bold" charset="0"/>
                  <a:ea typeface="세방고딕 Bold" charset="0"/>
                </a:rPr>
                <a:t>02</a:t>
              </a:r>
              <a:endParaRPr lang="ko-KR" altLang="en-US" sz="54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/>
                </a:solidFill>
                <a:latin typeface="세방고딕 Bold" charset="0"/>
                <a:ea typeface="세방고딕 Bold" charset="0"/>
              </a:endParaRPr>
            </a:p>
          </p:txBody>
        </p:sp>
      </p:grpSp>
      <p:pic>
        <p:nvPicPr>
          <p:cNvPr id="9" name="Picture "/>
          <p:cNvPicPr>
            <a:picLocks noChangeAspect="1"/>
          </p:cNvPicPr>
          <p:nvPr/>
        </p:nvPicPr>
        <p:blipFill rotWithShape="1">
          <a:blip r:embed="rId5" cstate="hqprint">
            <a:duotone>
              <a:srgbClr val="2E6CA5"/>
              <a:prstClr val="white"/>
            </a:duotone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0800000" flipV="1">
            <a:off x="0" y="1808480"/>
            <a:ext cx="12192635" cy="342900"/>
          </a:xfrm>
          <a:prstGeom prst="rect">
            <a:avLst/>
          </a:prstGeom>
          <a:noFill/>
        </p:spPr>
      </p:pic>
      <p:grpSp>
        <p:nvGrpSpPr>
          <p:cNvPr id="10" name="Group 5"/>
          <p:cNvGrpSpPr/>
          <p:nvPr/>
        </p:nvGrpSpPr>
        <p:grpSpPr>
          <a:xfrm>
            <a:off x="488315" y="1358900"/>
            <a:ext cx="10527030" cy="370205"/>
            <a:chOff x="488315" y="1358900"/>
            <a:chExt cx="10527030" cy="370205"/>
          </a:xfrm>
        </p:grpSpPr>
        <p:sp>
          <p:nvSpPr>
            <p:cNvPr id="11" name="Rect 0"/>
            <p:cNvSpPr txBox="1">
              <a:spLocks/>
            </p:cNvSpPr>
            <p:nvPr/>
          </p:nvSpPr>
          <p:spPr>
            <a:xfrm>
              <a:off x="690245" y="1358900"/>
              <a:ext cx="10325100" cy="37020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endParaRPr lang="ko-KR" altLang="en-US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12" name="Rect 0"/>
            <p:cNvSpPr>
              <a:spLocks/>
            </p:cNvSpPr>
            <p:nvPr/>
          </p:nvSpPr>
          <p:spPr>
            <a:xfrm>
              <a:off x="488315" y="1468120"/>
              <a:ext cx="101600" cy="114300"/>
            </a:xfrm>
            <a:custGeom>
              <a:avLst/>
              <a:gdLst>
                <a:gd name="TX0" fmla="*/ 428021 w 450215"/>
                <a:gd name="TY0" fmla="*/ 214932 h 506846"/>
                <a:gd name="TX1" fmla="*/ 66705 w 450215"/>
                <a:gd name="TY1" fmla="*/ 6045 h 506846"/>
                <a:gd name="TX2" fmla="*/ 0 w 450215"/>
                <a:gd name="TY2" fmla="*/ 44511 h 506846"/>
                <a:gd name="TX3" fmla="*/ 0 w 450215"/>
                <a:gd name="TY3" fmla="*/ 462326 h 506846"/>
                <a:gd name="TX4" fmla="*/ 66705 w 450215"/>
                <a:gd name="TY4" fmla="*/ 500812 h 506846"/>
                <a:gd name="TX5" fmla="*/ 428021 w 450215"/>
                <a:gd name="TY5" fmla="*/ 291905 h 506846"/>
                <a:gd name="TX6" fmla="*/ 428021 w 450215"/>
                <a:gd name="TY6" fmla="*/ 214932 h 506846"/>
              </a:gdLst>
              <a:ahLst/>
              <a:cxnLst>
                <a:cxn ang="0">
                  <a:pos x="TX0" y="TY0"/>
                </a:cxn>
                <a:cxn ang="0">
                  <a:pos x="TX1" y="TY1"/>
                </a:cxn>
                <a:cxn ang="0">
                  <a:pos x="TX2" y="TY2"/>
                </a:cxn>
                <a:cxn ang="0">
                  <a:pos x="TX3" y="TY3"/>
                </a:cxn>
                <a:cxn ang="0">
                  <a:pos x="TX4" y="TY4"/>
                </a:cxn>
                <a:cxn ang="0">
                  <a:pos x="TX5" y="TY5"/>
                </a:cxn>
                <a:cxn ang="0">
                  <a:pos x="TX6" y="TY6"/>
                </a:cxn>
              </a:cxnLst>
              <a:rect l="l" t="t" r="r" b="b"/>
              <a:pathLst>
                <a:path w="450215" h="506846">
                  <a:moveTo>
                    <a:pt x="428021" y="214932"/>
                  </a:moveTo>
                  <a:lnTo>
                    <a:pt x="66705" y="6045"/>
                  </a:lnTo>
                  <a:cubicBezTo>
                    <a:pt x="37072" y="-11108"/>
                    <a:pt x="0" y="10287"/>
                    <a:pt x="0" y="44511"/>
                  </a:cubicBezTo>
                  <a:lnTo>
                    <a:pt x="0" y="462326"/>
                  </a:lnTo>
                  <a:cubicBezTo>
                    <a:pt x="0" y="496550"/>
                    <a:pt x="37072" y="517945"/>
                    <a:pt x="66705" y="500812"/>
                  </a:cubicBezTo>
                  <a:lnTo>
                    <a:pt x="428021" y="291905"/>
                  </a:lnTo>
                  <a:cubicBezTo>
                    <a:pt x="457613" y="274793"/>
                    <a:pt x="457613" y="232064"/>
                    <a:pt x="428021" y="214932"/>
                  </a:cubicBezTo>
                  <a:close/>
                </a:path>
              </a:pathLst>
            </a:custGeom>
            <a:solidFill>
              <a:srgbClr val="3378C8"/>
            </a:solidFill>
            <a:ln w="0">
              <a:noFill/>
              <a:prstDash/>
            </a:ln>
            <a:effectLst>
              <a:outerShdw blurRad="50800" dist="38100" dir="5400000" algn="t" rotWithShape="0">
                <a:srgbClr val="3378C8">
                  <a:alpha val="40000"/>
                </a:srgbClr>
              </a:outerShdw>
            </a:effectLst>
          </p:spPr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latinLnBrk="0">
                <a:buFontTx/>
                <a:buNone/>
              </a:pPr>
              <a:endParaRPr lang="ko-KR" altLang="en-US"/>
            </a:p>
          </p:txBody>
        </p:sp>
      </p:grpSp>
      <p:sp>
        <p:nvSpPr>
          <p:cNvPr id="13" name="Rect 0"/>
          <p:cNvSpPr txBox="1">
            <a:spLocks/>
          </p:cNvSpPr>
          <p:nvPr/>
        </p:nvSpPr>
        <p:spPr>
          <a:xfrm>
            <a:off x="0" y="0"/>
            <a:ext cx="12192635" cy="114935"/>
          </a:xfrm>
          <a:prstGeom prst="rect">
            <a:avLst/>
          </a:prstGeom>
          <a:solidFill>
            <a:srgbClr val="FFD85C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sp>
        <p:nvSpPr>
          <p:cNvPr id="14" name="Rect 0"/>
          <p:cNvSpPr txBox="1">
            <a:spLocks/>
          </p:cNvSpPr>
          <p:nvPr/>
        </p:nvSpPr>
        <p:spPr>
          <a:xfrm>
            <a:off x="0" y="0"/>
            <a:ext cx="1337310" cy="114935"/>
          </a:xfrm>
          <a:prstGeom prst="rect">
            <a:avLst/>
          </a:prstGeom>
          <a:solidFill>
            <a:srgbClr val="3378C8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pic>
        <p:nvPicPr>
          <p:cNvPr id="55" name="Picture "/>
          <p:cNvPicPr>
            <a:picLocks noChangeAspect="1"/>
          </p:cNvPicPr>
          <p:nvPr/>
        </p:nvPicPr>
        <p:blipFill rotWithShape="1"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7803"/>
          <a:stretch>
            <a:fillRect/>
          </a:stretch>
        </p:blipFill>
        <p:spPr>
          <a:xfrm rot="5400000">
            <a:off x="-476250" y="2466975"/>
            <a:ext cx="1439545" cy="486410"/>
          </a:xfrm>
          <a:prstGeom prst="rect">
            <a:avLst/>
          </a:prstGeom>
          <a:noFill/>
        </p:spPr>
      </p:pic>
      <p:grpSp>
        <p:nvGrpSpPr>
          <p:cNvPr id="56" name="Group 5"/>
          <p:cNvGrpSpPr/>
          <p:nvPr/>
        </p:nvGrpSpPr>
        <p:grpSpPr>
          <a:xfrm>
            <a:off x="10667365" y="6576695"/>
            <a:ext cx="1076325" cy="151130"/>
            <a:chOff x="10667365" y="6576695"/>
            <a:chExt cx="1076325" cy="151130"/>
          </a:xfrm>
        </p:grpSpPr>
        <p:pic>
          <p:nvPicPr>
            <p:cNvPr id="57" name="Picture "/>
            <p:cNvPicPr>
              <a:picLocks noChangeAspect="1"/>
            </p:cNvPicPr>
            <p:nvPr/>
          </p:nvPicPr>
          <p:blipFill rotWithShape="1">
            <a:blip r:embed="rId7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 bwMode="auto">
            <a:xfrm>
              <a:off x="11269345" y="6576695"/>
              <a:ext cx="474345" cy="151130"/>
            </a:xfrm>
            <a:prstGeom prst="rect">
              <a:avLst/>
            </a:prstGeom>
            <a:noFill/>
          </p:spPr>
        </p:pic>
        <p:pic>
          <p:nvPicPr>
            <p:cNvPr id="58" name="Picture "/>
            <p:cNvPicPr>
              <a:picLocks noChangeAspect="1"/>
            </p:cNvPicPr>
            <p:nvPr/>
          </p:nvPicPr>
          <p:blipFill rotWithShape="1">
            <a:blip r:embed="rId8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10667365" y="6576695"/>
              <a:ext cx="478155" cy="142875"/>
            </a:xfrm>
            <a:prstGeom prst="rect">
              <a:avLst/>
            </a:prstGeom>
            <a:noFill/>
          </p:spPr>
        </p:pic>
      </p:grpSp>
      <p:grpSp>
        <p:nvGrpSpPr>
          <p:cNvPr id="46" name="Group 5"/>
          <p:cNvGrpSpPr/>
          <p:nvPr/>
        </p:nvGrpSpPr>
        <p:grpSpPr>
          <a:xfrm>
            <a:off x="473710" y="1906905"/>
            <a:ext cx="11410950" cy="379730"/>
            <a:chOff x="473710" y="1906905"/>
            <a:chExt cx="11410950" cy="379730"/>
          </a:xfrm>
        </p:grpSpPr>
        <p:sp>
          <p:nvSpPr>
            <p:cNvPr id="47" name="Rect 0"/>
            <p:cNvSpPr>
              <a:spLocks/>
            </p:cNvSpPr>
            <p:nvPr/>
          </p:nvSpPr>
          <p:spPr>
            <a:xfrm>
              <a:off x="473710" y="1906905"/>
              <a:ext cx="11219815" cy="380365"/>
            </a:xfrm>
            <a:prstGeom prst="roundRect">
              <a:avLst/>
            </a:prstGeom>
            <a:solidFill>
              <a:srgbClr val="3378C8"/>
            </a:solidFill>
            <a:ln w="0">
              <a:noFill/>
              <a:prstDash/>
            </a:ln>
            <a:effectLst>
              <a:outerShdw dist="38100" dir="2700000" algn="tl" rotWithShape="0">
                <a:srgbClr val="3378C8">
                  <a:alpha val="4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algn="ctr" latinLnBrk="0">
                <a:buFontTx/>
                <a:buNone/>
              </a:pPr>
              <a:endParaRPr lang="ko-KR" altLang="en-US"/>
            </a:p>
          </p:txBody>
        </p:sp>
        <p:sp>
          <p:nvSpPr>
            <p:cNvPr id="48" name="Rect 0"/>
            <p:cNvSpPr txBox="1">
              <a:spLocks/>
            </p:cNvSpPr>
            <p:nvPr/>
          </p:nvSpPr>
          <p:spPr>
            <a:xfrm>
              <a:off x="994410" y="1945640"/>
              <a:ext cx="10890885" cy="307340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r>
                <a:rPr lang="ko-KR" altLang="en-US" sz="14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bg1"/>
                  </a:solidFill>
                  <a:latin typeface="세방고딕 Regular" charset="0"/>
                  <a:ea typeface="세방고딕 Regular" charset="0"/>
                </a:rPr>
                <a:t>리뷰 데이터 (3/3) </a:t>
              </a:r>
              <a:r>
                <a:rPr lang="en-US" altLang="ko-KR" sz="14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bg1"/>
                  </a:solidFill>
                  <a:latin typeface="세방고딕 Regular" charset="0"/>
                  <a:ea typeface="세방고딕 Regular" charset="0"/>
                </a:rPr>
                <a:t>- </a:t>
              </a:r>
              <a:r>
                <a:rPr lang="ko-KR" altLang="en-US" sz="14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bg1"/>
                  </a:solidFill>
                  <a:latin typeface="세방고딕 Regular" charset="0"/>
                  <a:ea typeface="세방고딕 Regular" charset="0"/>
                </a:rPr>
                <a:t>전처리</a:t>
              </a:r>
            </a:p>
          </p:txBody>
        </p:sp>
        <p:grpSp>
          <p:nvGrpSpPr>
            <p:cNvPr id="49" name="Group 5"/>
            <p:cNvGrpSpPr/>
            <p:nvPr/>
          </p:nvGrpSpPr>
          <p:grpSpPr>
            <a:xfrm>
              <a:off x="711200" y="1964690"/>
              <a:ext cx="283845" cy="276860"/>
              <a:chOff x="711200" y="1964690"/>
              <a:chExt cx="283845" cy="276860"/>
            </a:xfrm>
          </p:grpSpPr>
          <p:sp>
            <p:nvSpPr>
              <p:cNvPr id="50" name="Rect 0"/>
              <p:cNvSpPr>
                <a:spLocks/>
              </p:cNvSpPr>
              <p:nvPr/>
            </p:nvSpPr>
            <p:spPr>
              <a:xfrm>
                <a:off x="760730" y="1968500"/>
                <a:ext cx="234950" cy="234950"/>
              </a:xfrm>
              <a:prstGeom prst="ellipse">
                <a:avLst/>
              </a:prstGeom>
              <a:solidFill>
                <a:schemeClr val="bg1"/>
              </a:solidFill>
              <a:ln w="0">
                <a:noFill/>
                <a:prstDash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square" lIns="91440" tIns="45720" rIns="91440" bIns="45720" numCol="1" anchor="ctr">
                <a:noAutofit/>
              </a:bodyPr>
              <a:lstStyle/>
              <a:p>
                <a:pPr marL="0" indent="0" algn="ctr" latinLnBrk="0">
                  <a:buFontTx/>
                  <a:buNone/>
                </a:pPr>
                <a:endParaRPr lang="ko-KR" altLang="en-US"/>
              </a:p>
            </p:txBody>
          </p:sp>
          <p:sp>
            <p:nvSpPr>
              <p:cNvPr id="51" name="Rect 0"/>
              <p:cNvSpPr txBox="1">
                <a:spLocks/>
              </p:cNvSpPr>
              <p:nvPr/>
            </p:nvSpPr>
            <p:spPr>
              <a:xfrm>
                <a:off x="711200" y="1964690"/>
                <a:ext cx="247650" cy="277495"/>
              </a:xfrm>
              <a:prstGeom prst="rect">
                <a:avLst/>
              </a:prstGeom>
              <a:noFill/>
            </p:spPr>
            <p:txBody>
              <a:bodyPr vert="horz" wrap="square" lIns="91440" tIns="45720" rIns="91440" bIns="45720" numCol="1" anchor="t">
                <a:spAutoFit/>
              </a:bodyPr>
              <a:lstStyle/>
              <a:p>
                <a:pPr marL="0" indent="0" latinLnBrk="0">
                  <a:buFontTx/>
                  <a:buNone/>
                </a:pPr>
                <a:r>
                  <a:rPr lang="ko-KR" altLang="ko-KR" sz="1200" b="1">
                    <a:ln w="9525" cap="flat" cmpd="sng"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  <a:prstDash val="solid"/>
                    </a:ln>
                    <a:solidFill>
                      <a:srgbClr val="3378C8"/>
                    </a:solidFill>
                    <a:latin typeface="세방고딕 Bold" charset="0"/>
                    <a:ea typeface="세방고딕 Bold" charset="0"/>
                  </a:rPr>
                  <a:t>▼</a:t>
                </a:r>
                <a:endParaRPr lang="ko-KR" altLang="en-US" sz="12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/>
                  </a:solidFill>
                  <a:latin typeface="세방고딕 Bold" charset="0"/>
                  <a:ea typeface="세방고딕 Bold" charset="0"/>
                </a:endParaRPr>
              </a:p>
            </p:txBody>
          </p:sp>
        </p:grpSp>
      </p:grpSp>
      <p:sp>
        <p:nvSpPr>
          <p:cNvPr id="52" name="Rect 0"/>
          <p:cNvSpPr txBox="1">
            <a:spLocks/>
          </p:cNvSpPr>
          <p:nvPr/>
        </p:nvSpPr>
        <p:spPr>
          <a:xfrm>
            <a:off x="635635" y="1314450"/>
            <a:ext cx="5794375" cy="492125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>
            <a:spAutoFit/>
          </a:bodyPr>
          <a:lstStyle/>
          <a:p>
            <a:pPr marL="0" indent="0" latinLnBrk="0">
              <a:buFontTx/>
              <a:buNone/>
              <a:defRPr/>
            </a:pPr>
            <a:r>
              <a:rPr lang="ko-KR" altLang="en-US" sz="26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2-</a:t>
            </a:r>
            <a:r>
              <a:rPr lang="en-US" altLang="ko-KR" sz="26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2 </a:t>
            </a:r>
            <a:r>
              <a:rPr lang="ko-KR" altLang="en-US" sz="2600" dirty="0" err="1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전처리</a:t>
            </a:r>
            <a:r>
              <a:rPr lang="ko-KR" altLang="en-US" sz="26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 및 분석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CD9F891-917E-4916-8236-95093A9DAF6A}"/>
              </a:ext>
            </a:extLst>
          </p:cNvPr>
          <p:cNvSpPr txBox="1"/>
          <p:nvPr/>
        </p:nvSpPr>
        <p:spPr>
          <a:xfrm>
            <a:off x="715645" y="2456815"/>
            <a:ext cx="11017250" cy="16662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l"/>
            </a:pPr>
            <a:r>
              <a:rPr lang="ko-KR" altLang="en-US" b="1" dirty="0"/>
              <a:t>처리절차 </a:t>
            </a:r>
            <a:r>
              <a:rPr lang="en-US" altLang="ko-KR" b="1" dirty="0"/>
              <a:t>: </a:t>
            </a:r>
            <a:r>
              <a:rPr lang="en-US" altLang="ko-KR" b="1" dirty="0" err="1"/>
              <a:t>konlpy</a:t>
            </a:r>
            <a:r>
              <a:rPr lang="ko-KR" altLang="en-US" b="1" dirty="0"/>
              <a:t> 형태소 분석 </a:t>
            </a:r>
            <a:r>
              <a:rPr lang="en-US" altLang="ko-KR" b="1" dirty="0"/>
              <a:t>&gt; </a:t>
            </a:r>
            <a:r>
              <a:rPr lang="ko-KR" altLang="en-US" b="1" dirty="0"/>
              <a:t>토큰화 </a:t>
            </a:r>
            <a:r>
              <a:rPr lang="en-US" altLang="ko-KR" b="1" dirty="0"/>
              <a:t>&gt; </a:t>
            </a:r>
            <a:r>
              <a:rPr lang="ko-KR" altLang="en-US" b="1" dirty="0" err="1"/>
              <a:t>불용어</a:t>
            </a:r>
            <a:r>
              <a:rPr lang="ko-KR" altLang="en-US" b="1" dirty="0"/>
              <a:t> 제거</a:t>
            </a:r>
            <a:r>
              <a:rPr lang="en-US" altLang="ko-KR" b="1" dirty="0"/>
              <a:t> &gt; TF-IDF </a:t>
            </a:r>
            <a:r>
              <a:rPr lang="ko-KR" altLang="en-US" b="1" dirty="0"/>
              <a:t>추출 </a:t>
            </a:r>
            <a:r>
              <a:rPr lang="en-US" altLang="ko-KR" b="1" dirty="0"/>
              <a:t>&gt; </a:t>
            </a:r>
            <a:r>
              <a:rPr lang="ko-KR" altLang="en-US" b="1" dirty="0" err="1"/>
              <a:t>긍</a:t>
            </a:r>
            <a:r>
              <a:rPr lang="en-US" altLang="ko-KR" b="1" dirty="0"/>
              <a:t>/</a:t>
            </a:r>
            <a:r>
              <a:rPr lang="ko-KR" altLang="en-US" b="1" dirty="0"/>
              <a:t>부정 판단</a:t>
            </a:r>
            <a:endParaRPr lang="en-US" altLang="ko-KR" b="1" dirty="0"/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l"/>
            </a:pPr>
            <a:r>
              <a:rPr lang="ko-KR" altLang="en-US" b="1" dirty="0" err="1"/>
              <a:t>라벨링</a:t>
            </a:r>
            <a:r>
              <a:rPr lang="ko-KR" altLang="en-US" b="1" dirty="0"/>
              <a:t> </a:t>
            </a:r>
            <a:r>
              <a:rPr lang="en-US" altLang="ko-KR" b="1" dirty="0"/>
              <a:t>: </a:t>
            </a:r>
            <a:r>
              <a:rPr lang="ko-KR" altLang="en-US" b="1" dirty="0"/>
              <a:t>단어 추출 후 </a:t>
            </a:r>
            <a:r>
              <a:rPr lang="en-US" altLang="ko-KR" b="1" dirty="0"/>
              <a:t>TF-IDF </a:t>
            </a:r>
            <a:r>
              <a:rPr lang="ko-KR" altLang="en-US" b="1" dirty="0"/>
              <a:t>벡터화</a:t>
            </a:r>
            <a:r>
              <a:rPr lang="en-US" altLang="ko-KR" b="1" dirty="0"/>
              <a:t>, Logistic Regression</a:t>
            </a:r>
            <a:r>
              <a:rPr lang="ko-KR" altLang="en-US" b="1" dirty="0"/>
              <a:t>기반 감성모델을 반복 </a:t>
            </a:r>
            <a:r>
              <a:rPr lang="ko-KR" altLang="en-US" b="1" dirty="0" err="1"/>
              <a:t>재학습</a:t>
            </a:r>
            <a:endParaRPr lang="en-US" altLang="ko-KR" b="1" dirty="0"/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l"/>
            </a:pPr>
            <a:endParaRPr lang="ko-KR" altLang="en-US" b="1" dirty="0"/>
          </a:p>
        </p:txBody>
      </p:sp>
      <p:pic>
        <p:nvPicPr>
          <p:cNvPr id="35" name="그림 34">
            <a:extLst>
              <a:ext uri="{FF2B5EF4-FFF2-40B4-BE49-F238E27FC236}">
                <a16:creationId xmlns:a16="http://schemas.microsoft.com/office/drawing/2014/main" id="{93255F5A-EB27-4C6A-A17F-42570E92A88B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844040" y="4064000"/>
            <a:ext cx="8986520" cy="2201545"/>
          </a:xfrm>
          <a:prstGeom prst="rect">
            <a:avLst/>
          </a:prstGeom>
          <a:ln w="15875">
            <a:solidFill>
              <a:schemeClr val="bg1">
                <a:lumMod val="50000"/>
              </a:schemeClr>
            </a:solidFill>
          </a:ln>
        </p:spPr>
      </p:pic>
      <p:sp>
        <p:nvSpPr>
          <p:cNvPr id="15" name="직사각형 14">
            <a:extLst>
              <a:ext uri="{FF2B5EF4-FFF2-40B4-BE49-F238E27FC236}">
                <a16:creationId xmlns:a16="http://schemas.microsoft.com/office/drawing/2014/main" id="{C18359A7-F5B2-4AF4-AEA0-34F17D6D1720}"/>
              </a:ext>
            </a:extLst>
          </p:cNvPr>
          <p:cNvSpPr/>
          <p:nvPr/>
        </p:nvSpPr>
        <p:spPr>
          <a:xfrm>
            <a:off x="8544560" y="3987800"/>
            <a:ext cx="1440180" cy="2442210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0920069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635" cy="6858635"/>
          </a:xfrm>
          <a:prstGeom prst="rect">
            <a:avLst/>
          </a:prstGeom>
          <a:noFill/>
        </p:spPr>
      </p:pic>
      <p:pic>
        <p:nvPicPr>
          <p:cNvPr id="3" name="Picture 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78" b="11486"/>
          <a:stretch>
            <a:fillRect/>
          </a:stretch>
        </p:blipFill>
        <p:spPr>
          <a:xfrm>
            <a:off x="7589520" y="4695190"/>
            <a:ext cx="4603115" cy="2163445"/>
          </a:xfrm>
          <a:prstGeom prst="rect">
            <a:avLst/>
          </a:prstGeom>
          <a:noFill/>
        </p:spPr>
      </p:pic>
      <p:sp>
        <p:nvSpPr>
          <p:cNvPr id="4" name="Rect 0"/>
          <p:cNvSpPr>
            <a:spLocks/>
          </p:cNvSpPr>
          <p:nvPr/>
        </p:nvSpPr>
        <p:spPr>
          <a:xfrm flipH="1" flipV="1">
            <a:off x="173990" y="70485"/>
            <a:ext cx="12018645" cy="1221740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49847"/>
            </a:schemeClr>
          </a:solidFill>
          <a:ln w="0">
            <a:noFill/>
            <a:prstDash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/>
          </a:p>
        </p:txBody>
      </p:sp>
      <p:grpSp>
        <p:nvGrpSpPr>
          <p:cNvPr id="5" name="Group 5"/>
          <p:cNvGrpSpPr/>
          <p:nvPr/>
        </p:nvGrpSpPr>
        <p:grpSpPr>
          <a:xfrm>
            <a:off x="375920" y="333375"/>
            <a:ext cx="5949315" cy="1205865"/>
            <a:chOff x="375920" y="333375"/>
            <a:chExt cx="5949315" cy="1205865"/>
          </a:xfrm>
        </p:grpSpPr>
        <p:sp>
          <p:nvSpPr>
            <p:cNvPr id="6" name="Rect 0"/>
            <p:cNvSpPr txBox="1">
              <a:spLocks/>
            </p:cNvSpPr>
            <p:nvPr/>
          </p:nvSpPr>
          <p:spPr>
            <a:xfrm>
              <a:off x="1461770" y="366395"/>
              <a:ext cx="2252980" cy="276860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</a:pPr>
              <a:r>
                <a:rPr lang="en-US" altLang="ko-KR" sz="12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>
                      <a:alpha val="49847"/>
                    </a:srgbClr>
                  </a:solidFill>
                  <a:latin typeface="세방고딕 Regular" charset="0"/>
                  <a:ea typeface="세방고딕 Regular" charset="0"/>
                </a:rPr>
                <a:t>K-Digital Training</a:t>
              </a:r>
              <a:endParaRPr lang="ko-KR" altLang="en-US" sz="1200" b="1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>
                    <a:alpha val="49847"/>
                  </a:srgb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7" name="Rect 0"/>
            <p:cNvSpPr txBox="1">
              <a:spLocks/>
            </p:cNvSpPr>
            <p:nvPr/>
          </p:nvSpPr>
          <p:spPr>
            <a:xfrm>
              <a:off x="1461770" y="584835"/>
              <a:ext cx="4863465" cy="95440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latinLnBrk="0">
                <a:defRPr/>
              </a:pPr>
              <a:r>
                <a:rPr lang="ko-KR" altLang="en-US" sz="28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데이터 구성 및 처리과정</a:t>
              </a:r>
              <a:endParaRPr lang="en-US" altLang="ko-KR" sz="28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Bold" panose="00000800000000000000" pitchFamily="2" charset="-127"/>
                <a:ea typeface="세방고딕 Bold" panose="00000800000000000000" pitchFamily="2" charset="-127"/>
              </a:endParaRPr>
            </a:p>
            <a:p>
              <a:pPr marL="0" indent="0" latinLnBrk="0">
                <a:buFontTx/>
                <a:buNone/>
                <a:defRPr/>
              </a:pPr>
              <a:endParaRPr lang="ko-KR" altLang="en-US" sz="28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Bold" charset="0"/>
                <a:ea typeface="세방고딕 Bold" charset="0"/>
              </a:endParaRPr>
            </a:p>
          </p:txBody>
        </p:sp>
        <p:sp>
          <p:nvSpPr>
            <p:cNvPr id="8" name="Rect 0"/>
            <p:cNvSpPr txBox="1">
              <a:spLocks/>
            </p:cNvSpPr>
            <p:nvPr/>
          </p:nvSpPr>
          <p:spPr>
            <a:xfrm>
              <a:off x="375920" y="333375"/>
              <a:ext cx="1267460" cy="831215"/>
            </a:xfrm>
            <a:prstGeom prst="rect">
              <a:avLst/>
            </a:prstGeom>
            <a:noFill/>
          </p:spPr>
          <p:txBody>
            <a:bodyPr vert="horz" wrap="square" lIns="91440" tIns="0" rIns="91440" bIns="0" numCol="1" anchor="t">
              <a:spAutoFit/>
            </a:bodyPr>
            <a:lstStyle/>
            <a:p>
              <a:pPr marL="0" indent="0" eaLnBrk="1" fontAlgn="auto" latinLnBrk="1" hangingPunct="1">
                <a:spcBef>
                  <a:spcPts val="0"/>
                </a:spcBef>
                <a:spcAft>
                  <a:spcPts val="0"/>
                </a:spcAft>
                <a:buFontTx/>
                <a:buNone/>
                <a:defRPr/>
              </a:pPr>
              <a:r>
                <a:rPr lang="en-US" altLang="ko-KR" sz="5400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/>
                  </a:solidFill>
                  <a:latin typeface="세방고딕 Bold" charset="0"/>
                  <a:ea typeface="세방고딕 Bold" charset="0"/>
                </a:rPr>
                <a:t>02</a:t>
              </a:r>
              <a:endParaRPr lang="ko-KR" altLang="en-US" sz="54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/>
                </a:solidFill>
                <a:latin typeface="세방고딕 Bold" charset="0"/>
                <a:ea typeface="세방고딕 Bold" charset="0"/>
              </a:endParaRPr>
            </a:p>
          </p:txBody>
        </p:sp>
      </p:grpSp>
      <p:grpSp>
        <p:nvGrpSpPr>
          <p:cNvPr id="10" name="Group 5"/>
          <p:cNvGrpSpPr/>
          <p:nvPr/>
        </p:nvGrpSpPr>
        <p:grpSpPr>
          <a:xfrm>
            <a:off x="488315" y="1358900"/>
            <a:ext cx="10527030" cy="370205"/>
            <a:chOff x="488315" y="1358900"/>
            <a:chExt cx="10527030" cy="370205"/>
          </a:xfrm>
        </p:grpSpPr>
        <p:sp>
          <p:nvSpPr>
            <p:cNvPr id="11" name="Rect 0"/>
            <p:cNvSpPr txBox="1">
              <a:spLocks/>
            </p:cNvSpPr>
            <p:nvPr/>
          </p:nvSpPr>
          <p:spPr>
            <a:xfrm>
              <a:off x="690245" y="1358900"/>
              <a:ext cx="10325100" cy="37020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endParaRPr lang="ko-KR" altLang="en-US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12" name="Rect 0"/>
            <p:cNvSpPr>
              <a:spLocks/>
            </p:cNvSpPr>
            <p:nvPr/>
          </p:nvSpPr>
          <p:spPr>
            <a:xfrm>
              <a:off x="488315" y="1468120"/>
              <a:ext cx="101600" cy="114300"/>
            </a:xfrm>
            <a:custGeom>
              <a:avLst/>
              <a:gdLst>
                <a:gd name="TX0" fmla="*/ 428021 w 450215"/>
                <a:gd name="TY0" fmla="*/ 214932 h 506846"/>
                <a:gd name="TX1" fmla="*/ 66705 w 450215"/>
                <a:gd name="TY1" fmla="*/ 6045 h 506846"/>
                <a:gd name="TX2" fmla="*/ 0 w 450215"/>
                <a:gd name="TY2" fmla="*/ 44511 h 506846"/>
                <a:gd name="TX3" fmla="*/ 0 w 450215"/>
                <a:gd name="TY3" fmla="*/ 462326 h 506846"/>
                <a:gd name="TX4" fmla="*/ 66705 w 450215"/>
                <a:gd name="TY4" fmla="*/ 500812 h 506846"/>
                <a:gd name="TX5" fmla="*/ 428021 w 450215"/>
                <a:gd name="TY5" fmla="*/ 291905 h 506846"/>
                <a:gd name="TX6" fmla="*/ 428021 w 450215"/>
                <a:gd name="TY6" fmla="*/ 214932 h 506846"/>
              </a:gdLst>
              <a:ahLst/>
              <a:cxnLst>
                <a:cxn ang="0">
                  <a:pos x="TX0" y="TY0"/>
                </a:cxn>
                <a:cxn ang="0">
                  <a:pos x="TX1" y="TY1"/>
                </a:cxn>
                <a:cxn ang="0">
                  <a:pos x="TX2" y="TY2"/>
                </a:cxn>
                <a:cxn ang="0">
                  <a:pos x="TX3" y="TY3"/>
                </a:cxn>
                <a:cxn ang="0">
                  <a:pos x="TX4" y="TY4"/>
                </a:cxn>
                <a:cxn ang="0">
                  <a:pos x="TX5" y="TY5"/>
                </a:cxn>
                <a:cxn ang="0">
                  <a:pos x="TX6" y="TY6"/>
                </a:cxn>
              </a:cxnLst>
              <a:rect l="l" t="t" r="r" b="b"/>
              <a:pathLst>
                <a:path w="450215" h="506846">
                  <a:moveTo>
                    <a:pt x="428021" y="214932"/>
                  </a:moveTo>
                  <a:lnTo>
                    <a:pt x="66705" y="6045"/>
                  </a:lnTo>
                  <a:cubicBezTo>
                    <a:pt x="37072" y="-11108"/>
                    <a:pt x="0" y="10287"/>
                    <a:pt x="0" y="44511"/>
                  </a:cubicBezTo>
                  <a:lnTo>
                    <a:pt x="0" y="462326"/>
                  </a:lnTo>
                  <a:cubicBezTo>
                    <a:pt x="0" y="496550"/>
                    <a:pt x="37072" y="517945"/>
                    <a:pt x="66705" y="500812"/>
                  </a:cubicBezTo>
                  <a:lnTo>
                    <a:pt x="428021" y="291905"/>
                  </a:lnTo>
                  <a:cubicBezTo>
                    <a:pt x="457613" y="274793"/>
                    <a:pt x="457613" y="232064"/>
                    <a:pt x="428021" y="214932"/>
                  </a:cubicBezTo>
                  <a:close/>
                </a:path>
              </a:pathLst>
            </a:custGeom>
            <a:solidFill>
              <a:srgbClr val="3378C8"/>
            </a:solidFill>
            <a:ln w="0">
              <a:noFill/>
              <a:prstDash/>
            </a:ln>
            <a:effectLst>
              <a:outerShdw blurRad="50800" dist="38100" dir="5400000" algn="t" rotWithShape="0">
                <a:srgbClr val="3378C8">
                  <a:alpha val="40000"/>
                </a:srgbClr>
              </a:outerShdw>
            </a:effectLst>
          </p:spPr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latinLnBrk="0">
                <a:buFontTx/>
                <a:buNone/>
              </a:pPr>
              <a:endParaRPr lang="ko-KR" altLang="en-US"/>
            </a:p>
          </p:txBody>
        </p:sp>
      </p:grpSp>
      <p:sp>
        <p:nvSpPr>
          <p:cNvPr id="13" name="Rect 0"/>
          <p:cNvSpPr txBox="1">
            <a:spLocks/>
          </p:cNvSpPr>
          <p:nvPr/>
        </p:nvSpPr>
        <p:spPr>
          <a:xfrm>
            <a:off x="0" y="0"/>
            <a:ext cx="12192635" cy="114935"/>
          </a:xfrm>
          <a:prstGeom prst="rect">
            <a:avLst/>
          </a:prstGeom>
          <a:solidFill>
            <a:srgbClr val="FFD85C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sp>
        <p:nvSpPr>
          <p:cNvPr id="14" name="Rect 0"/>
          <p:cNvSpPr txBox="1">
            <a:spLocks/>
          </p:cNvSpPr>
          <p:nvPr/>
        </p:nvSpPr>
        <p:spPr>
          <a:xfrm>
            <a:off x="0" y="0"/>
            <a:ext cx="1337310" cy="114935"/>
          </a:xfrm>
          <a:prstGeom prst="rect">
            <a:avLst/>
          </a:prstGeom>
          <a:solidFill>
            <a:srgbClr val="3378C8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grpSp>
        <p:nvGrpSpPr>
          <p:cNvPr id="56" name="Group 5"/>
          <p:cNvGrpSpPr/>
          <p:nvPr/>
        </p:nvGrpSpPr>
        <p:grpSpPr>
          <a:xfrm>
            <a:off x="10667365" y="6576695"/>
            <a:ext cx="1076325" cy="151130"/>
            <a:chOff x="10667365" y="6576695"/>
            <a:chExt cx="1076325" cy="151130"/>
          </a:xfrm>
        </p:grpSpPr>
        <p:pic>
          <p:nvPicPr>
            <p:cNvPr id="57" name="Picture "/>
            <p:cNvPicPr>
              <a:picLocks noChangeAspect="1"/>
            </p:cNvPicPr>
            <p:nvPr/>
          </p:nvPicPr>
          <p:blipFill rotWithShape="1">
            <a:blip r:embed="rId4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 bwMode="auto">
            <a:xfrm>
              <a:off x="11269345" y="6576695"/>
              <a:ext cx="474345" cy="151130"/>
            </a:xfrm>
            <a:prstGeom prst="rect">
              <a:avLst/>
            </a:prstGeom>
            <a:noFill/>
          </p:spPr>
        </p:pic>
        <p:pic>
          <p:nvPicPr>
            <p:cNvPr id="58" name="Picture "/>
            <p:cNvPicPr>
              <a:picLocks noChangeAspect="1"/>
            </p:cNvPicPr>
            <p:nvPr/>
          </p:nvPicPr>
          <p:blipFill rotWithShape="1">
            <a:blip r:embed="rId5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10667365" y="6576695"/>
              <a:ext cx="478155" cy="142875"/>
            </a:xfrm>
            <a:prstGeom prst="rect">
              <a:avLst/>
            </a:prstGeom>
            <a:noFill/>
          </p:spPr>
        </p:pic>
      </p:grpSp>
      <p:sp>
        <p:nvSpPr>
          <p:cNvPr id="52" name="Rect 0"/>
          <p:cNvSpPr txBox="1">
            <a:spLocks/>
          </p:cNvSpPr>
          <p:nvPr/>
        </p:nvSpPr>
        <p:spPr>
          <a:xfrm>
            <a:off x="635635" y="1314450"/>
            <a:ext cx="5794375" cy="492125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>
            <a:spAutoFit/>
          </a:bodyPr>
          <a:lstStyle/>
          <a:p>
            <a:pPr marL="0" indent="0" latinLnBrk="0">
              <a:buFontTx/>
              <a:buNone/>
              <a:defRPr/>
            </a:pPr>
            <a:r>
              <a:rPr lang="ko-KR" altLang="en-US" sz="26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2-</a:t>
            </a:r>
            <a:r>
              <a:rPr lang="en-US" altLang="ko-KR" sz="26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2 </a:t>
            </a:r>
            <a:r>
              <a:rPr lang="ko-KR" altLang="en-US" sz="2600" dirty="0" err="1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전처리</a:t>
            </a:r>
            <a:r>
              <a:rPr lang="ko-KR" altLang="en-US" sz="26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 및 분석</a:t>
            </a:r>
          </a:p>
        </p:txBody>
      </p:sp>
      <p:pic>
        <p:nvPicPr>
          <p:cNvPr id="31" name="Picture ">
            <a:extLst>
              <a:ext uri="{FF2B5EF4-FFF2-40B4-BE49-F238E27FC236}">
                <a16:creationId xmlns:a16="http://schemas.microsoft.com/office/drawing/2014/main" id="{3D6A34D3-73F9-41F6-BE24-6628C520FE65}"/>
              </a:ext>
            </a:extLst>
          </p:cNvPr>
          <p:cNvPicPr>
            <a:picLocks noChangeAspect="1"/>
          </p:cNvPicPr>
          <p:nvPr/>
        </p:nvPicPr>
        <p:blipFill rotWithShape="1"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7803"/>
          <a:stretch>
            <a:fillRect/>
          </a:stretch>
        </p:blipFill>
        <p:spPr>
          <a:xfrm rot="5400000">
            <a:off x="-476250" y="2466975"/>
            <a:ext cx="1439545" cy="486410"/>
          </a:xfrm>
          <a:prstGeom prst="rect">
            <a:avLst/>
          </a:prstGeom>
          <a:noFill/>
        </p:spPr>
      </p:pic>
      <p:grpSp>
        <p:nvGrpSpPr>
          <p:cNvPr id="32" name="Group 5">
            <a:extLst>
              <a:ext uri="{FF2B5EF4-FFF2-40B4-BE49-F238E27FC236}">
                <a16:creationId xmlns:a16="http://schemas.microsoft.com/office/drawing/2014/main" id="{878B9EF8-DC36-4E51-9C57-7BAC22333BE4}"/>
              </a:ext>
            </a:extLst>
          </p:cNvPr>
          <p:cNvGrpSpPr/>
          <p:nvPr/>
        </p:nvGrpSpPr>
        <p:grpSpPr>
          <a:xfrm>
            <a:off x="473710" y="1906905"/>
            <a:ext cx="11410950" cy="379730"/>
            <a:chOff x="473710" y="1906905"/>
            <a:chExt cx="11410950" cy="379730"/>
          </a:xfrm>
        </p:grpSpPr>
        <p:sp>
          <p:nvSpPr>
            <p:cNvPr id="33" name="Rect 0"/>
            <p:cNvSpPr>
              <a:spLocks/>
            </p:cNvSpPr>
            <p:nvPr/>
          </p:nvSpPr>
          <p:spPr>
            <a:xfrm>
              <a:off x="473710" y="1906905"/>
              <a:ext cx="11219815" cy="380365"/>
            </a:xfrm>
            <a:prstGeom prst="roundRect">
              <a:avLst/>
            </a:prstGeom>
            <a:solidFill>
              <a:srgbClr val="3378C8"/>
            </a:solidFill>
            <a:ln w="0">
              <a:noFill/>
              <a:prstDash/>
            </a:ln>
            <a:effectLst>
              <a:outerShdw dist="38100" dir="2700000" algn="tl" rotWithShape="0">
                <a:srgbClr val="3378C8">
                  <a:alpha val="4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algn="ctr" latinLnBrk="0">
                <a:buFontTx/>
                <a:buNone/>
              </a:pPr>
              <a:endParaRPr lang="ko-KR" altLang="en-US"/>
            </a:p>
          </p:txBody>
        </p:sp>
        <p:sp>
          <p:nvSpPr>
            <p:cNvPr id="34" name="Rect 0"/>
            <p:cNvSpPr txBox="1">
              <a:spLocks/>
            </p:cNvSpPr>
            <p:nvPr/>
          </p:nvSpPr>
          <p:spPr>
            <a:xfrm>
              <a:off x="994410" y="1945640"/>
              <a:ext cx="10890885" cy="307340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r>
                <a:rPr lang="ko-KR" altLang="en-US" sz="14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bg1"/>
                  </a:solidFill>
                  <a:latin typeface="세방고딕 Regular" charset="0"/>
                  <a:ea typeface="세방고딕 Regular" charset="0"/>
                </a:rPr>
                <a:t>소상공인 진흥공단 상가(상권)정보 </a:t>
              </a:r>
              <a:r>
                <a:rPr lang="en-US" altLang="ko-KR" sz="14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bg1"/>
                  </a:solidFill>
                  <a:latin typeface="세방고딕 Regular" charset="0"/>
                  <a:ea typeface="세방고딕 Regular" charset="0"/>
                </a:rPr>
                <a:t>(1/2)</a:t>
              </a:r>
              <a:r>
                <a:rPr lang="ko-KR" altLang="ko-KR" sz="14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bg1"/>
                  </a:solidFill>
                  <a:latin typeface="세방고딕 Regular" charset="0"/>
                  <a:ea typeface="세방고딕 Regular" charset="0"/>
                </a:rPr>
                <a:t> </a:t>
              </a:r>
              <a:r>
                <a:rPr lang="en-US" altLang="ko-KR" sz="14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bg1"/>
                  </a:solidFill>
                  <a:latin typeface="세방고딕 Regular" charset="0"/>
                  <a:ea typeface="세방고딕 Regular" charset="0"/>
                </a:rPr>
                <a:t>– </a:t>
              </a:r>
              <a:r>
                <a:rPr lang="ko-KR" altLang="en-US" sz="14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bg1"/>
                  </a:solidFill>
                  <a:latin typeface="세방고딕 Regular" charset="0"/>
                  <a:ea typeface="세방고딕 Regular" charset="0"/>
                </a:rPr>
                <a:t>특성 추출 </a:t>
              </a:r>
            </a:p>
          </p:txBody>
        </p:sp>
        <p:grpSp>
          <p:nvGrpSpPr>
            <p:cNvPr id="35" name="Group 5">
              <a:extLst>
                <a:ext uri="{FF2B5EF4-FFF2-40B4-BE49-F238E27FC236}">
                  <a16:creationId xmlns:a16="http://schemas.microsoft.com/office/drawing/2014/main" id="{3C2C7ACE-8025-4F73-BC31-6BBB0457F858}"/>
                </a:ext>
              </a:extLst>
            </p:cNvPr>
            <p:cNvGrpSpPr/>
            <p:nvPr/>
          </p:nvGrpSpPr>
          <p:grpSpPr>
            <a:xfrm>
              <a:off x="711200" y="1964690"/>
              <a:ext cx="283845" cy="276860"/>
              <a:chOff x="711200" y="1964690"/>
              <a:chExt cx="283845" cy="276860"/>
            </a:xfrm>
          </p:grpSpPr>
          <p:sp>
            <p:nvSpPr>
              <p:cNvPr id="36" name="Rect 0"/>
              <p:cNvSpPr>
                <a:spLocks/>
              </p:cNvSpPr>
              <p:nvPr/>
            </p:nvSpPr>
            <p:spPr>
              <a:xfrm>
                <a:off x="760730" y="1968500"/>
                <a:ext cx="234950" cy="234950"/>
              </a:xfrm>
              <a:prstGeom prst="ellipse">
                <a:avLst/>
              </a:prstGeom>
              <a:solidFill>
                <a:schemeClr val="bg1"/>
              </a:solidFill>
              <a:ln w="0">
                <a:noFill/>
                <a:prstDash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square" lIns="91440" tIns="45720" rIns="91440" bIns="45720" numCol="1" anchor="ctr">
                <a:noAutofit/>
              </a:bodyPr>
              <a:lstStyle/>
              <a:p>
                <a:pPr marL="0" indent="0" algn="ctr" latinLnBrk="0">
                  <a:buFontTx/>
                  <a:buNone/>
                </a:pPr>
                <a:endParaRPr lang="ko-KR" altLang="en-US"/>
              </a:p>
            </p:txBody>
          </p:sp>
          <p:sp>
            <p:nvSpPr>
              <p:cNvPr id="37" name="Rect 0"/>
              <p:cNvSpPr txBox="1">
                <a:spLocks/>
              </p:cNvSpPr>
              <p:nvPr/>
            </p:nvSpPr>
            <p:spPr>
              <a:xfrm>
                <a:off x="711200" y="1964690"/>
                <a:ext cx="247650" cy="277495"/>
              </a:xfrm>
              <a:prstGeom prst="rect">
                <a:avLst/>
              </a:prstGeom>
              <a:noFill/>
            </p:spPr>
            <p:txBody>
              <a:bodyPr vert="horz" wrap="square" lIns="91440" tIns="45720" rIns="91440" bIns="45720" numCol="1" anchor="t">
                <a:spAutoFit/>
              </a:bodyPr>
              <a:lstStyle/>
              <a:p>
                <a:pPr marL="0" indent="0" latinLnBrk="0">
                  <a:buFontTx/>
                  <a:buNone/>
                </a:pPr>
                <a:r>
                  <a:rPr lang="ko-KR" altLang="ko-KR" sz="1200" b="1">
                    <a:ln w="9525" cap="flat" cmpd="sng"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  <a:prstDash val="solid"/>
                    </a:ln>
                    <a:solidFill>
                      <a:srgbClr val="3378C8"/>
                    </a:solidFill>
                    <a:latin typeface="세방고딕 Bold" charset="0"/>
                    <a:ea typeface="세방고딕 Bold" charset="0"/>
                  </a:rPr>
                  <a:t>▼</a:t>
                </a:r>
                <a:endParaRPr lang="ko-KR" altLang="en-US" sz="12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/>
                  </a:solidFill>
                  <a:latin typeface="세방고딕 Bold" charset="0"/>
                  <a:ea typeface="세방고딕 Bold" charset="0"/>
                </a:endParaRPr>
              </a:p>
            </p:txBody>
          </p:sp>
        </p:grpSp>
      </p:grpSp>
      <p:pic>
        <p:nvPicPr>
          <p:cNvPr id="38" name="그림 37">
            <a:extLst>
              <a:ext uri="{FF2B5EF4-FFF2-40B4-BE49-F238E27FC236}">
                <a16:creationId xmlns:a16="http://schemas.microsoft.com/office/drawing/2014/main" id="{B45816FF-588C-4773-A784-E1D3CEB3A006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9115" y="2580005"/>
            <a:ext cx="7880985" cy="3827145"/>
          </a:xfrm>
          <a:prstGeom prst="rect">
            <a:avLst/>
          </a:prstGeom>
        </p:spPr>
      </p:pic>
      <p:sp>
        <p:nvSpPr>
          <p:cNvPr id="39" name="TextBox 38">
            <a:extLst>
              <a:ext uri="{FF2B5EF4-FFF2-40B4-BE49-F238E27FC236}">
                <a16:creationId xmlns:a16="http://schemas.microsoft.com/office/drawing/2014/main" id="{8FC0C485-06A1-453A-B34A-85C0B2E039D0}"/>
              </a:ext>
            </a:extLst>
          </p:cNvPr>
          <p:cNvSpPr txBox="1"/>
          <p:nvPr/>
        </p:nvSpPr>
        <p:spPr>
          <a:xfrm>
            <a:off x="8548370" y="2675255"/>
            <a:ext cx="3524250" cy="11118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200000"/>
              </a:lnSpc>
              <a:buAutoNum type="arabicPeriod"/>
            </a:pPr>
            <a:r>
              <a:rPr lang="ko-KR" altLang="en-US" b="1" dirty="0"/>
              <a:t>데이터 특성 파악 후 불필요한 피처 제거</a:t>
            </a:r>
            <a:endParaRPr lang="en-US" altLang="ko-KR" b="1" dirty="0"/>
          </a:p>
        </p:txBody>
      </p:sp>
      <p:pic>
        <p:nvPicPr>
          <p:cNvPr id="40" name="Picture ">
            <a:extLst>
              <a:ext uri="{FF2B5EF4-FFF2-40B4-BE49-F238E27FC236}">
                <a16:creationId xmlns:a16="http://schemas.microsoft.com/office/drawing/2014/main" id="{EF425C6A-E2D1-416B-9E8E-625850D83E6F}"/>
              </a:ext>
            </a:extLst>
          </p:cNvPr>
          <p:cNvPicPr>
            <a:picLocks noChangeAspect="1"/>
          </p:cNvPicPr>
          <p:nvPr/>
        </p:nvPicPr>
        <p:blipFill rotWithShape="1">
          <a:blip r:embed="rId8" cstate="hqprint">
            <a:duotone>
              <a:srgbClr val="2E6CA5"/>
              <a:prstClr val="white"/>
            </a:duotone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0800000" flipV="1">
            <a:off x="0" y="1808480"/>
            <a:ext cx="12192635" cy="342900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370079688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635" cy="6858635"/>
          </a:xfrm>
          <a:prstGeom prst="rect">
            <a:avLst/>
          </a:prstGeom>
          <a:noFill/>
        </p:spPr>
      </p:pic>
      <p:pic>
        <p:nvPicPr>
          <p:cNvPr id="3" name="Picture 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78" b="11486"/>
          <a:stretch>
            <a:fillRect/>
          </a:stretch>
        </p:blipFill>
        <p:spPr>
          <a:xfrm>
            <a:off x="7589520" y="4695190"/>
            <a:ext cx="4603115" cy="2163445"/>
          </a:xfrm>
          <a:prstGeom prst="rect">
            <a:avLst/>
          </a:prstGeom>
          <a:noFill/>
        </p:spPr>
      </p:pic>
      <p:sp>
        <p:nvSpPr>
          <p:cNvPr id="4" name="Rect 0"/>
          <p:cNvSpPr>
            <a:spLocks/>
          </p:cNvSpPr>
          <p:nvPr/>
        </p:nvSpPr>
        <p:spPr>
          <a:xfrm flipH="1" flipV="1">
            <a:off x="173990" y="70485"/>
            <a:ext cx="12018645" cy="1221740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49847"/>
            </a:schemeClr>
          </a:solidFill>
          <a:ln w="0">
            <a:noFill/>
            <a:prstDash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/>
          </a:p>
        </p:txBody>
      </p:sp>
      <p:grpSp>
        <p:nvGrpSpPr>
          <p:cNvPr id="5" name="Group 5"/>
          <p:cNvGrpSpPr/>
          <p:nvPr/>
        </p:nvGrpSpPr>
        <p:grpSpPr>
          <a:xfrm>
            <a:off x="375920" y="333375"/>
            <a:ext cx="5949315" cy="831215"/>
            <a:chOff x="375920" y="333375"/>
            <a:chExt cx="5949315" cy="831215"/>
          </a:xfrm>
        </p:grpSpPr>
        <p:sp>
          <p:nvSpPr>
            <p:cNvPr id="6" name="Rect 0"/>
            <p:cNvSpPr txBox="1">
              <a:spLocks/>
            </p:cNvSpPr>
            <p:nvPr/>
          </p:nvSpPr>
          <p:spPr>
            <a:xfrm>
              <a:off x="1461770" y="366395"/>
              <a:ext cx="2252980" cy="276860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</a:pPr>
              <a:r>
                <a:rPr lang="en-US" altLang="ko-KR" sz="12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>
                      <a:alpha val="49847"/>
                    </a:srgbClr>
                  </a:solidFill>
                  <a:latin typeface="세방고딕 Regular" charset="0"/>
                  <a:ea typeface="세방고딕 Regular" charset="0"/>
                </a:rPr>
                <a:t>K-Digital Training</a:t>
              </a:r>
              <a:endParaRPr lang="ko-KR" altLang="en-US" sz="1200" b="1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>
                    <a:alpha val="49847"/>
                  </a:srgb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7" name="Rect 0"/>
            <p:cNvSpPr txBox="1">
              <a:spLocks/>
            </p:cNvSpPr>
            <p:nvPr/>
          </p:nvSpPr>
          <p:spPr>
            <a:xfrm>
              <a:off x="1461770" y="584835"/>
              <a:ext cx="4863465" cy="523240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latinLnBrk="0">
                <a:defRPr/>
              </a:pPr>
              <a:r>
                <a:rPr lang="ko-KR" altLang="en-US" sz="28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데이터 구성 및 처리과정</a:t>
              </a:r>
              <a:endParaRPr lang="en-US" altLang="ko-KR" sz="28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Bold" panose="00000800000000000000" pitchFamily="2" charset="-127"/>
                <a:ea typeface="세방고딕 Bold" panose="00000800000000000000" pitchFamily="2" charset="-127"/>
              </a:endParaRPr>
            </a:p>
          </p:txBody>
        </p:sp>
        <p:sp>
          <p:nvSpPr>
            <p:cNvPr id="8" name="Rect 0"/>
            <p:cNvSpPr txBox="1">
              <a:spLocks/>
            </p:cNvSpPr>
            <p:nvPr/>
          </p:nvSpPr>
          <p:spPr>
            <a:xfrm>
              <a:off x="375920" y="333375"/>
              <a:ext cx="1267460" cy="831215"/>
            </a:xfrm>
            <a:prstGeom prst="rect">
              <a:avLst/>
            </a:prstGeom>
            <a:noFill/>
          </p:spPr>
          <p:txBody>
            <a:bodyPr vert="horz" wrap="square" lIns="91440" tIns="0" rIns="91440" bIns="0" numCol="1" anchor="t">
              <a:spAutoFit/>
            </a:bodyPr>
            <a:lstStyle/>
            <a:p>
              <a:pPr marL="0" indent="0" eaLnBrk="1" fontAlgn="auto" latinLnBrk="1" hangingPunct="1">
                <a:spcBef>
                  <a:spcPts val="0"/>
                </a:spcBef>
                <a:spcAft>
                  <a:spcPts val="0"/>
                </a:spcAft>
                <a:buFontTx/>
                <a:buNone/>
                <a:defRPr/>
              </a:pPr>
              <a:r>
                <a:rPr lang="en-US" altLang="ko-KR" sz="5400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/>
                  </a:solidFill>
                  <a:latin typeface="세방고딕 Bold" charset="0"/>
                  <a:ea typeface="세방고딕 Bold" charset="0"/>
                </a:rPr>
                <a:t>02</a:t>
              </a:r>
              <a:endParaRPr lang="ko-KR" altLang="en-US" sz="54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/>
                </a:solidFill>
                <a:latin typeface="세방고딕 Bold" charset="0"/>
                <a:ea typeface="세방고딕 Bold" charset="0"/>
              </a:endParaRPr>
            </a:p>
          </p:txBody>
        </p:sp>
      </p:grpSp>
      <p:grpSp>
        <p:nvGrpSpPr>
          <p:cNvPr id="10" name="Group 5"/>
          <p:cNvGrpSpPr/>
          <p:nvPr/>
        </p:nvGrpSpPr>
        <p:grpSpPr>
          <a:xfrm>
            <a:off x="488315" y="1358900"/>
            <a:ext cx="10527030" cy="370205"/>
            <a:chOff x="488315" y="1358900"/>
            <a:chExt cx="10527030" cy="370205"/>
          </a:xfrm>
        </p:grpSpPr>
        <p:sp>
          <p:nvSpPr>
            <p:cNvPr id="11" name="Rect 0"/>
            <p:cNvSpPr txBox="1">
              <a:spLocks/>
            </p:cNvSpPr>
            <p:nvPr/>
          </p:nvSpPr>
          <p:spPr>
            <a:xfrm>
              <a:off x="690245" y="1358900"/>
              <a:ext cx="10325100" cy="37020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endParaRPr lang="ko-KR" altLang="en-US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12" name="Rect 0"/>
            <p:cNvSpPr>
              <a:spLocks/>
            </p:cNvSpPr>
            <p:nvPr/>
          </p:nvSpPr>
          <p:spPr>
            <a:xfrm>
              <a:off x="488315" y="1468120"/>
              <a:ext cx="101600" cy="114300"/>
            </a:xfrm>
            <a:custGeom>
              <a:avLst/>
              <a:gdLst>
                <a:gd name="TX0" fmla="*/ 428021 w 450215"/>
                <a:gd name="TY0" fmla="*/ 214932 h 506846"/>
                <a:gd name="TX1" fmla="*/ 66705 w 450215"/>
                <a:gd name="TY1" fmla="*/ 6045 h 506846"/>
                <a:gd name="TX2" fmla="*/ 0 w 450215"/>
                <a:gd name="TY2" fmla="*/ 44511 h 506846"/>
                <a:gd name="TX3" fmla="*/ 0 w 450215"/>
                <a:gd name="TY3" fmla="*/ 462326 h 506846"/>
                <a:gd name="TX4" fmla="*/ 66705 w 450215"/>
                <a:gd name="TY4" fmla="*/ 500812 h 506846"/>
                <a:gd name="TX5" fmla="*/ 428021 w 450215"/>
                <a:gd name="TY5" fmla="*/ 291905 h 506846"/>
                <a:gd name="TX6" fmla="*/ 428021 w 450215"/>
                <a:gd name="TY6" fmla="*/ 214932 h 506846"/>
              </a:gdLst>
              <a:ahLst/>
              <a:cxnLst>
                <a:cxn ang="0">
                  <a:pos x="TX0" y="TY0"/>
                </a:cxn>
                <a:cxn ang="0">
                  <a:pos x="TX1" y="TY1"/>
                </a:cxn>
                <a:cxn ang="0">
                  <a:pos x="TX2" y="TY2"/>
                </a:cxn>
                <a:cxn ang="0">
                  <a:pos x="TX3" y="TY3"/>
                </a:cxn>
                <a:cxn ang="0">
                  <a:pos x="TX4" y="TY4"/>
                </a:cxn>
                <a:cxn ang="0">
                  <a:pos x="TX5" y="TY5"/>
                </a:cxn>
                <a:cxn ang="0">
                  <a:pos x="TX6" y="TY6"/>
                </a:cxn>
              </a:cxnLst>
              <a:rect l="l" t="t" r="r" b="b"/>
              <a:pathLst>
                <a:path w="450215" h="506846">
                  <a:moveTo>
                    <a:pt x="428021" y="214932"/>
                  </a:moveTo>
                  <a:lnTo>
                    <a:pt x="66705" y="6045"/>
                  </a:lnTo>
                  <a:cubicBezTo>
                    <a:pt x="37072" y="-11108"/>
                    <a:pt x="0" y="10287"/>
                    <a:pt x="0" y="44511"/>
                  </a:cubicBezTo>
                  <a:lnTo>
                    <a:pt x="0" y="462326"/>
                  </a:lnTo>
                  <a:cubicBezTo>
                    <a:pt x="0" y="496550"/>
                    <a:pt x="37072" y="517945"/>
                    <a:pt x="66705" y="500812"/>
                  </a:cubicBezTo>
                  <a:lnTo>
                    <a:pt x="428021" y="291905"/>
                  </a:lnTo>
                  <a:cubicBezTo>
                    <a:pt x="457613" y="274793"/>
                    <a:pt x="457613" y="232064"/>
                    <a:pt x="428021" y="214932"/>
                  </a:cubicBezTo>
                  <a:close/>
                </a:path>
              </a:pathLst>
            </a:custGeom>
            <a:solidFill>
              <a:srgbClr val="3378C8"/>
            </a:solidFill>
            <a:ln w="0">
              <a:noFill/>
              <a:prstDash/>
            </a:ln>
            <a:effectLst>
              <a:outerShdw blurRad="50800" dist="38100" dir="5400000" algn="t" rotWithShape="0">
                <a:srgbClr val="3378C8">
                  <a:alpha val="40000"/>
                </a:srgbClr>
              </a:outerShdw>
            </a:effectLst>
          </p:spPr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latinLnBrk="0">
                <a:buFontTx/>
                <a:buNone/>
              </a:pPr>
              <a:endParaRPr lang="ko-KR" altLang="en-US"/>
            </a:p>
          </p:txBody>
        </p:sp>
      </p:grpSp>
      <p:sp>
        <p:nvSpPr>
          <p:cNvPr id="13" name="Rect 0"/>
          <p:cNvSpPr txBox="1">
            <a:spLocks/>
          </p:cNvSpPr>
          <p:nvPr/>
        </p:nvSpPr>
        <p:spPr>
          <a:xfrm>
            <a:off x="0" y="0"/>
            <a:ext cx="12192635" cy="114935"/>
          </a:xfrm>
          <a:prstGeom prst="rect">
            <a:avLst/>
          </a:prstGeom>
          <a:solidFill>
            <a:srgbClr val="FFD85C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sp>
        <p:nvSpPr>
          <p:cNvPr id="14" name="Rect 0"/>
          <p:cNvSpPr txBox="1">
            <a:spLocks/>
          </p:cNvSpPr>
          <p:nvPr/>
        </p:nvSpPr>
        <p:spPr>
          <a:xfrm>
            <a:off x="0" y="0"/>
            <a:ext cx="1337310" cy="114935"/>
          </a:xfrm>
          <a:prstGeom prst="rect">
            <a:avLst/>
          </a:prstGeom>
          <a:solidFill>
            <a:srgbClr val="3378C8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grpSp>
        <p:nvGrpSpPr>
          <p:cNvPr id="56" name="Group 5"/>
          <p:cNvGrpSpPr/>
          <p:nvPr/>
        </p:nvGrpSpPr>
        <p:grpSpPr>
          <a:xfrm>
            <a:off x="10667365" y="6576695"/>
            <a:ext cx="1076325" cy="151130"/>
            <a:chOff x="10667365" y="6576695"/>
            <a:chExt cx="1076325" cy="151130"/>
          </a:xfrm>
        </p:grpSpPr>
        <p:pic>
          <p:nvPicPr>
            <p:cNvPr id="57" name="Picture "/>
            <p:cNvPicPr>
              <a:picLocks noChangeAspect="1"/>
            </p:cNvPicPr>
            <p:nvPr/>
          </p:nvPicPr>
          <p:blipFill rotWithShape="1">
            <a:blip r:embed="rId4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 bwMode="auto">
            <a:xfrm>
              <a:off x="11269345" y="6576695"/>
              <a:ext cx="474345" cy="151130"/>
            </a:xfrm>
            <a:prstGeom prst="rect">
              <a:avLst/>
            </a:prstGeom>
            <a:noFill/>
          </p:spPr>
        </p:pic>
        <p:pic>
          <p:nvPicPr>
            <p:cNvPr id="58" name="Picture "/>
            <p:cNvPicPr>
              <a:picLocks noChangeAspect="1"/>
            </p:cNvPicPr>
            <p:nvPr/>
          </p:nvPicPr>
          <p:blipFill rotWithShape="1">
            <a:blip r:embed="rId5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10667365" y="6576695"/>
              <a:ext cx="478155" cy="142875"/>
            </a:xfrm>
            <a:prstGeom prst="rect">
              <a:avLst/>
            </a:prstGeom>
            <a:noFill/>
          </p:spPr>
        </p:pic>
      </p:grpSp>
      <p:sp>
        <p:nvSpPr>
          <p:cNvPr id="52" name="Rect 0"/>
          <p:cNvSpPr txBox="1">
            <a:spLocks/>
          </p:cNvSpPr>
          <p:nvPr/>
        </p:nvSpPr>
        <p:spPr>
          <a:xfrm>
            <a:off x="635635" y="1314450"/>
            <a:ext cx="5794375" cy="492125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>
            <a:spAutoFit/>
          </a:bodyPr>
          <a:lstStyle/>
          <a:p>
            <a:pPr marL="0" indent="0" latinLnBrk="0">
              <a:buFontTx/>
              <a:buNone/>
              <a:defRPr/>
            </a:pPr>
            <a:r>
              <a:rPr lang="ko-KR" altLang="en-US" sz="26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2-</a:t>
            </a:r>
            <a:r>
              <a:rPr lang="en-US" altLang="ko-KR" sz="26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2 </a:t>
            </a:r>
            <a:r>
              <a:rPr lang="ko-KR" altLang="en-US" sz="2600" dirty="0" err="1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전처리</a:t>
            </a:r>
            <a:r>
              <a:rPr lang="ko-KR" altLang="en-US" sz="26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 및 분석</a:t>
            </a:r>
          </a:p>
        </p:txBody>
      </p:sp>
      <p:pic>
        <p:nvPicPr>
          <p:cNvPr id="31" name="Picture ">
            <a:extLst>
              <a:ext uri="{FF2B5EF4-FFF2-40B4-BE49-F238E27FC236}">
                <a16:creationId xmlns:a16="http://schemas.microsoft.com/office/drawing/2014/main" id="{3D6A34D3-73F9-41F6-BE24-6628C520FE65}"/>
              </a:ext>
            </a:extLst>
          </p:cNvPr>
          <p:cNvPicPr>
            <a:picLocks noChangeAspect="1"/>
          </p:cNvPicPr>
          <p:nvPr/>
        </p:nvPicPr>
        <p:blipFill rotWithShape="1"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7803"/>
          <a:stretch>
            <a:fillRect/>
          </a:stretch>
        </p:blipFill>
        <p:spPr>
          <a:xfrm rot="5400000">
            <a:off x="-476250" y="2466975"/>
            <a:ext cx="1439545" cy="486410"/>
          </a:xfrm>
          <a:prstGeom prst="rect">
            <a:avLst/>
          </a:prstGeom>
          <a:noFill/>
        </p:spPr>
      </p:pic>
      <p:grpSp>
        <p:nvGrpSpPr>
          <p:cNvPr id="32" name="Group 5">
            <a:extLst>
              <a:ext uri="{FF2B5EF4-FFF2-40B4-BE49-F238E27FC236}">
                <a16:creationId xmlns:a16="http://schemas.microsoft.com/office/drawing/2014/main" id="{878B9EF8-DC36-4E51-9C57-7BAC22333BE4}"/>
              </a:ext>
            </a:extLst>
          </p:cNvPr>
          <p:cNvGrpSpPr/>
          <p:nvPr/>
        </p:nvGrpSpPr>
        <p:grpSpPr>
          <a:xfrm>
            <a:off x="473710" y="1906905"/>
            <a:ext cx="11410950" cy="379730"/>
            <a:chOff x="473710" y="1906905"/>
            <a:chExt cx="11410950" cy="379730"/>
          </a:xfrm>
        </p:grpSpPr>
        <p:sp>
          <p:nvSpPr>
            <p:cNvPr id="33" name="Rect 0"/>
            <p:cNvSpPr>
              <a:spLocks/>
            </p:cNvSpPr>
            <p:nvPr/>
          </p:nvSpPr>
          <p:spPr>
            <a:xfrm>
              <a:off x="473710" y="1906905"/>
              <a:ext cx="11219815" cy="380365"/>
            </a:xfrm>
            <a:prstGeom prst="roundRect">
              <a:avLst/>
            </a:prstGeom>
            <a:solidFill>
              <a:srgbClr val="3378C8"/>
            </a:solidFill>
            <a:ln w="0">
              <a:noFill/>
              <a:prstDash/>
            </a:ln>
            <a:effectLst>
              <a:outerShdw dist="38100" dir="2700000" algn="tl" rotWithShape="0">
                <a:srgbClr val="3378C8">
                  <a:alpha val="4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algn="ctr" latinLnBrk="0">
                <a:buFontTx/>
                <a:buNone/>
              </a:pPr>
              <a:endParaRPr lang="ko-KR" altLang="en-US"/>
            </a:p>
          </p:txBody>
        </p:sp>
        <p:sp>
          <p:nvSpPr>
            <p:cNvPr id="34" name="Rect 0"/>
            <p:cNvSpPr txBox="1">
              <a:spLocks/>
            </p:cNvSpPr>
            <p:nvPr/>
          </p:nvSpPr>
          <p:spPr>
            <a:xfrm>
              <a:off x="994410" y="1945640"/>
              <a:ext cx="10890885" cy="307340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r>
                <a:rPr lang="ko-KR" altLang="en-US" sz="14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bg1"/>
                  </a:solidFill>
                  <a:latin typeface="세방고딕 Regular" charset="0"/>
                  <a:ea typeface="세방고딕 Regular" charset="0"/>
                </a:rPr>
                <a:t>소상공인 진흥공단 상가(상권)정보 </a:t>
              </a:r>
              <a:r>
                <a:rPr lang="en-US" altLang="ko-KR" sz="14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bg1"/>
                  </a:solidFill>
                  <a:latin typeface="세방고딕 Regular" charset="0"/>
                  <a:ea typeface="세방고딕 Regular" charset="0"/>
                </a:rPr>
                <a:t>(2/2)</a:t>
              </a:r>
              <a:r>
                <a:rPr lang="ko-KR" altLang="ko-KR" sz="14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bg1"/>
                  </a:solidFill>
                  <a:latin typeface="세방고딕 Regular" charset="0"/>
                  <a:ea typeface="세방고딕 Regular" charset="0"/>
                </a:rPr>
                <a:t> </a:t>
              </a:r>
              <a:r>
                <a:rPr lang="en-US" altLang="ko-KR" sz="14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bg1"/>
                  </a:solidFill>
                  <a:latin typeface="세방고딕 Regular" charset="0"/>
                  <a:ea typeface="세방고딕 Regular" charset="0"/>
                </a:rPr>
                <a:t>– </a:t>
              </a:r>
              <a:r>
                <a:rPr lang="ko-KR" altLang="en-US" sz="14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bg1"/>
                  </a:solidFill>
                  <a:latin typeface="세방고딕 Regular" charset="0"/>
                  <a:ea typeface="세방고딕 Regular" charset="0"/>
                </a:rPr>
                <a:t>특성 추출 </a:t>
              </a:r>
            </a:p>
          </p:txBody>
        </p:sp>
        <p:grpSp>
          <p:nvGrpSpPr>
            <p:cNvPr id="35" name="Group 5">
              <a:extLst>
                <a:ext uri="{FF2B5EF4-FFF2-40B4-BE49-F238E27FC236}">
                  <a16:creationId xmlns:a16="http://schemas.microsoft.com/office/drawing/2014/main" id="{3C2C7ACE-8025-4F73-BC31-6BBB0457F858}"/>
                </a:ext>
              </a:extLst>
            </p:cNvPr>
            <p:cNvGrpSpPr/>
            <p:nvPr/>
          </p:nvGrpSpPr>
          <p:grpSpPr>
            <a:xfrm>
              <a:off x="711200" y="1964690"/>
              <a:ext cx="283845" cy="276860"/>
              <a:chOff x="711200" y="1964690"/>
              <a:chExt cx="283845" cy="276860"/>
            </a:xfrm>
          </p:grpSpPr>
          <p:sp>
            <p:nvSpPr>
              <p:cNvPr id="36" name="Rect 0"/>
              <p:cNvSpPr>
                <a:spLocks/>
              </p:cNvSpPr>
              <p:nvPr/>
            </p:nvSpPr>
            <p:spPr>
              <a:xfrm>
                <a:off x="760730" y="1968500"/>
                <a:ext cx="234950" cy="234950"/>
              </a:xfrm>
              <a:prstGeom prst="ellipse">
                <a:avLst/>
              </a:prstGeom>
              <a:solidFill>
                <a:schemeClr val="bg1"/>
              </a:solidFill>
              <a:ln w="0">
                <a:noFill/>
                <a:prstDash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square" lIns="91440" tIns="45720" rIns="91440" bIns="45720" numCol="1" anchor="ctr">
                <a:noAutofit/>
              </a:bodyPr>
              <a:lstStyle/>
              <a:p>
                <a:pPr marL="0" indent="0" algn="ctr" latinLnBrk="0">
                  <a:buFontTx/>
                  <a:buNone/>
                </a:pPr>
                <a:endParaRPr lang="ko-KR" altLang="en-US"/>
              </a:p>
            </p:txBody>
          </p:sp>
          <p:sp>
            <p:nvSpPr>
              <p:cNvPr id="37" name="Rect 0"/>
              <p:cNvSpPr txBox="1">
                <a:spLocks/>
              </p:cNvSpPr>
              <p:nvPr/>
            </p:nvSpPr>
            <p:spPr>
              <a:xfrm>
                <a:off x="711200" y="1964690"/>
                <a:ext cx="247650" cy="277495"/>
              </a:xfrm>
              <a:prstGeom prst="rect">
                <a:avLst/>
              </a:prstGeom>
              <a:noFill/>
            </p:spPr>
            <p:txBody>
              <a:bodyPr vert="horz" wrap="square" lIns="91440" tIns="45720" rIns="91440" bIns="45720" numCol="1" anchor="t">
                <a:spAutoFit/>
              </a:bodyPr>
              <a:lstStyle/>
              <a:p>
                <a:pPr marL="0" indent="0" latinLnBrk="0">
                  <a:buFontTx/>
                  <a:buNone/>
                </a:pPr>
                <a:r>
                  <a:rPr lang="ko-KR" altLang="ko-KR" sz="1200" b="1">
                    <a:ln w="9525" cap="flat" cmpd="sng"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  <a:prstDash val="solid"/>
                    </a:ln>
                    <a:solidFill>
                      <a:srgbClr val="3378C8"/>
                    </a:solidFill>
                    <a:latin typeface="세방고딕 Bold" charset="0"/>
                    <a:ea typeface="세방고딕 Bold" charset="0"/>
                  </a:rPr>
                  <a:t>▼</a:t>
                </a:r>
                <a:endParaRPr lang="ko-KR" altLang="en-US" sz="12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/>
                  </a:solidFill>
                  <a:latin typeface="세방고딕 Bold" charset="0"/>
                  <a:ea typeface="세방고딕 Bold" charset="0"/>
                </a:endParaRPr>
              </a:p>
            </p:txBody>
          </p:sp>
        </p:grpSp>
      </p:grpSp>
      <p:pic>
        <p:nvPicPr>
          <p:cNvPr id="27" name="그림 26">
            <a:extLst>
              <a:ext uri="{FF2B5EF4-FFF2-40B4-BE49-F238E27FC236}">
                <a16:creationId xmlns:a16="http://schemas.microsoft.com/office/drawing/2014/main" id="{74C36C8A-B029-4044-81D0-02FD8C72A607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6343"/>
          <a:stretch/>
        </p:blipFill>
        <p:spPr>
          <a:xfrm>
            <a:off x="2891790" y="3107690"/>
            <a:ext cx="5287645" cy="3215005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12F70F13-E309-42CA-AF57-9025467EFA3E}"/>
              </a:ext>
            </a:extLst>
          </p:cNvPr>
          <p:cNvSpPr txBox="1"/>
          <p:nvPr/>
        </p:nvSpPr>
        <p:spPr>
          <a:xfrm>
            <a:off x="8519795" y="2557145"/>
            <a:ext cx="3365500" cy="2306955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>
            <a:spAutoFit/>
          </a:bodyPr>
          <a:lstStyle/>
          <a:p>
            <a:pPr marL="342900" indent="-342900" latinLnBrk="0">
              <a:lnSpc>
                <a:spcPct val="200000"/>
              </a:lnSpc>
              <a:buFont typeface="+mj-lt"/>
              <a:buAutoNum type="arabicPeriod"/>
            </a:pPr>
            <a:r>
              <a:rPr lang="ko-KR" altLang="en-US" b="1"/>
              <a:t>계절성이 없는 음식 </a:t>
            </a:r>
            <a:br>
              <a:rPr lang="en-US" altLang="ko-KR" b="1"/>
            </a:br>
            <a:r>
              <a:rPr lang="en-US" altLang="ko-KR" b="1"/>
              <a:t> </a:t>
            </a:r>
            <a:r>
              <a:rPr lang="ko-KR" altLang="en-US" b="1"/>
              <a:t>카테고리는 제거</a:t>
            </a:r>
          </a:p>
          <a:p>
            <a:pPr marL="342900" indent="-342900" latinLnBrk="0">
              <a:lnSpc>
                <a:spcPct val="200000"/>
              </a:lnSpc>
              <a:buFont typeface="+mj-lt"/>
              <a:buAutoNum type="arabicPeriod"/>
            </a:pPr>
            <a:r>
              <a:rPr lang="ko-KR" altLang="en-US" b="1"/>
              <a:t>이후 카테고리는 검색 임베딩에 활용</a:t>
            </a:r>
          </a:p>
        </p:txBody>
      </p:sp>
      <p:pic>
        <p:nvPicPr>
          <p:cNvPr id="29" name="그림 28">
            <a:extLst>
              <a:ext uri="{FF2B5EF4-FFF2-40B4-BE49-F238E27FC236}">
                <a16:creationId xmlns:a16="http://schemas.microsoft.com/office/drawing/2014/main" id="{DCA71417-7AAA-4AC8-97BD-5129FBFFA1D3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8310" y="2413635"/>
            <a:ext cx="4476750" cy="2173605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</p:pic>
      <p:sp>
        <p:nvSpPr>
          <p:cNvPr id="15" name="화살표: 굽음 14">
            <a:extLst>
              <a:ext uri="{FF2B5EF4-FFF2-40B4-BE49-F238E27FC236}">
                <a16:creationId xmlns:a16="http://schemas.microsoft.com/office/drawing/2014/main" id="{1053F569-0BF2-41DF-82AA-FD439BE76D45}"/>
              </a:ext>
            </a:extLst>
          </p:cNvPr>
          <p:cNvSpPr/>
          <p:nvPr/>
        </p:nvSpPr>
        <p:spPr>
          <a:xfrm flipV="1">
            <a:off x="1734820" y="4662170"/>
            <a:ext cx="864235" cy="601980"/>
          </a:xfrm>
          <a:prstGeom prst="bentArrow">
            <a:avLst/>
          </a:prstGeom>
          <a:solidFill>
            <a:schemeClr val="bg1">
              <a:lumMod val="50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pic>
        <p:nvPicPr>
          <p:cNvPr id="41" name="Picture ">
            <a:extLst>
              <a:ext uri="{FF2B5EF4-FFF2-40B4-BE49-F238E27FC236}">
                <a16:creationId xmlns:a16="http://schemas.microsoft.com/office/drawing/2014/main" id="{21122297-53C4-4996-8119-A9811DE1D504}"/>
              </a:ext>
            </a:extLst>
          </p:cNvPr>
          <p:cNvPicPr>
            <a:picLocks noChangeAspect="1"/>
          </p:cNvPicPr>
          <p:nvPr/>
        </p:nvPicPr>
        <p:blipFill rotWithShape="1">
          <a:blip r:embed="rId9" cstate="hqprint">
            <a:duotone>
              <a:srgbClr val="2E6CA5"/>
              <a:prstClr val="white"/>
            </a:duotone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0800000" flipV="1">
            <a:off x="0" y="1808480"/>
            <a:ext cx="12192635" cy="342900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339630573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78" b="11486"/>
          <a:stretch>
            <a:fillRect/>
          </a:stretch>
        </p:blipFill>
        <p:spPr>
          <a:xfrm>
            <a:off x="7589520" y="4695190"/>
            <a:ext cx="4603115" cy="2163445"/>
          </a:xfrm>
          <a:prstGeom prst="rect">
            <a:avLst/>
          </a:prstGeom>
          <a:noFill/>
        </p:spPr>
      </p:pic>
      <p:sp>
        <p:nvSpPr>
          <p:cNvPr id="4" name="Rect 0"/>
          <p:cNvSpPr>
            <a:spLocks/>
          </p:cNvSpPr>
          <p:nvPr/>
        </p:nvSpPr>
        <p:spPr>
          <a:xfrm flipH="1" flipV="1">
            <a:off x="173990" y="70485"/>
            <a:ext cx="12018645" cy="1221740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49847"/>
            </a:schemeClr>
          </a:solidFill>
          <a:ln w="0">
            <a:noFill/>
            <a:prstDash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/>
          </a:p>
        </p:txBody>
      </p:sp>
      <p:grpSp>
        <p:nvGrpSpPr>
          <p:cNvPr id="5" name="Group 5"/>
          <p:cNvGrpSpPr/>
          <p:nvPr/>
        </p:nvGrpSpPr>
        <p:grpSpPr>
          <a:xfrm>
            <a:off x="375920" y="333375"/>
            <a:ext cx="5949315" cy="1205865"/>
            <a:chOff x="375920" y="333375"/>
            <a:chExt cx="5949315" cy="1205865"/>
          </a:xfrm>
        </p:grpSpPr>
        <p:sp>
          <p:nvSpPr>
            <p:cNvPr id="6" name="Rect 0"/>
            <p:cNvSpPr txBox="1">
              <a:spLocks/>
            </p:cNvSpPr>
            <p:nvPr/>
          </p:nvSpPr>
          <p:spPr>
            <a:xfrm>
              <a:off x="1461770" y="366395"/>
              <a:ext cx="2252980" cy="276860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</a:pPr>
              <a:r>
                <a:rPr lang="en-US" altLang="ko-KR" sz="12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>
                      <a:alpha val="49847"/>
                    </a:srgbClr>
                  </a:solidFill>
                  <a:latin typeface="세방고딕 Regular" charset="0"/>
                  <a:ea typeface="세방고딕 Regular" charset="0"/>
                </a:rPr>
                <a:t>K-Digital Training</a:t>
              </a:r>
              <a:endParaRPr lang="ko-KR" altLang="en-US" sz="1200" b="1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>
                    <a:alpha val="49847"/>
                  </a:srgb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7" name="Rect 0"/>
            <p:cNvSpPr txBox="1">
              <a:spLocks/>
            </p:cNvSpPr>
            <p:nvPr/>
          </p:nvSpPr>
          <p:spPr>
            <a:xfrm>
              <a:off x="1461770" y="584835"/>
              <a:ext cx="4863465" cy="95440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latinLnBrk="0">
                <a:defRPr/>
              </a:pPr>
              <a:r>
                <a:rPr lang="ko-KR" altLang="en-US" sz="28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데이터 구성 및 처리과정</a:t>
              </a:r>
              <a:endParaRPr lang="en-US" altLang="ko-KR" sz="28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Bold" panose="00000800000000000000" pitchFamily="2" charset="-127"/>
                <a:ea typeface="세방고딕 Bold" panose="00000800000000000000" pitchFamily="2" charset="-127"/>
              </a:endParaRPr>
            </a:p>
            <a:p>
              <a:pPr marL="0" indent="0" latinLnBrk="0">
                <a:buFontTx/>
                <a:buNone/>
                <a:defRPr/>
              </a:pPr>
              <a:endParaRPr lang="ko-KR" altLang="en-US" sz="28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Bold" charset="0"/>
                <a:ea typeface="세방고딕 Bold" charset="0"/>
              </a:endParaRPr>
            </a:p>
          </p:txBody>
        </p:sp>
        <p:sp>
          <p:nvSpPr>
            <p:cNvPr id="8" name="Rect 0"/>
            <p:cNvSpPr txBox="1">
              <a:spLocks/>
            </p:cNvSpPr>
            <p:nvPr/>
          </p:nvSpPr>
          <p:spPr>
            <a:xfrm>
              <a:off x="375920" y="333375"/>
              <a:ext cx="1267460" cy="831215"/>
            </a:xfrm>
            <a:prstGeom prst="rect">
              <a:avLst/>
            </a:prstGeom>
            <a:noFill/>
          </p:spPr>
          <p:txBody>
            <a:bodyPr vert="horz" wrap="square" lIns="91440" tIns="0" rIns="91440" bIns="0" numCol="1" anchor="t">
              <a:spAutoFit/>
            </a:bodyPr>
            <a:lstStyle/>
            <a:p>
              <a:pPr marL="0" indent="0" eaLnBrk="1" fontAlgn="auto" latinLnBrk="1" hangingPunct="1">
                <a:spcBef>
                  <a:spcPts val="0"/>
                </a:spcBef>
                <a:spcAft>
                  <a:spcPts val="0"/>
                </a:spcAft>
                <a:buFontTx/>
                <a:buNone/>
                <a:defRPr/>
              </a:pPr>
              <a:r>
                <a:rPr lang="en-US" altLang="ko-KR" sz="5400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/>
                  </a:solidFill>
                  <a:latin typeface="세방고딕 Bold" charset="0"/>
                  <a:ea typeface="세방고딕 Bold" charset="0"/>
                </a:rPr>
                <a:t>02</a:t>
              </a:r>
              <a:endParaRPr lang="ko-KR" altLang="en-US" sz="54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/>
                </a:solidFill>
                <a:latin typeface="세방고딕 Bold" charset="0"/>
                <a:ea typeface="세방고딕 Bold" charset="0"/>
              </a:endParaRPr>
            </a:p>
          </p:txBody>
        </p:sp>
      </p:grpSp>
      <p:grpSp>
        <p:nvGrpSpPr>
          <p:cNvPr id="10" name="Group 5"/>
          <p:cNvGrpSpPr/>
          <p:nvPr/>
        </p:nvGrpSpPr>
        <p:grpSpPr>
          <a:xfrm>
            <a:off x="488315" y="1358900"/>
            <a:ext cx="10527030" cy="370205"/>
            <a:chOff x="488315" y="1358900"/>
            <a:chExt cx="10527030" cy="370205"/>
          </a:xfrm>
        </p:grpSpPr>
        <p:sp>
          <p:nvSpPr>
            <p:cNvPr id="11" name="Rect 0"/>
            <p:cNvSpPr txBox="1">
              <a:spLocks/>
            </p:cNvSpPr>
            <p:nvPr/>
          </p:nvSpPr>
          <p:spPr>
            <a:xfrm>
              <a:off x="690245" y="1358900"/>
              <a:ext cx="10325100" cy="37020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endParaRPr lang="ko-KR" altLang="en-US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12" name="Rect 0"/>
            <p:cNvSpPr>
              <a:spLocks/>
            </p:cNvSpPr>
            <p:nvPr/>
          </p:nvSpPr>
          <p:spPr>
            <a:xfrm>
              <a:off x="488315" y="1468120"/>
              <a:ext cx="101600" cy="114300"/>
            </a:xfrm>
            <a:custGeom>
              <a:avLst/>
              <a:gdLst>
                <a:gd name="TX0" fmla="*/ 428021 w 450215"/>
                <a:gd name="TY0" fmla="*/ 214932 h 506846"/>
                <a:gd name="TX1" fmla="*/ 66705 w 450215"/>
                <a:gd name="TY1" fmla="*/ 6045 h 506846"/>
                <a:gd name="TX2" fmla="*/ 0 w 450215"/>
                <a:gd name="TY2" fmla="*/ 44511 h 506846"/>
                <a:gd name="TX3" fmla="*/ 0 w 450215"/>
                <a:gd name="TY3" fmla="*/ 462326 h 506846"/>
                <a:gd name="TX4" fmla="*/ 66705 w 450215"/>
                <a:gd name="TY4" fmla="*/ 500812 h 506846"/>
                <a:gd name="TX5" fmla="*/ 428021 w 450215"/>
                <a:gd name="TY5" fmla="*/ 291905 h 506846"/>
                <a:gd name="TX6" fmla="*/ 428021 w 450215"/>
                <a:gd name="TY6" fmla="*/ 214932 h 506846"/>
              </a:gdLst>
              <a:ahLst/>
              <a:cxnLst>
                <a:cxn ang="0">
                  <a:pos x="TX0" y="TY0"/>
                </a:cxn>
                <a:cxn ang="0">
                  <a:pos x="TX1" y="TY1"/>
                </a:cxn>
                <a:cxn ang="0">
                  <a:pos x="TX2" y="TY2"/>
                </a:cxn>
                <a:cxn ang="0">
                  <a:pos x="TX3" y="TY3"/>
                </a:cxn>
                <a:cxn ang="0">
                  <a:pos x="TX4" y="TY4"/>
                </a:cxn>
                <a:cxn ang="0">
                  <a:pos x="TX5" y="TY5"/>
                </a:cxn>
                <a:cxn ang="0">
                  <a:pos x="TX6" y="TY6"/>
                </a:cxn>
              </a:cxnLst>
              <a:rect l="l" t="t" r="r" b="b"/>
              <a:pathLst>
                <a:path w="450215" h="506846">
                  <a:moveTo>
                    <a:pt x="428021" y="214932"/>
                  </a:moveTo>
                  <a:lnTo>
                    <a:pt x="66705" y="6045"/>
                  </a:lnTo>
                  <a:cubicBezTo>
                    <a:pt x="37072" y="-11108"/>
                    <a:pt x="0" y="10287"/>
                    <a:pt x="0" y="44511"/>
                  </a:cubicBezTo>
                  <a:lnTo>
                    <a:pt x="0" y="462326"/>
                  </a:lnTo>
                  <a:cubicBezTo>
                    <a:pt x="0" y="496550"/>
                    <a:pt x="37072" y="517945"/>
                    <a:pt x="66705" y="500812"/>
                  </a:cubicBezTo>
                  <a:lnTo>
                    <a:pt x="428021" y="291905"/>
                  </a:lnTo>
                  <a:cubicBezTo>
                    <a:pt x="457613" y="274793"/>
                    <a:pt x="457613" y="232064"/>
                    <a:pt x="428021" y="214932"/>
                  </a:cubicBezTo>
                  <a:close/>
                </a:path>
              </a:pathLst>
            </a:custGeom>
            <a:solidFill>
              <a:srgbClr val="3378C8"/>
            </a:solidFill>
            <a:ln w="0">
              <a:noFill/>
              <a:prstDash/>
            </a:ln>
            <a:effectLst>
              <a:outerShdw blurRad="50800" dist="38100" dir="5400000" algn="t" rotWithShape="0">
                <a:srgbClr val="3378C8">
                  <a:alpha val="40000"/>
                </a:srgbClr>
              </a:outerShdw>
            </a:effectLst>
          </p:spPr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latinLnBrk="0">
                <a:buFontTx/>
                <a:buNone/>
              </a:pPr>
              <a:endParaRPr lang="ko-KR" altLang="en-US"/>
            </a:p>
          </p:txBody>
        </p:sp>
      </p:grpSp>
      <p:sp>
        <p:nvSpPr>
          <p:cNvPr id="13" name="Rect 0"/>
          <p:cNvSpPr txBox="1">
            <a:spLocks/>
          </p:cNvSpPr>
          <p:nvPr/>
        </p:nvSpPr>
        <p:spPr>
          <a:xfrm>
            <a:off x="0" y="0"/>
            <a:ext cx="12192635" cy="114935"/>
          </a:xfrm>
          <a:prstGeom prst="rect">
            <a:avLst/>
          </a:prstGeom>
          <a:solidFill>
            <a:srgbClr val="FFD85C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sp>
        <p:nvSpPr>
          <p:cNvPr id="14" name="Rect 0"/>
          <p:cNvSpPr txBox="1">
            <a:spLocks/>
          </p:cNvSpPr>
          <p:nvPr/>
        </p:nvSpPr>
        <p:spPr>
          <a:xfrm>
            <a:off x="0" y="0"/>
            <a:ext cx="1337310" cy="114935"/>
          </a:xfrm>
          <a:prstGeom prst="rect">
            <a:avLst/>
          </a:prstGeom>
          <a:solidFill>
            <a:srgbClr val="3378C8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grpSp>
        <p:nvGrpSpPr>
          <p:cNvPr id="56" name="Group 5"/>
          <p:cNvGrpSpPr/>
          <p:nvPr/>
        </p:nvGrpSpPr>
        <p:grpSpPr>
          <a:xfrm>
            <a:off x="10667365" y="6576695"/>
            <a:ext cx="1076325" cy="151130"/>
            <a:chOff x="10667365" y="6576695"/>
            <a:chExt cx="1076325" cy="151130"/>
          </a:xfrm>
        </p:grpSpPr>
        <p:pic>
          <p:nvPicPr>
            <p:cNvPr id="57" name="Picture "/>
            <p:cNvPicPr>
              <a:picLocks noChangeAspect="1"/>
            </p:cNvPicPr>
            <p:nvPr/>
          </p:nvPicPr>
          <p:blipFill rotWithShape="1">
            <a:blip r:embed="rId3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 bwMode="auto">
            <a:xfrm>
              <a:off x="11269345" y="6576695"/>
              <a:ext cx="474345" cy="151130"/>
            </a:xfrm>
            <a:prstGeom prst="rect">
              <a:avLst/>
            </a:prstGeom>
            <a:noFill/>
          </p:spPr>
        </p:pic>
        <p:pic>
          <p:nvPicPr>
            <p:cNvPr id="58" name="Picture "/>
            <p:cNvPicPr>
              <a:picLocks noChangeAspect="1"/>
            </p:cNvPicPr>
            <p:nvPr/>
          </p:nvPicPr>
          <p:blipFill rotWithShape="1">
            <a:blip r:embed="rId4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10667365" y="6576695"/>
              <a:ext cx="478155" cy="142875"/>
            </a:xfrm>
            <a:prstGeom prst="rect">
              <a:avLst/>
            </a:prstGeom>
            <a:noFill/>
          </p:spPr>
        </p:pic>
      </p:grpSp>
      <p:sp>
        <p:nvSpPr>
          <p:cNvPr id="52" name="Rect 0"/>
          <p:cNvSpPr txBox="1">
            <a:spLocks/>
          </p:cNvSpPr>
          <p:nvPr/>
        </p:nvSpPr>
        <p:spPr>
          <a:xfrm>
            <a:off x="635635" y="1314450"/>
            <a:ext cx="5794375" cy="492125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>
            <a:spAutoFit/>
          </a:bodyPr>
          <a:lstStyle/>
          <a:p>
            <a:pPr marL="0" indent="0" latinLnBrk="0">
              <a:buFontTx/>
              <a:buNone/>
              <a:defRPr/>
            </a:pPr>
            <a:r>
              <a:rPr lang="ko-KR" altLang="en-US" sz="26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2-</a:t>
            </a:r>
            <a:r>
              <a:rPr lang="en-US" altLang="ko-KR" sz="26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3 </a:t>
            </a:r>
            <a:r>
              <a:rPr lang="ko-KR" altLang="en-US" sz="26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데이터베이스 설계</a:t>
            </a:r>
          </a:p>
        </p:txBody>
      </p:sp>
      <p:pic>
        <p:nvPicPr>
          <p:cNvPr id="31" name="Picture ">
            <a:extLst>
              <a:ext uri="{FF2B5EF4-FFF2-40B4-BE49-F238E27FC236}">
                <a16:creationId xmlns:a16="http://schemas.microsoft.com/office/drawing/2014/main" id="{3D6A34D3-73F9-41F6-BE24-6628C520FE65}"/>
              </a:ext>
            </a:extLst>
          </p:cNvPr>
          <p:cNvPicPr>
            <a:picLocks noChangeAspect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7803"/>
          <a:stretch>
            <a:fillRect/>
          </a:stretch>
        </p:blipFill>
        <p:spPr>
          <a:xfrm rot="5400000">
            <a:off x="-476250" y="2466975"/>
            <a:ext cx="1439545" cy="486410"/>
          </a:xfrm>
          <a:prstGeom prst="rect">
            <a:avLst/>
          </a:prstGeom>
          <a:noFill/>
        </p:spPr>
      </p:pic>
      <p:grpSp>
        <p:nvGrpSpPr>
          <p:cNvPr id="32" name="Group 5">
            <a:extLst>
              <a:ext uri="{FF2B5EF4-FFF2-40B4-BE49-F238E27FC236}">
                <a16:creationId xmlns:a16="http://schemas.microsoft.com/office/drawing/2014/main" id="{878B9EF8-DC36-4E51-9C57-7BAC22333BE4}"/>
              </a:ext>
            </a:extLst>
          </p:cNvPr>
          <p:cNvGrpSpPr/>
          <p:nvPr/>
        </p:nvGrpSpPr>
        <p:grpSpPr>
          <a:xfrm>
            <a:off x="473710" y="1906905"/>
            <a:ext cx="11410950" cy="379730"/>
            <a:chOff x="473710" y="1906905"/>
            <a:chExt cx="11410950" cy="379730"/>
          </a:xfrm>
        </p:grpSpPr>
        <p:sp>
          <p:nvSpPr>
            <p:cNvPr id="33" name="Rect 0">
              <a:extLst>
                <a:ext uri="{FF2B5EF4-FFF2-40B4-BE49-F238E27FC236}">
                  <a16:creationId xmlns:a16="http://schemas.microsoft.com/office/drawing/2014/main" id="{23A64007-E46A-4525-938E-FB035D3B1CBA}"/>
                </a:ext>
              </a:extLst>
            </p:cNvPr>
            <p:cNvSpPr>
              <a:spLocks/>
            </p:cNvSpPr>
            <p:nvPr/>
          </p:nvSpPr>
          <p:spPr>
            <a:xfrm>
              <a:off x="473710" y="1906905"/>
              <a:ext cx="11219180" cy="379730"/>
            </a:xfrm>
            <a:prstGeom prst="roundRect">
              <a:avLst/>
            </a:prstGeom>
            <a:solidFill>
              <a:srgbClr val="3378C8"/>
            </a:solidFill>
            <a:ln w="0">
              <a:noFill/>
              <a:prstDash/>
            </a:ln>
            <a:effectLst>
              <a:outerShdw dist="38100" dir="2700000" algn="tl" rotWithShape="0">
                <a:srgbClr val="3378C8">
                  <a:alpha val="4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algn="ctr" latinLnBrk="0">
                <a:buFontTx/>
                <a:buNone/>
              </a:pPr>
              <a:endParaRPr lang="ko-KR" altLang="en-US"/>
            </a:p>
          </p:txBody>
        </p:sp>
        <p:sp>
          <p:nvSpPr>
            <p:cNvPr id="34" name="Rect 0">
              <a:extLst>
                <a:ext uri="{FF2B5EF4-FFF2-40B4-BE49-F238E27FC236}">
                  <a16:creationId xmlns:a16="http://schemas.microsoft.com/office/drawing/2014/main" id="{12F34DC8-E3FD-456D-A1CE-1E57FC382F59}"/>
                </a:ext>
              </a:extLst>
            </p:cNvPr>
            <p:cNvSpPr txBox="1">
              <a:spLocks/>
            </p:cNvSpPr>
            <p:nvPr/>
          </p:nvSpPr>
          <p:spPr>
            <a:xfrm>
              <a:off x="994410" y="1945640"/>
              <a:ext cx="10890250" cy="307340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r>
                <a:rPr lang="en-US" altLang="ko-KR" sz="1400" b="1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bg1"/>
                  </a:solidFill>
                  <a:latin typeface="세방고딕 Regular" charset="0"/>
                  <a:ea typeface="세방고딕 Regular" charset="0"/>
                </a:rPr>
                <a:t>ERD </a:t>
              </a:r>
              <a:r>
                <a:rPr lang="ko-KR" altLang="en-US" sz="1400" b="1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bg1"/>
                  </a:solidFill>
                  <a:latin typeface="세방고딕 Regular" charset="0"/>
                  <a:ea typeface="세방고딕 Regular" charset="0"/>
                </a:rPr>
                <a:t>설계</a:t>
              </a:r>
            </a:p>
          </p:txBody>
        </p:sp>
        <p:grpSp>
          <p:nvGrpSpPr>
            <p:cNvPr id="35" name="Group 5">
              <a:extLst>
                <a:ext uri="{FF2B5EF4-FFF2-40B4-BE49-F238E27FC236}">
                  <a16:creationId xmlns:a16="http://schemas.microsoft.com/office/drawing/2014/main" id="{3C2C7ACE-8025-4F73-BC31-6BBB0457F858}"/>
                </a:ext>
              </a:extLst>
            </p:cNvPr>
            <p:cNvGrpSpPr/>
            <p:nvPr/>
          </p:nvGrpSpPr>
          <p:grpSpPr>
            <a:xfrm>
              <a:off x="711200" y="1964690"/>
              <a:ext cx="283845" cy="276860"/>
              <a:chOff x="711200" y="1964690"/>
              <a:chExt cx="283845" cy="276860"/>
            </a:xfrm>
          </p:grpSpPr>
          <p:sp>
            <p:nvSpPr>
              <p:cNvPr id="36" name="Rect 0">
                <a:extLst>
                  <a:ext uri="{FF2B5EF4-FFF2-40B4-BE49-F238E27FC236}">
                    <a16:creationId xmlns:a16="http://schemas.microsoft.com/office/drawing/2014/main" id="{9C694AD1-BC44-48EE-92A2-8F9171921857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760730" y="1968500"/>
                <a:ext cx="234315" cy="234315"/>
              </a:xfrm>
              <a:prstGeom prst="ellipse">
                <a:avLst/>
              </a:prstGeom>
              <a:solidFill>
                <a:schemeClr val="bg1"/>
              </a:solidFill>
              <a:ln w="0">
                <a:noFill/>
                <a:prstDash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square" lIns="91440" tIns="45720" rIns="91440" bIns="45720" numCol="1" anchor="ctr">
                <a:noAutofit/>
              </a:bodyPr>
              <a:lstStyle/>
              <a:p>
                <a:pPr marL="0" indent="0" algn="ctr" latinLnBrk="0">
                  <a:buFontTx/>
                  <a:buNone/>
                </a:pPr>
                <a:endParaRPr lang="ko-KR" altLang="en-US"/>
              </a:p>
            </p:txBody>
          </p:sp>
          <p:sp>
            <p:nvSpPr>
              <p:cNvPr id="37" name="Rect 0">
                <a:extLst>
                  <a:ext uri="{FF2B5EF4-FFF2-40B4-BE49-F238E27FC236}">
                    <a16:creationId xmlns:a16="http://schemas.microsoft.com/office/drawing/2014/main" id="{7507E55C-31F9-45FB-9138-C25649990A0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11200" y="1964690"/>
                <a:ext cx="247015" cy="276860"/>
              </a:xfrm>
              <a:prstGeom prst="rect">
                <a:avLst/>
              </a:prstGeom>
              <a:noFill/>
            </p:spPr>
            <p:txBody>
              <a:bodyPr vert="horz" wrap="square" lIns="91440" tIns="45720" rIns="91440" bIns="45720" numCol="1" anchor="t">
                <a:spAutoFit/>
              </a:bodyPr>
              <a:lstStyle/>
              <a:p>
                <a:pPr marL="0" indent="0" latinLnBrk="0">
                  <a:buFontTx/>
                  <a:buNone/>
                </a:pPr>
                <a:r>
                  <a:rPr lang="ko-KR" altLang="ko-KR" sz="1200" b="1">
                    <a:ln w="9525" cap="flat" cmpd="sng"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  <a:prstDash val="solid"/>
                    </a:ln>
                    <a:solidFill>
                      <a:srgbClr val="3378C8"/>
                    </a:solidFill>
                    <a:latin typeface="세방고딕 Bold" charset="0"/>
                    <a:ea typeface="세방고딕 Bold" charset="0"/>
                  </a:rPr>
                  <a:t>▼</a:t>
                </a:r>
                <a:endParaRPr lang="ko-KR" altLang="en-US" sz="12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/>
                  </a:solidFill>
                  <a:latin typeface="세방고딕 Bold" charset="0"/>
                  <a:ea typeface="세방고딕 Bold" charset="0"/>
                </a:endParaRPr>
              </a:p>
            </p:txBody>
          </p:sp>
        </p:grpSp>
      </p:grpSp>
      <p:pic>
        <p:nvPicPr>
          <p:cNvPr id="38" name="그림 37">
            <a:extLst>
              <a:ext uri="{FF2B5EF4-FFF2-40B4-BE49-F238E27FC236}">
                <a16:creationId xmlns:a16="http://schemas.microsoft.com/office/drawing/2014/main" id="{DB2C066F-9010-4429-ADCA-96C3631C0601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0730" y="2464435"/>
            <a:ext cx="6102985" cy="3904615"/>
          </a:xfrm>
          <a:prstGeom prst="rect">
            <a:avLst/>
          </a:prstGeom>
        </p:spPr>
      </p:pic>
      <p:sp>
        <p:nvSpPr>
          <p:cNvPr id="39" name="TextBox 38">
            <a:extLst>
              <a:ext uri="{FF2B5EF4-FFF2-40B4-BE49-F238E27FC236}">
                <a16:creationId xmlns:a16="http://schemas.microsoft.com/office/drawing/2014/main" id="{FC0A5784-ECCE-4F65-9983-8AB674047CD4}"/>
              </a:ext>
            </a:extLst>
          </p:cNvPr>
          <p:cNvSpPr txBox="1"/>
          <p:nvPr/>
        </p:nvSpPr>
        <p:spPr>
          <a:xfrm>
            <a:off x="7319010" y="2458720"/>
            <a:ext cx="3960495" cy="3829685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>
            <a:spAutoFit/>
          </a:bodyPr>
          <a:lstStyle/>
          <a:p>
            <a:pPr marL="342900" indent="-342900" latinLnBrk="0">
              <a:lnSpc>
                <a:spcPct val="150000"/>
              </a:lnSpc>
              <a:buFont typeface="+mj-lt"/>
              <a:buAutoNum type="arabicPeriod"/>
            </a:pPr>
            <a:r>
              <a:rPr lang="ko-KR" altLang="en-US" b="1"/>
              <a:t>수집한 상가목록</a:t>
            </a:r>
            <a:r>
              <a:rPr lang="en-US" altLang="ko-KR" b="1"/>
              <a:t>, </a:t>
            </a:r>
            <a:r>
              <a:rPr lang="ko-KR" altLang="en-US" b="1"/>
              <a:t>리뷰목록과 서비스하며 얻게 될 추천로그</a:t>
            </a:r>
            <a:r>
              <a:rPr lang="en-US" altLang="ko-KR" b="1"/>
              <a:t>, </a:t>
            </a:r>
            <a:r>
              <a:rPr lang="ko-KR" altLang="en-US" b="1"/>
              <a:t>사용자 입력 등 필요한 정보</a:t>
            </a:r>
          </a:p>
          <a:p>
            <a:pPr marL="342900" indent="-342900" latinLnBrk="0">
              <a:lnSpc>
                <a:spcPct val="150000"/>
              </a:lnSpc>
              <a:buClr>
                <a:srgbClr val="000000"/>
              </a:buClr>
              <a:buFont typeface="+mj-lt"/>
              <a:buAutoNum type="arabicPeriod"/>
            </a:pPr>
            <a:endParaRPr lang="ko-KR" altLang="en-US" sz="1800" b="1">
              <a:ln w="9525" cap="flat" cmpd="sng">
                <a:solidFill>
                  <a:schemeClr val="bg1">
                    <a:alpha val="0"/>
                  </a:schemeClr>
                </a:solidFill>
                <a:prstDash val="solid"/>
              </a:ln>
              <a:latin typeface="세방고딕 Regular" charset="0"/>
              <a:ea typeface="세방고딕 Regular" charset="0"/>
            </a:endParaRPr>
          </a:p>
          <a:p>
            <a:pPr marL="342900" indent="-342900" latinLnBrk="0">
              <a:lnSpc>
                <a:spcPct val="150000"/>
              </a:lnSpc>
              <a:buFont typeface="+mj-lt"/>
              <a:buAutoNum type="arabicPeriod"/>
            </a:pPr>
            <a:r>
              <a:rPr lang="ko-KR" altLang="en-US" b="1">
                <a:ln w="9525" cap="flat" cmpd="sng">
                  <a:solidFill>
                    <a:schemeClr val="bg1">
                      <a:alpha val="0"/>
                    </a:schemeClr>
                  </a:solidFill>
                  <a:prstDash val="solid"/>
                </a:ln>
                <a:latin typeface="세방고딕 Regular" charset="0"/>
                <a:ea typeface="세방고딕 Regular" charset="0"/>
              </a:rPr>
              <a:t>로그와 히스토리를 </a:t>
            </a:r>
            <a:r>
              <a:rPr lang="en-US" altLang="ko-KR" b="1">
                <a:ln w="9525" cap="flat" cmpd="sng">
                  <a:solidFill>
                    <a:schemeClr val="bg1">
                      <a:alpha val="0"/>
                    </a:schemeClr>
                  </a:solidFill>
                  <a:prstDash val="solid"/>
                </a:ln>
                <a:latin typeface="세방고딕 Regular" charset="0"/>
                <a:ea typeface="세방고딕 Regular" charset="0"/>
              </a:rPr>
              <a:t>DB</a:t>
            </a:r>
            <a:r>
              <a:rPr lang="ko-KR" altLang="en-US" b="1">
                <a:ln w="9525" cap="flat" cmpd="sng">
                  <a:solidFill>
                    <a:schemeClr val="bg1">
                      <a:alpha val="0"/>
                    </a:schemeClr>
                  </a:solidFill>
                  <a:prstDash val="solid"/>
                </a:ln>
                <a:latin typeface="세방고딕 Regular" charset="0"/>
                <a:ea typeface="세방고딕 Regular" charset="0"/>
              </a:rPr>
              <a:t>에 보관하여 추천엔진을 모니터링</a:t>
            </a:r>
          </a:p>
          <a:p>
            <a:pPr marL="342900" indent="-342900" latinLnBrk="0">
              <a:lnSpc>
                <a:spcPct val="150000"/>
              </a:lnSpc>
              <a:buFont typeface="+mj-lt"/>
              <a:buAutoNum type="arabicPeriod"/>
            </a:pPr>
            <a:endParaRPr lang="ko-KR" altLang="en-US" b="1">
              <a:ln w="9525" cap="flat" cmpd="sng">
                <a:solidFill>
                  <a:schemeClr val="bg1">
                    <a:alpha val="0"/>
                  </a:schemeClr>
                </a:solidFill>
                <a:prstDash val="solid"/>
              </a:ln>
              <a:latin typeface="세방고딕 Regular" charset="0"/>
              <a:ea typeface="세방고딕 Regular" charset="0"/>
            </a:endParaRPr>
          </a:p>
          <a:p>
            <a:pPr marL="342900" indent="-342900" latinLnBrk="0">
              <a:lnSpc>
                <a:spcPct val="150000"/>
              </a:lnSpc>
              <a:buFont typeface="+mj-lt"/>
              <a:buAutoNum type="arabicPeriod"/>
            </a:pPr>
            <a:r>
              <a:rPr lang="ko-KR" altLang="en-US" b="1">
                <a:ln w="9525" cap="flat" cmpd="sng">
                  <a:solidFill>
                    <a:schemeClr val="bg1">
                      <a:alpha val="0"/>
                    </a:schemeClr>
                  </a:solidFill>
                  <a:prstDash val="solid"/>
                </a:ln>
                <a:latin typeface="세방고딕 Regular" charset="0"/>
                <a:ea typeface="세방고딕 Regular" charset="0"/>
              </a:rPr>
              <a:t>로그에서 이용자의 식별은 불필요하다고 판단, FK 제거</a:t>
            </a:r>
          </a:p>
        </p:txBody>
      </p:sp>
      <p:pic>
        <p:nvPicPr>
          <p:cNvPr id="41" name="Picture ">
            <a:extLst>
              <a:ext uri="{FF2B5EF4-FFF2-40B4-BE49-F238E27FC236}">
                <a16:creationId xmlns:a16="http://schemas.microsoft.com/office/drawing/2014/main" id="{C6D1C64A-4221-419F-BD97-430822552AEA}"/>
              </a:ext>
            </a:extLst>
          </p:cNvPr>
          <p:cNvPicPr>
            <a:picLocks noChangeAspect="1"/>
          </p:cNvPicPr>
          <p:nvPr/>
        </p:nvPicPr>
        <p:blipFill rotWithShape="1">
          <a:blip r:embed="rId7" cstate="hqprint">
            <a:duotone>
              <a:srgbClr val="2E6CA5"/>
              <a:prstClr val="white"/>
            </a:duotone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0800000" flipV="1">
            <a:off x="0" y="1808480"/>
            <a:ext cx="12192635" cy="342900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174309765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78" b="11486"/>
          <a:stretch>
            <a:fillRect/>
          </a:stretch>
        </p:blipFill>
        <p:spPr>
          <a:xfrm>
            <a:off x="7589520" y="4695190"/>
            <a:ext cx="4603115" cy="2163445"/>
          </a:xfrm>
          <a:prstGeom prst="rect">
            <a:avLst/>
          </a:prstGeom>
          <a:noFill/>
        </p:spPr>
      </p:pic>
      <p:sp>
        <p:nvSpPr>
          <p:cNvPr id="4" name="Rect 0"/>
          <p:cNvSpPr>
            <a:spLocks/>
          </p:cNvSpPr>
          <p:nvPr/>
        </p:nvSpPr>
        <p:spPr>
          <a:xfrm flipH="1" flipV="1">
            <a:off x="173990" y="70485"/>
            <a:ext cx="12018645" cy="1221740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49847"/>
            </a:schemeClr>
          </a:solidFill>
          <a:ln w="0">
            <a:noFill/>
            <a:prstDash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/>
          </a:p>
        </p:txBody>
      </p:sp>
      <p:grpSp>
        <p:nvGrpSpPr>
          <p:cNvPr id="5" name="Group 5"/>
          <p:cNvGrpSpPr/>
          <p:nvPr/>
        </p:nvGrpSpPr>
        <p:grpSpPr>
          <a:xfrm>
            <a:off x="375920" y="333375"/>
            <a:ext cx="5949315" cy="1205865"/>
            <a:chOff x="375920" y="333375"/>
            <a:chExt cx="5949315" cy="1205865"/>
          </a:xfrm>
        </p:grpSpPr>
        <p:sp>
          <p:nvSpPr>
            <p:cNvPr id="6" name="Rect 0"/>
            <p:cNvSpPr txBox="1">
              <a:spLocks/>
            </p:cNvSpPr>
            <p:nvPr/>
          </p:nvSpPr>
          <p:spPr>
            <a:xfrm>
              <a:off x="1461770" y="366395"/>
              <a:ext cx="2252980" cy="276860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</a:pPr>
              <a:r>
                <a:rPr lang="en-US" altLang="ko-KR" sz="12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>
                      <a:alpha val="49847"/>
                    </a:srgbClr>
                  </a:solidFill>
                  <a:latin typeface="세방고딕 Regular" charset="0"/>
                  <a:ea typeface="세방고딕 Regular" charset="0"/>
                </a:rPr>
                <a:t>K-Digital Training</a:t>
              </a:r>
              <a:endParaRPr lang="ko-KR" altLang="en-US" sz="1200" b="1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>
                    <a:alpha val="49847"/>
                  </a:srgb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7" name="Rect 0"/>
            <p:cNvSpPr txBox="1">
              <a:spLocks/>
            </p:cNvSpPr>
            <p:nvPr/>
          </p:nvSpPr>
          <p:spPr>
            <a:xfrm>
              <a:off x="1461770" y="584835"/>
              <a:ext cx="4863465" cy="95440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latinLnBrk="0">
                <a:defRPr/>
              </a:pPr>
              <a:r>
                <a:rPr lang="ko-KR" altLang="en-US" sz="28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데이터 구성 및 처리과정</a:t>
              </a:r>
              <a:endParaRPr lang="en-US" altLang="ko-KR" sz="28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Bold" panose="00000800000000000000" pitchFamily="2" charset="-127"/>
                <a:ea typeface="세방고딕 Bold" panose="00000800000000000000" pitchFamily="2" charset="-127"/>
              </a:endParaRPr>
            </a:p>
            <a:p>
              <a:pPr marL="0" indent="0" latinLnBrk="0">
                <a:buFontTx/>
                <a:buNone/>
                <a:defRPr/>
              </a:pPr>
              <a:endParaRPr lang="ko-KR" altLang="en-US" sz="28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Bold" charset="0"/>
                <a:ea typeface="세방고딕 Bold" charset="0"/>
              </a:endParaRPr>
            </a:p>
          </p:txBody>
        </p:sp>
        <p:sp>
          <p:nvSpPr>
            <p:cNvPr id="8" name="Rect 0"/>
            <p:cNvSpPr txBox="1">
              <a:spLocks/>
            </p:cNvSpPr>
            <p:nvPr/>
          </p:nvSpPr>
          <p:spPr>
            <a:xfrm>
              <a:off x="375920" y="333375"/>
              <a:ext cx="1267460" cy="831215"/>
            </a:xfrm>
            <a:prstGeom prst="rect">
              <a:avLst/>
            </a:prstGeom>
            <a:noFill/>
          </p:spPr>
          <p:txBody>
            <a:bodyPr vert="horz" wrap="square" lIns="91440" tIns="0" rIns="91440" bIns="0" numCol="1" anchor="t">
              <a:spAutoFit/>
            </a:bodyPr>
            <a:lstStyle/>
            <a:p>
              <a:pPr marL="0" indent="0" eaLnBrk="1" fontAlgn="auto" latinLnBrk="1" hangingPunct="1">
                <a:spcBef>
                  <a:spcPts val="0"/>
                </a:spcBef>
                <a:spcAft>
                  <a:spcPts val="0"/>
                </a:spcAft>
                <a:buFontTx/>
                <a:buNone/>
                <a:defRPr/>
              </a:pPr>
              <a:r>
                <a:rPr lang="en-US" altLang="ko-KR" sz="5400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/>
                  </a:solidFill>
                  <a:latin typeface="세방고딕 Bold" charset="0"/>
                  <a:ea typeface="세방고딕 Bold" charset="0"/>
                </a:rPr>
                <a:t>02</a:t>
              </a:r>
              <a:endParaRPr lang="ko-KR" altLang="en-US" sz="54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/>
                </a:solidFill>
                <a:latin typeface="세방고딕 Bold" charset="0"/>
                <a:ea typeface="세방고딕 Bold" charset="0"/>
              </a:endParaRPr>
            </a:p>
          </p:txBody>
        </p:sp>
      </p:grpSp>
      <p:grpSp>
        <p:nvGrpSpPr>
          <p:cNvPr id="10" name="Group 5"/>
          <p:cNvGrpSpPr/>
          <p:nvPr/>
        </p:nvGrpSpPr>
        <p:grpSpPr>
          <a:xfrm>
            <a:off x="488315" y="1358900"/>
            <a:ext cx="10527030" cy="370205"/>
            <a:chOff x="488315" y="1358900"/>
            <a:chExt cx="10527030" cy="370205"/>
          </a:xfrm>
        </p:grpSpPr>
        <p:sp>
          <p:nvSpPr>
            <p:cNvPr id="11" name="Rect 0"/>
            <p:cNvSpPr txBox="1">
              <a:spLocks/>
            </p:cNvSpPr>
            <p:nvPr/>
          </p:nvSpPr>
          <p:spPr>
            <a:xfrm>
              <a:off x="690245" y="1358900"/>
              <a:ext cx="10325100" cy="37020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endParaRPr lang="ko-KR" altLang="en-US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12" name="Rect 0"/>
            <p:cNvSpPr>
              <a:spLocks/>
            </p:cNvSpPr>
            <p:nvPr/>
          </p:nvSpPr>
          <p:spPr>
            <a:xfrm>
              <a:off x="488315" y="1468120"/>
              <a:ext cx="101600" cy="114300"/>
            </a:xfrm>
            <a:custGeom>
              <a:avLst/>
              <a:gdLst>
                <a:gd name="TX0" fmla="*/ 428021 w 450215"/>
                <a:gd name="TY0" fmla="*/ 214932 h 506846"/>
                <a:gd name="TX1" fmla="*/ 66705 w 450215"/>
                <a:gd name="TY1" fmla="*/ 6045 h 506846"/>
                <a:gd name="TX2" fmla="*/ 0 w 450215"/>
                <a:gd name="TY2" fmla="*/ 44511 h 506846"/>
                <a:gd name="TX3" fmla="*/ 0 w 450215"/>
                <a:gd name="TY3" fmla="*/ 462326 h 506846"/>
                <a:gd name="TX4" fmla="*/ 66705 w 450215"/>
                <a:gd name="TY4" fmla="*/ 500812 h 506846"/>
                <a:gd name="TX5" fmla="*/ 428021 w 450215"/>
                <a:gd name="TY5" fmla="*/ 291905 h 506846"/>
                <a:gd name="TX6" fmla="*/ 428021 w 450215"/>
                <a:gd name="TY6" fmla="*/ 214932 h 506846"/>
              </a:gdLst>
              <a:ahLst/>
              <a:cxnLst>
                <a:cxn ang="0">
                  <a:pos x="TX0" y="TY0"/>
                </a:cxn>
                <a:cxn ang="0">
                  <a:pos x="TX1" y="TY1"/>
                </a:cxn>
                <a:cxn ang="0">
                  <a:pos x="TX2" y="TY2"/>
                </a:cxn>
                <a:cxn ang="0">
                  <a:pos x="TX3" y="TY3"/>
                </a:cxn>
                <a:cxn ang="0">
                  <a:pos x="TX4" y="TY4"/>
                </a:cxn>
                <a:cxn ang="0">
                  <a:pos x="TX5" y="TY5"/>
                </a:cxn>
                <a:cxn ang="0">
                  <a:pos x="TX6" y="TY6"/>
                </a:cxn>
              </a:cxnLst>
              <a:rect l="l" t="t" r="r" b="b"/>
              <a:pathLst>
                <a:path w="450215" h="506846">
                  <a:moveTo>
                    <a:pt x="428021" y="214932"/>
                  </a:moveTo>
                  <a:lnTo>
                    <a:pt x="66705" y="6045"/>
                  </a:lnTo>
                  <a:cubicBezTo>
                    <a:pt x="37072" y="-11108"/>
                    <a:pt x="0" y="10287"/>
                    <a:pt x="0" y="44511"/>
                  </a:cubicBezTo>
                  <a:lnTo>
                    <a:pt x="0" y="462326"/>
                  </a:lnTo>
                  <a:cubicBezTo>
                    <a:pt x="0" y="496550"/>
                    <a:pt x="37072" y="517945"/>
                    <a:pt x="66705" y="500812"/>
                  </a:cubicBezTo>
                  <a:lnTo>
                    <a:pt x="428021" y="291905"/>
                  </a:lnTo>
                  <a:cubicBezTo>
                    <a:pt x="457613" y="274793"/>
                    <a:pt x="457613" y="232064"/>
                    <a:pt x="428021" y="214932"/>
                  </a:cubicBezTo>
                  <a:close/>
                </a:path>
              </a:pathLst>
            </a:custGeom>
            <a:solidFill>
              <a:srgbClr val="3378C8"/>
            </a:solidFill>
            <a:ln w="0">
              <a:noFill/>
              <a:prstDash/>
            </a:ln>
            <a:effectLst>
              <a:outerShdw blurRad="50800" dist="38100" dir="5400000" algn="t" rotWithShape="0">
                <a:srgbClr val="3378C8">
                  <a:alpha val="40000"/>
                </a:srgbClr>
              </a:outerShdw>
            </a:effectLst>
          </p:spPr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latinLnBrk="0">
                <a:buFontTx/>
                <a:buNone/>
              </a:pPr>
              <a:endParaRPr lang="ko-KR" altLang="en-US"/>
            </a:p>
          </p:txBody>
        </p:sp>
      </p:grpSp>
      <p:sp>
        <p:nvSpPr>
          <p:cNvPr id="13" name="Rect 0"/>
          <p:cNvSpPr txBox="1">
            <a:spLocks/>
          </p:cNvSpPr>
          <p:nvPr/>
        </p:nvSpPr>
        <p:spPr>
          <a:xfrm>
            <a:off x="0" y="0"/>
            <a:ext cx="12192635" cy="114935"/>
          </a:xfrm>
          <a:prstGeom prst="rect">
            <a:avLst/>
          </a:prstGeom>
          <a:solidFill>
            <a:srgbClr val="FFD85C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sp>
        <p:nvSpPr>
          <p:cNvPr id="14" name="Rect 0"/>
          <p:cNvSpPr txBox="1">
            <a:spLocks/>
          </p:cNvSpPr>
          <p:nvPr/>
        </p:nvSpPr>
        <p:spPr>
          <a:xfrm>
            <a:off x="0" y="0"/>
            <a:ext cx="1337310" cy="114935"/>
          </a:xfrm>
          <a:prstGeom prst="rect">
            <a:avLst/>
          </a:prstGeom>
          <a:solidFill>
            <a:srgbClr val="3378C8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grpSp>
        <p:nvGrpSpPr>
          <p:cNvPr id="56" name="Group 5"/>
          <p:cNvGrpSpPr/>
          <p:nvPr/>
        </p:nvGrpSpPr>
        <p:grpSpPr>
          <a:xfrm>
            <a:off x="10667365" y="6576695"/>
            <a:ext cx="1076325" cy="151130"/>
            <a:chOff x="10667365" y="6576695"/>
            <a:chExt cx="1076325" cy="151130"/>
          </a:xfrm>
        </p:grpSpPr>
        <p:pic>
          <p:nvPicPr>
            <p:cNvPr id="57" name="Picture "/>
            <p:cNvPicPr>
              <a:picLocks noChangeAspect="1"/>
            </p:cNvPicPr>
            <p:nvPr/>
          </p:nvPicPr>
          <p:blipFill rotWithShape="1">
            <a:blip r:embed="rId3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 bwMode="auto">
            <a:xfrm>
              <a:off x="11269345" y="6576695"/>
              <a:ext cx="474345" cy="151130"/>
            </a:xfrm>
            <a:prstGeom prst="rect">
              <a:avLst/>
            </a:prstGeom>
            <a:noFill/>
          </p:spPr>
        </p:pic>
        <p:pic>
          <p:nvPicPr>
            <p:cNvPr id="58" name="Picture "/>
            <p:cNvPicPr>
              <a:picLocks noChangeAspect="1"/>
            </p:cNvPicPr>
            <p:nvPr/>
          </p:nvPicPr>
          <p:blipFill rotWithShape="1">
            <a:blip r:embed="rId4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10667365" y="6576695"/>
              <a:ext cx="478155" cy="142875"/>
            </a:xfrm>
            <a:prstGeom prst="rect">
              <a:avLst/>
            </a:prstGeom>
            <a:noFill/>
          </p:spPr>
        </p:pic>
      </p:grpSp>
      <p:sp>
        <p:nvSpPr>
          <p:cNvPr id="52" name="Rect 0"/>
          <p:cNvSpPr txBox="1">
            <a:spLocks/>
          </p:cNvSpPr>
          <p:nvPr/>
        </p:nvSpPr>
        <p:spPr>
          <a:xfrm>
            <a:off x="635635" y="1314450"/>
            <a:ext cx="5794375" cy="492125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>
            <a:spAutoFit/>
          </a:bodyPr>
          <a:lstStyle/>
          <a:p>
            <a:pPr marL="0" indent="0" latinLnBrk="0">
              <a:buFontTx/>
              <a:buNone/>
              <a:defRPr/>
            </a:pPr>
            <a:r>
              <a:rPr lang="ko-KR" altLang="en-US" sz="26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2-</a:t>
            </a:r>
            <a:r>
              <a:rPr lang="en-US" altLang="ko-KR" sz="26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4 </a:t>
            </a:r>
            <a:r>
              <a:rPr lang="ko-KR" altLang="en-US" sz="26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요구분석 </a:t>
            </a:r>
            <a:r>
              <a:rPr lang="en-US" altLang="ko-KR" sz="260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(1/3)</a:t>
            </a:r>
            <a:endParaRPr lang="ko-KR" altLang="en-US" sz="2600" dirty="0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chemeClr val="tx1">
                  <a:lumMod val="65000"/>
                  <a:lumOff val="35000"/>
                </a:schemeClr>
              </a:solidFill>
              <a:latin typeface="맑은 고딕" charset="0"/>
              <a:ea typeface="세방고딕 Bold" charset="0"/>
            </a:endParaRPr>
          </a:p>
        </p:txBody>
      </p:sp>
      <p:pic>
        <p:nvPicPr>
          <p:cNvPr id="31" name="Picture ">
            <a:extLst>
              <a:ext uri="{FF2B5EF4-FFF2-40B4-BE49-F238E27FC236}">
                <a16:creationId xmlns:a16="http://schemas.microsoft.com/office/drawing/2014/main" id="{3D6A34D3-73F9-41F6-BE24-6628C520FE65}"/>
              </a:ext>
            </a:extLst>
          </p:cNvPr>
          <p:cNvPicPr>
            <a:picLocks noChangeAspect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7803"/>
          <a:stretch>
            <a:fillRect/>
          </a:stretch>
        </p:blipFill>
        <p:spPr>
          <a:xfrm rot="5400000">
            <a:off x="-476250" y="2466975"/>
            <a:ext cx="1439545" cy="486410"/>
          </a:xfrm>
          <a:prstGeom prst="rect">
            <a:avLst/>
          </a:prstGeom>
          <a:noFill/>
        </p:spPr>
      </p:pic>
      <p:grpSp>
        <p:nvGrpSpPr>
          <p:cNvPr id="32" name="Group 5">
            <a:extLst>
              <a:ext uri="{FF2B5EF4-FFF2-40B4-BE49-F238E27FC236}">
                <a16:creationId xmlns:a16="http://schemas.microsoft.com/office/drawing/2014/main" id="{878B9EF8-DC36-4E51-9C57-7BAC22333BE4}"/>
              </a:ext>
            </a:extLst>
          </p:cNvPr>
          <p:cNvGrpSpPr/>
          <p:nvPr/>
        </p:nvGrpSpPr>
        <p:grpSpPr>
          <a:xfrm>
            <a:off x="473710" y="1906905"/>
            <a:ext cx="11410950" cy="379730"/>
            <a:chOff x="473710" y="1906905"/>
            <a:chExt cx="11410950" cy="379730"/>
          </a:xfrm>
        </p:grpSpPr>
        <p:sp>
          <p:nvSpPr>
            <p:cNvPr id="33" name="Rect 0">
              <a:extLst>
                <a:ext uri="{FF2B5EF4-FFF2-40B4-BE49-F238E27FC236}">
                  <a16:creationId xmlns:a16="http://schemas.microsoft.com/office/drawing/2014/main" id="{23A64007-E46A-4525-938E-FB035D3B1CBA}"/>
                </a:ext>
              </a:extLst>
            </p:cNvPr>
            <p:cNvSpPr>
              <a:spLocks/>
            </p:cNvSpPr>
            <p:nvPr/>
          </p:nvSpPr>
          <p:spPr>
            <a:xfrm>
              <a:off x="473710" y="1906905"/>
              <a:ext cx="11219180" cy="379730"/>
            </a:xfrm>
            <a:prstGeom prst="roundRect">
              <a:avLst/>
            </a:prstGeom>
            <a:solidFill>
              <a:srgbClr val="3378C8"/>
            </a:solidFill>
            <a:ln w="0">
              <a:noFill/>
              <a:prstDash/>
            </a:ln>
            <a:effectLst>
              <a:outerShdw dist="38100" dir="2700000" algn="tl" rotWithShape="0">
                <a:srgbClr val="3378C8">
                  <a:alpha val="4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algn="ctr" latinLnBrk="0">
                <a:buFontTx/>
                <a:buNone/>
              </a:pPr>
              <a:endParaRPr lang="ko-KR" altLang="en-US"/>
            </a:p>
          </p:txBody>
        </p:sp>
        <p:sp>
          <p:nvSpPr>
            <p:cNvPr id="34" name="Rect 0">
              <a:extLst>
                <a:ext uri="{FF2B5EF4-FFF2-40B4-BE49-F238E27FC236}">
                  <a16:creationId xmlns:a16="http://schemas.microsoft.com/office/drawing/2014/main" id="{12F34DC8-E3FD-456D-A1CE-1E57FC382F59}"/>
                </a:ext>
              </a:extLst>
            </p:cNvPr>
            <p:cNvSpPr txBox="1">
              <a:spLocks/>
            </p:cNvSpPr>
            <p:nvPr/>
          </p:nvSpPr>
          <p:spPr>
            <a:xfrm>
              <a:off x="994410" y="1945640"/>
              <a:ext cx="10890250" cy="307340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r>
                <a:rPr lang="ko-KR" altLang="en-US" sz="1400" b="1" dirty="0" err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bg1"/>
                  </a:solidFill>
                  <a:latin typeface="세방고딕 Regular" charset="0"/>
                  <a:ea typeface="세방고딕 Regular" charset="0"/>
                </a:rPr>
                <a:t>유즈케이스</a:t>
              </a:r>
              <a:r>
                <a:rPr lang="ko-KR" altLang="en-US" sz="1400" b="1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bg1"/>
                  </a:solidFill>
                  <a:latin typeface="세방고딕 Regular" charset="0"/>
                  <a:ea typeface="세방고딕 Regular" charset="0"/>
                </a:rPr>
                <a:t> 설계</a:t>
              </a:r>
            </a:p>
          </p:txBody>
        </p:sp>
        <p:grpSp>
          <p:nvGrpSpPr>
            <p:cNvPr id="35" name="Group 5">
              <a:extLst>
                <a:ext uri="{FF2B5EF4-FFF2-40B4-BE49-F238E27FC236}">
                  <a16:creationId xmlns:a16="http://schemas.microsoft.com/office/drawing/2014/main" id="{3C2C7ACE-8025-4F73-BC31-6BBB0457F858}"/>
                </a:ext>
              </a:extLst>
            </p:cNvPr>
            <p:cNvGrpSpPr/>
            <p:nvPr/>
          </p:nvGrpSpPr>
          <p:grpSpPr>
            <a:xfrm>
              <a:off x="711200" y="1964690"/>
              <a:ext cx="283845" cy="276860"/>
              <a:chOff x="711200" y="1964690"/>
              <a:chExt cx="283845" cy="276860"/>
            </a:xfrm>
          </p:grpSpPr>
          <p:sp>
            <p:nvSpPr>
              <p:cNvPr id="36" name="Rect 0">
                <a:extLst>
                  <a:ext uri="{FF2B5EF4-FFF2-40B4-BE49-F238E27FC236}">
                    <a16:creationId xmlns:a16="http://schemas.microsoft.com/office/drawing/2014/main" id="{9C694AD1-BC44-48EE-92A2-8F9171921857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760730" y="1968500"/>
                <a:ext cx="234315" cy="234315"/>
              </a:xfrm>
              <a:prstGeom prst="ellipse">
                <a:avLst/>
              </a:prstGeom>
              <a:solidFill>
                <a:schemeClr val="bg1"/>
              </a:solidFill>
              <a:ln w="0">
                <a:noFill/>
                <a:prstDash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square" lIns="91440" tIns="45720" rIns="91440" bIns="45720" numCol="1" anchor="ctr">
                <a:noAutofit/>
              </a:bodyPr>
              <a:lstStyle/>
              <a:p>
                <a:pPr marL="0" indent="0" algn="ctr" latinLnBrk="0">
                  <a:buFontTx/>
                  <a:buNone/>
                </a:pPr>
                <a:endParaRPr lang="ko-KR" altLang="en-US"/>
              </a:p>
            </p:txBody>
          </p:sp>
          <p:sp>
            <p:nvSpPr>
              <p:cNvPr id="37" name="Rect 0">
                <a:extLst>
                  <a:ext uri="{FF2B5EF4-FFF2-40B4-BE49-F238E27FC236}">
                    <a16:creationId xmlns:a16="http://schemas.microsoft.com/office/drawing/2014/main" id="{7507E55C-31F9-45FB-9138-C25649990A0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11200" y="1964690"/>
                <a:ext cx="247015" cy="276860"/>
              </a:xfrm>
              <a:prstGeom prst="rect">
                <a:avLst/>
              </a:prstGeom>
              <a:noFill/>
            </p:spPr>
            <p:txBody>
              <a:bodyPr vert="horz" wrap="square" lIns="91440" tIns="45720" rIns="91440" bIns="45720" numCol="1" anchor="t">
                <a:spAutoFit/>
              </a:bodyPr>
              <a:lstStyle/>
              <a:p>
                <a:pPr marL="0" indent="0" latinLnBrk="0">
                  <a:buFontTx/>
                  <a:buNone/>
                </a:pPr>
                <a:r>
                  <a:rPr lang="ko-KR" altLang="ko-KR" sz="1200" b="1">
                    <a:ln w="9525" cap="flat" cmpd="sng"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  <a:prstDash val="solid"/>
                    </a:ln>
                    <a:solidFill>
                      <a:srgbClr val="3378C8"/>
                    </a:solidFill>
                    <a:latin typeface="세방고딕 Bold" charset="0"/>
                    <a:ea typeface="세방고딕 Bold" charset="0"/>
                  </a:rPr>
                  <a:t>▼</a:t>
                </a:r>
                <a:endParaRPr lang="ko-KR" altLang="en-US" sz="12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/>
                  </a:solidFill>
                  <a:latin typeface="세방고딕 Bold" charset="0"/>
                  <a:ea typeface="세방고딕 Bold" charset="0"/>
                </a:endParaRPr>
              </a:p>
            </p:txBody>
          </p:sp>
        </p:grpSp>
      </p:grpSp>
      <p:pic>
        <p:nvPicPr>
          <p:cNvPr id="41" name="Picture ">
            <a:extLst>
              <a:ext uri="{FF2B5EF4-FFF2-40B4-BE49-F238E27FC236}">
                <a16:creationId xmlns:a16="http://schemas.microsoft.com/office/drawing/2014/main" id="{C6D1C64A-4221-419F-BD97-430822552AEA}"/>
              </a:ext>
            </a:extLst>
          </p:cNvPr>
          <p:cNvPicPr>
            <a:picLocks noChangeAspect="1"/>
          </p:cNvPicPr>
          <p:nvPr/>
        </p:nvPicPr>
        <p:blipFill rotWithShape="1">
          <a:blip r:embed="rId6" cstate="hqprint">
            <a:duotone>
              <a:srgbClr val="2E6CA5"/>
              <a:prstClr val="white"/>
            </a:duotone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0800000" flipV="1">
            <a:off x="0" y="1808480"/>
            <a:ext cx="12192635" cy="342900"/>
          </a:xfrm>
          <a:prstGeom prst="rect">
            <a:avLst/>
          </a:prstGeom>
          <a:noFill/>
        </p:spPr>
      </p:pic>
      <p:pic>
        <p:nvPicPr>
          <p:cNvPr id="27" name="그림 3">
            <a:extLst>
              <a:ext uri="{FF2B5EF4-FFF2-40B4-BE49-F238E27FC236}">
                <a16:creationId xmlns:a16="http://schemas.microsoft.com/office/drawing/2014/main" id="{FF6062F7-1D14-490A-AAFB-9FE694F827D6}"/>
              </a:ext>
            </a:extLst>
          </p:cNvPr>
          <p:cNvPicPr>
            <a:picLocks noChangeAspect="1"/>
          </p:cNvPicPr>
          <p:nvPr/>
        </p:nvPicPr>
        <p:blipFill rotWithShape="1"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0590" y="2858770"/>
            <a:ext cx="10345420" cy="3221355"/>
          </a:xfrm>
          <a:prstGeom prst="rect">
            <a:avLst/>
          </a:prstGeom>
          <a:noFill/>
          <a:ln w="15875">
            <a:solidFill>
              <a:schemeClr val="bg1">
                <a:lumMod val="50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244897783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" name="Picture ">
            <a:extLst>
              <a:ext uri="{FF2B5EF4-FFF2-40B4-BE49-F238E27FC236}">
                <a16:creationId xmlns:a16="http://schemas.microsoft.com/office/drawing/2014/main" id="{C6D1C64A-4221-419F-BD97-430822552AEA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duotone>
              <a:srgbClr val="2E6CA5"/>
              <a:prstClr val="white"/>
            </a:duotone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0800000" flipV="1">
            <a:off x="0" y="1808480"/>
            <a:ext cx="12192635" cy="342900"/>
          </a:xfrm>
          <a:prstGeom prst="rect">
            <a:avLst/>
          </a:prstGeom>
          <a:noFill/>
        </p:spPr>
      </p:pic>
      <p:pic>
        <p:nvPicPr>
          <p:cNvPr id="3" name="Picture 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78" b="11486"/>
          <a:stretch>
            <a:fillRect/>
          </a:stretch>
        </p:blipFill>
        <p:spPr>
          <a:xfrm>
            <a:off x="7589520" y="4695190"/>
            <a:ext cx="4603115" cy="2163445"/>
          </a:xfrm>
          <a:prstGeom prst="rect">
            <a:avLst/>
          </a:prstGeom>
          <a:noFill/>
        </p:spPr>
      </p:pic>
      <p:sp>
        <p:nvSpPr>
          <p:cNvPr id="4" name="Rect 0"/>
          <p:cNvSpPr>
            <a:spLocks/>
          </p:cNvSpPr>
          <p:nvPr/>
        </p:nvSpPr>
        <p:spPr>
          <a:xfrm flipH="1" flipV="1">
            <a:off x="173990" y="70485"/>
            <a:ext cx="12018645" cy="1221740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49847"/>
            </a:schemeClr>
          </a:solidFill>
          <a:ln w="0">
            <a:noFill/>
            <a:prstDash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/>
          </a:p>
        </p:txBody>
      </p:sp>
      <p:grpSp>
        <p:nvGrpSpPr>
          <p:cNvPr id="5" name="Group 5"/>
          <p:cNvGrpSpPr/>
          <p:nvPr/>
        </p:nvGrpSpPr>
        <p:grpSpPr>
          <a:xfrm>
            <a:off x="375920" y="333375"/>
            <a:ext cx="5949315" cy="831215"/>
            <a:chOff x="375920" y="333375"/>
            <a:chExt cx="5949315" cy="831215"/>
          </a:xfrm>
        </p:grpSpPr>
        <p:sp>
          <p:nvSpPr>
            <p:cNvPr id="6" name="Rect 0"/>
            <p:cNvSpPr txBox="1">
              <a:spLocks/>
            </p:cNvSpPr>
            <p:nvPr/>
          </p:nvSpPr>
          <p:spPr>
            <a:xfrm>
              <a:off x="1461770" y="366395"/>
              <a:ext cx="2252980" cy="276860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</a:pPr>
              <a:r>
                <a:rPr lang="en-US" altLang="ko-KR" sz="12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>
                      <a:alpha val="49847"/>
                    </a:srgbClr>
                  </a:solidFill>
                  <a:latin typeface="세방고딕 Regular" charset="0"/>
                  <a:ea typeface="세방고딕 Regular" charset="0"/>
                </a:rPr>
                <a:t>K-Digital Training</a:t>
              </a:r>
              <a:endParaRPr lang="ko-KR" altLang="en-US" sz="1200" b="1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>
                    <a:alpha val="49847"/>
                  </a:srgb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7" name="Rect 0"/>
            <p:cNvSpPr txBox="1">
              <a:spLocks/>
            </p:cNvSpPr>
            <p:nvPr/>
          </p:nvSpPr>
          <p:spPr>
            <a:xfrm>
              <a:off x="1461770" y="584835"/>
              <a:ext cx="4863465" cy="52260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latinLnBrk="0">
                <a:defRPr/>
              </a:pPr>
              <a:r>
                <a:rPr lang="ko-KR" altLang="en-US" sz="28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데이터 구성 및 처리과정</a:t>
              </a:r>
              <a:endParaRPr lang="en-US" altLang="ko-KR" sz="28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Bold" panose="00000800000000000000" pitchFamily="2" charset="-127"/>
                <a:ea typeface="세방고딕 Bold" panose="00000800000000000000" pitchFamily="2" charset="-127"/>
              </a:endParaRPr>
            </a:p>
          </p:txBody>
        </p:sp>
        <p:sp>
          <p:nvSpPr>
            <p:cNvPr id="8" name="Rect 0"/>
            <p:cNvSpPr txBox="1">
              <a:spLocks/>
            </p:cNvSpPr>
            <p:nvPr/>
          </p:nvSpPr>
          <p:spPr>
            <a:xfrm>
              <a:off x="375920" y="333375"/>
              <a:ext cx="1267460" cy="831215"/>
            </a:xfrm>
            <a:prstGeom prst="rect">
              <a:avLst/>
            </a:prstGeom>
            <a:noFill/>
          </p:spPr>
          <p:txBody>
            <a:bodyPr vert="horz" wrap="square" lIns="91440" tIns="0" rIns="91440" bIns="0" numCol="1" anchor="t">
              <a:spAutoFit/>
            </a:bodyPr>
            <a:lstStyle/>
            <a:p>
              <a:pPr marL="0" indent="0" eaLnBrk="1" fontAlgn="auto" latinLnBrk="1" hangingPunct="1">
                <a:spcBef>
                  <a:spcPts val="0"/>
                </a:spcBef>
                <a:spcAft>
                  <a:spcPts val="0"/>
                </a:spcAft>
                <a:buFontTx/>
                <a:buNone/>
                <a:defRPr/>
              </a:pPr>
              <a:r>
                <a:rPr lang="en-US" altLang="ko-KR" sz="5400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/>
                  </a:solidFill>
                  <a:latin typeface="세방고딕 Bold" charset="0"/>
                  <a:ea typeface="세방고딕 Bold" charset="0"/>
                </a:rPr>
                <a:t>02</a:t>
              </a:r>
              <a:endParaRPr lang="ko-KR" altLang="en-US" sz="54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/>
                </a:solidFill>
                <a:latin typeface="세방고딕 Bold" charset="0"/>
                <a:ea typeface="세방고딕 Bold" charset="0"/>
              </a:endParaRPr>
            </a:p>
          </p:txBody>
        </p:sp>
      </p:grpSp>
      <p:grpSp>
        <p:nvGrpSpPr>
          <p:cNvPr id="10" name="Group 5"/>
          <p:cNvGrpSpPr/>
          <p:nvPr/>
        </p:nvGrpSpPr>
        <p:grpSpPr>
          <a:xfrm>
            <a:off x="488315" y="1358900"/>
            <a:ext cx="10527030" cy="370205"/>
            <a:chOff x="488315" y="1358900"/>
            <a:chExt cx="10527030" cy="370205"/>
          </a:xfrm>
        </p:grpSpPr>
        <p:sp>
          <p:nvSpPr>
            <p:cNvPr id="11" name="Rect 0"/>
            <p:cNvSpPr txBox="1">
              <a:spLocks/>
            </p:cNvSpPr>
            <p:nvPr/>
          </p:nvSpPr>
          <p:spPr>
            <a:xfrm>
              <a:off x="690245" y="1358900"/>
              <a:ext cx="10325100" cy="37020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endParaRPr lang="ko-KR" altLang="en-US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12" name="Rect 0"/>
            <p:cNvSpPr>
              <a:spLocks/>
            </p:cNvSpPr>
            <p:nvPr/>
          </p:nvSpPr>
          <p:spPr>
            <a:xfrm>
              <a:off x="488315" y="1468120"/>
              <a:ext cx="101600" cy="114300"/>
            </a:xfrm>
            <a:custGeom>
              <a:avLst/>
              <a:gdLst>
                <a:gd name="TX0" fmla="*/ 428021 w 450215"/>
                <a:gd name="TY0" fmla="*/ 214932 h 506846"/>
                <a:gd name="TX1" fmla="*/ 66705 w 450215"/>
                <a:gd name="TY1" fmla="*/ 6045 h 506846"/>
                <a:gd name="TX2" fmla="*/ 0 w 450215"/>
                <a:gd name="TY2" fmla="*/ 44511 h 506846"/>
                <a:gd name="TX3" fmla="*/ 0 w 450215"/>
                <a:gd name="TY3" fmla="*/ 462326 h 506846"/>
                <a:gd name="TX4" fmla="*/ 66705 w 450215"/>
                <a:gd name="TY4" fmla="*/ 500812 h 506846"/>
                <a:gd name="TX5" fmla="*/ 428021 w 450215"/>
                <a:gd name="TY5" fmla="*/ 291905 h 506846"/>
                <a:gd name="TX6" fmla="*/ 428021 w 450215"/>
                <a:gd name="TY6" fmla="*/ 214932 h 506846"/>
              </a:gdLst>
              <a:ahLst/>
              <a:cxnLst>
                <a:cxn ang="0">
                  <a:pos x="TX0" y="TY0"/>
                </a:cxn>
                <a:cxn ang="0">
                  <a:pos x="TX1" y="TY1"/>
                </a:cxn>
                <a:cxn ang="0">
                  <a:pos x="TX2" y="TY2"/>
                </a:cxn>
                <a:cxn ang="0">
                  <a:pos x="TX3" y="TY3"/>
                </a:cxn>
                <a:cxn ang="0">
                  <a:pos x="TX4" y="TY4"/>
                </a:cxn>
                <a:cxn ang="0">
                  <a:pos x="TX5" y="TY5"/>
                </a:cxn>
                <a:cxn ang="0">
                  <a:pos x="TX6" y="TY6"/>
                </a:cxn>
              </a:cxnLst>
              <a:rect l="l" t="t" r="r" b="b"/>
              <a:pathLst>
                <a:path w="450215" h="506846">
                  <a:moveTo>
                    <a:pt x="428021" y="214932"/>
                  </a:moveTo>
                  <a:lnTo>
                    <a:pt x="66705" y="6045"/>
                  </a:lnTo>
                  <a:cubicBezTo>
                    <a:pt x="37072" y="-11108"/>
                    <a:pt x="0" y="10287"/>
                    <a:pt x="0" y="44511"/>
                  </a:cubicBezTo>
                  <a:lnTo>
                    <a:pt x="0" y="462326"/>
                  </a:lnTo>
                  <a:cubicBezTo>
                    <a:pt x="0" y="496550"/>
                    <a:pt x="37072" y="517945"/>
                    <a:pt x="66705" y="500812"/>
                  </a:cubicBezTo>
                  <a:lnTo>
                    <a:pt x="428021" y="291905"/>
                  </a:lnTo>
                  <a:cubicBezTo>
                    <a:pt x="457613" y="274793"/>
                    <a:pt x="457613" y="232064"/>
                    <a:pt x="428021" y="214932"/>
                  </a:cubicBezTo>
                  <a:close/>
                </a:path>
              </a:pathLst>
            </a:custGeom>
            <a:solidFill>
              <a:srgbClr val="3378C8"/>
            </a:solidFill>
            <a:ln w="0">
              <a:noFill/>
              <a:prstDash/>
            </a:ln>
            <a:effectLst>
              <a:outerShdw blurRad="50800" dist="38100" dir="5400000" algn="t" rotWithShape="0">
                <a:srgbClr val="3378C8">
                  <a:alpha val="40000"/>
                </a:srgbClr>
              </a:outerShdw>
            </a:effectLst>
          </p:spPr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latinLnBrk="0">
                <a:buFontTx/>
                <a:buNone/>
              </a:pPr>
              <a:endParaRPr lang="ko-KR" altLang="en-US"/>
            </a:p>
          </p:txBody>
        </p:sp>
      </p:grpSp>
      <p:sp>
        <p:nvSpPr>
          <p:cNvPr id="13" name="Rect 0"/>
          <p:cNvSpPr txBox="1">
            <a:spLocks/>
          </p:cNvSpPr>
          <p:nvPr/>
        </p:nvSpPr>
        <p:spPr>
          <a:xfrm>
            <a:off x="0" y="0"/>
            <a:ext cx="12192635" cy="114935"/>
          </a:xfrm>
          <a:prstGeom prst="rect">
            <a:avLst/>
          </a:prstGeom>
          <a:solidFill>
            <a:srgbClr val="FFD85C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sp>
        <p:nvSpPr>
          <p:cNvPr id="14" name="Rect 0"/>
          <p:cNvSpPr txBox="1">
            <a:spLocks/>
          </p:cNvSpPr>
          <p:nvPr/>
        </p:nvSpPr>
        <p:spPr>
          <a:xfrm>
            <a:off x="0" y="0"/>
            <a:ext cx="1337310" cy="114935"/>
          </a:xfrm>
          <a:prstGeom prst="rect">
            <a:avLst/>
          </a:prstGeom>
          <a:solidFill>
            <a:srgbClr val="3378C8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grpSp>
        <p:nvGrpSpPr>
          <p:cNvPr id="56" name="Group 5"/>
          <p:cNvGrpSpPr/>
          <p:nvPr/>
        </p:nvGrpSpPr>
        <p:grpSpPr>
          <a:xfrm>
            <a:off x="10667365" y="6576695"/>
            <a:ext cx="1076325" cy="151130"/>
            <a:chOff x="10667365" y="6576695"/>
            <a:chExt cx="1076325" cy="151130"/>
          </a:xfrm>
        </p:grpSpPr>
        <p:pic>
          <p:nvPicPr>
            <p:cNvPr id="57" name="Picture "/>
            <p:cNvPicPr>
              <a:picLocks noChangeAspect="1"/>
            </p:cNvPicPr>
            <p:nvPr/>
          </p:nvPicPr>
          <p:blipFill rotWithShape="1">
            <a:blip r:embed="rId4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 bwMode="auto">
            <a:xfrm>
              <a:off x="11269345" y="6576695"/>
              <a:ext cx="474345" cy="151130"/>
            </a:xfrm>
            <a:prstGeom prst="rect">
              <a:avLst/>
            </a:prstGeom>
            <a:noFill/>
          </p:spPr>
        </p:pic>
        <p:pic>
          <p:nvPicPr>
            <p:cNvPr id="58" name="Picture "/>
            <p:cNvPicPr>
              <a:picLocks noChangeAspect="1"/>
            </p:cNvPicPr>
            <p:nvPr/>
          </p:nvPicPr>
          <p:blipFill rotWithShape="1">
            <a:blip r:embed="rId5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10667365" y="6576695"/>
              <a:ext cx="478155" cy="142875"/>
            </a:xfrm>
            <a:prstGeom prst="rect">
              <a:avLst/>
            </a:prstGeom>
            <a:noFill/>
          </p:spPr>
        </p:pic>
      </p:grpSp>
      <p:sp>
        <p:nvSpPr>
          <p:cNvPr id="52" name="Rect 0"/>
          <p:cNvSpPr txBox="1">
            <a:spLocks/>
          </p:cNvSpPr>
          <p:nvPr/>
        </p:nvSpPr>
        <p:spPr>
          <a:xfrm>
            <a:off x="635635" y="1314450"/>
            <a:ext cx="5794375" cy="492125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>
            <a:spAutoFit/>
          </a:bodyPr>
          <a:lstStyle/>
          <a:p>
            <a:pPr marL="0" indent="0" latinLnBrk="0">
              <a:buFontTx/>
              <a:buNone/>
              <a:defRPr/>
            </a:pPr>
            <a:r>
              <a:rPr lang="ko-KR" altLang="en-US" sz="26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2-</a:t>
            </a:r>
            <a:r>
              <a:rPr lang="en-US" altLang="ko-KR" sz="26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4 </a:t>
            </a:r>
            <a:r>
              <a:rPr lang="ko-KR" altLang="en-US" sz="26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요구분석 </a:t>
            </a:r>
            <a:r>
              <a:rPr lang="en-US" altLang="ko-KR" sz="26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(2/3)</a:t>
            </a:r>
            <a:endParaRPr lang="ko-KR" altLang="en-US" sz="2600" dirty="0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chemeClr val="tx1">
                  <a:lumMod val="65000"/>
                  <a:lumOff val="35000"/>
                </a:schemeClr>
              </a:solidFill>
              <a:latin typeface="맑은 고딕" charset="0"/>
              <a:ea typeface="세방고딕 Bold" charset="0"/>
            </a:endParaRPr>
          </a:p>
        </p:txBody>
      </p:sp>
      <p:pic>
        <p:nvPicPr>
          <p:cNvPr id="31" name="Picture ">
            <a:extLst>
              <a:ext uri="{FF2B5EF4-FFF2-40B4-BE49-F238E27FC236}">
                <a16:creationId xmlns:a16="http://schemas.microsoft.com/office/drawing/2014/main" id="{3D6A34D3-73F9-41F6-BE24-6628C520FE65}"/>
              </a:ext>
            </a:extLst>
          </p:cNvPr>
          <p:cNvPicPr>
            <a:picLocks noChangeAspect="1"/>
          </p:cNvPicPr>
          <p:nvPr/>
        </p:nvPicPr>
        <p:blipFill rotWithShape="1"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7803"/>
          <a:stretch>
            <a:fillRect/>
          </a:stretch>
        </p:blipFill>
        <p:spPr>
          <a:xfrm rot="5400000">
            <a:off x="-476250" y="2466975"/>
            <a:ext cx="1439545" cy="486410"/>
          </a:xfrm>
          <a:prstGeom prst="rect">
            <a:avLst/>
          </a:prstGeom>
          <a:noFill/>
        </p:spPr>
      </p:pic>
      <p:grpSp>
        <p:nvGrpSpPr>
          <p:cNvPr id="32" name="Group 5">
            <a:extLst>
              <a:ext uri="{FF2B5EF4-FFF2-40B4-BE49-F238E27FC236}">
                <a16:creationId xmlns:a16="http://schemas.microsoft.com/office/drawing/2014/main" id="{878B9EF8-DC36-4E51-9C57-7BAC22333BE4}"/>
              </a:ext>
            </a:extLst>
          </p:cNvPr>
          <p:cNvGrpSpPr/>
          <p:nvPr/>
        </p:nvGrpSpPr>
        <p:grpSpPr>
          <a:xfrm>
            <a:off x="473710" y="1906905"/>
            <a:ext cx="11410950" cy="379730"/>
            <a:chOff x="473710" y="1906905"/>
            <a:chExt cx="11410950" cy="379730"/>
          </a:xfrm>
        </p:grpSpPr>
        <p:sp>
          <p:nvSpPr>
            <p:cNvPr id="33" name="Rect 0">
              <a:extLst>
                <a:ext uri="{FF2B5EF4-FFF2-40B4-BE49-F238E27FC236}">
                  <a16:creationId xmlns:a16="http://schemas.microsoft.com/office/drawing/2014/main" id="{23A64007-E46A-4525-938E-FB035D3B1CBA}"/>
                </a:ext>
              </a:extLst>
            </p:cNvPr>
            <p:cNvSpPr>
              <a:spLocks/>
            </p:cNvSpPr>
            <p:nvPr/>
          </p:nvSpPr>
          <p:spPr>
            <a:xfrm>
              <a:off x="473710" y="1906905"/>
              <a:ext cx="11219180" cy="379730"/>
            </a:xfrm>
            <a:prstGeom prst="roundRect">
              <a:avLst/>
            </a:prstGeom>
            <a:solidFill>
              <a:srgbClr val="3378C8"/>
            </a:solidFill>
            <a:ln w="0">
              <a:noFill/>
              <a:prstDash/>
            </a:ln>
            <a:effectLst>
              <a:outerShdw dist="38100" dir="2700000" algn="tl" rotWithShape="0">
                <a:srgbClr val="3378C8">
                  <a:alpha val="4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algn="ctr" latinLnBrk="0">
                <a:buFontTx/>
                <a:buNone/>
              </a:pPr>
              <a:endParaRPr lang="ko-KR" altLang="en-US"/>
            </a:p>
          </p:txBody>
        </p:sp>
        <p:sp>
          <p:nvSpPr>
            <p:cNvPr id="34" name="Rect 0">
              <a:extLst>
                <a:ext uri="{FF2B5EF4-FFF2-40B4-BE49-F238E27FC236}">
                  <a16:creationId xmlns:a16="http://schemas.microsoft.com/office/drawing/2014/main" id="{12F34DC8-E3FD-456D-A1CE-1E57FC382F59}"/>
                </a:ext>
              </a:extLst>
            </p:cNvPr>
            <p:cNvSpPr txBox="1">
              <a:spLocks/>
            </p:cNvSpPr>
            <p:nvPr/>
          </p:nvSpPr>
          <p:spPr>
            <a:xfrm>
              <a:off x="994410" y="1945640"/>
              <a:ext cx="10890250" cy="307340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r>
                <a:rPr lang="ko-KR" altLang="en-US" sz="1400" b="1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bg1"/>
                  </a:solidFill>
                  <a:latin typeface="세방고딕 Regular" charset="0"/>
                  <a:ea typeface="세방고딕 Regular" charset="0"/>
                </a:rPr>
                <a:t>시퀀스 다이어그램 </a:t>
              </a:r>
              <a:r>
                <a:rPr lang="en-US" altLang="ko-KR" sz="1400" b="1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bg1"/>
                  </a:solidFill>
                  <a:latin typeface="세방고딕 Regular" charset="0"/>
                  <a:ea typeface="세방고딕 Regular" charset="0"/>
                </a:rPr>
                <a:t>– </a:t>
              </a:r>
              <a:r>
                <a:rPr lang="ko-KR" altLang="en-US" sz="1400" b="1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bg1"/>
                  </a:solidFill>
                  <a:latin typeface="세방고딕 Regular" charset="0"/>
                  <a:ea typeface="세방고딕 Regular" charset="0"/>
                </a:rPr>
                <a:t>사용자 접속</a:t>
              </a:r>
            </a:p>
          </p:txBody>
        </p:sp>
        <p:grpSp>
          <p:nvGrpSpPr>
            <p:cNvPr id="35" name="Group 5">
              <a:extLst>
                <a:ext uri="{FF2B5EF4-FFF2-40B4-BE49-F238E27FC236}">
                  <a16:creationId xmlns:a16="http://schemas.microsoft.com/office/drawing/2014/main" id="{3C2C7ACE-8025-4F73-BC31-6BBB0457F858}"/>
                </a:ext>
              </a:extLst>
            </p:cNvPr>
            <p:cNvGrpSpPr/>
            <p:nvPr/>
          </p:nvGrpSpPr>
          <p:grpSpPr>
            <a:xfrm>
              <a:off x="711200" y="1964690"/>
              <a:ext cx="283845" cy="276860"/>
              <a:chOff x="711200" y="1964690"/>
              <a:chExt cx="283845" cy="276860"/>
            </a:xfrm>
          </p:grpSpPr>
          <p:sp>
            <p:nvSpPr>
              <p:cNvPr id="36" name="Rect 0">
                <a:extLst>
                  <a:ext uri="{FF2B5EF4-FFF2-40B4-BE49-F238E27FC236}">
                    <a16:creationId xmlns:a16="http://schemas.microsoft.com/office/drawing/2014/main" id="{9C694AD1-BC44-48EE-92A2-8F9171921857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760730" y="1968500"/>
                <a:ext cx="234315" cy="234315"/>
              </a:xfrm>
              <a:prstGeom prst="ellipse">
                <a:avLst/>
              </a:prstGeom>
              <a:solidFill>
                <a:schemeClr val="bg1"/>
              </a:solidFill>
              <a:ln w="0">
                <a:noFill/>
                <a:prstDash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square" lIns="91440" tIns="45720" rIns="91440" bIns="45720" numCol="1" anchor="ctr">
                <a:noAutofit/>
              </a:bodyPr>
              <a:lstStyle/>
              <a:p>
                <a:pPr marL="0" indent="0" algn="ctr" latinLnBrk="0">
                  <a:buFontTx/>
                  <a:buNone/>
                </a:pPr>
                <a:endParaRPr lang="ko-KR" altLang="en-US"/>
              </a:p>
            </p:txBody>
          </p:sp>
          <p:sp>
            <p:nvSpPr>
              <p:cNvPr id="37" name="Rect 0">
                <a:extLst>
                  <a:ext uri="{FF2B5EF4-FFF2-40B4-BE49-F238E27FC236}">
                    <a16:creationId xmlns:a16="http://schemas.microsoft.com/office/drawing/2014/main" id="{7507E55C-31F9-45FB-9138-C25649990A0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11200" y="1964690"/>
                <a:ext cx="247015" cy="276860"/>
              </a:xfrm>
              <a:prstGeom prst="rect">
                <a:avLst/>
              </a:prstGeom>
              <a:noFill/>
            </p:spPr>
            <p:txBody>
              <a:bodyPr vert="horz" wrap="square" lIns="91440" tIns="45720" rIns="91440" bIns="45720" numCol="1" anchor="t">
                <a:spAutoFit/>
              </a:bodyPr>
              <a:lstStyle/>
              <a:p>
                <a:pPr marL="0" indent="0" latinLnBrk="0">
                  <a:buFontTx/>
                  <a:buNone/>
                </a:pPr>
                <a:r>
                  <a:rPr lang="ko-KR" altLang="ko-KR" sz="1200" b="1">
                    <a:ln w="9525" cap="flat" cmpd="sng"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  <a:prstDash val="solid"/>
                    </a:ln>
                    <a:solidFill>
                      <a:srgbClr val="3378C8"/>
                    </a:solidFill>
                    <a:latin typeface="세방고딕 Bold" charset="0"/>
                    <a:ea typeface="세방고딕 Bold" charset="0"/>
                  </a:rPr>
                  <a:t>▼</a:t>
                </a:r>
                <a:endParaRPr lang="ko-KR" altLang="en-US" sz="12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/>
                  </a:solidFill>
                  <a:latin typeface="세방고딕 Bold" charset="0"/>
                  <a:ea typeface="세방고딕 Bold" charset="0"/>
                </a:endParaRPr>
              </a:p>
            </p:txBody>
          </p:sp>
        </p:grpSp>
      </p:grpSp>
      <p:pic>
        <p:nvPicPr>
          <p:cNvPr id="26" name="그림 25">
            <a:extLst>
              <a:ext uri="{FF2B5EF4-FFF2-40B4-BE49-F238E27FC236}">
                <a16:creationId xmlns:a16="http://schemas.microsoft.com/office/drawing/2014/main" id="{28839E5D-782C-4179-BE7B-6463CC7F5A28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15845" y="2539365"/>
            <a:ext cx="6729730" cy="4002405"/>
          </a:xfrm>
          <a:prstGeom prst="rect">
            <a:avLst/>
          </a:prstGeom>
          <a:ln w="15875">
            <a:solidFill>
              <a:schemeClr val="bg1">
                <a:lumMod val="50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149340795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" name="Picture ">
            <a:extLst>
              <a:ext uri="{FF2B5EF4-FFF2-40B4-BE49-F238E27FC236}">
                <a16:creationId xmlns:a16="http://schemas.microsoft.com/office/drawing/2014/main" id="{C6D1C64A-4221-419F-BD97-430822552AEA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duotone>
              <a:srgbClr val="2E6CA5"/>
              <a:prstClr val="white"/>
            </a:duotone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0800000" flipV="1">
            <a:off x="0" y="1808480"/>
            <a:ext cx="12192635" cy="342900"/>
          </a:xfrm>
          <a:prstGeom prst="rect">
            <a:avLst/>
          </a:prstGeom>
          <a:noFill/>
        </p:spPr>
      </p:pic>
      <p:pic>
        <p:nvPicPr>
          <p:cNvPr id="3" name="Picture 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78" b="11486"/>
          <a:stretch>
            <a:fillRect/>
          </a:stretch>
        </p:blipFill>
        <p:spPr>
          <a:xfrm>
            <a:off x="7589520" y="4695190"/>
            <a:ext cx="4603115" cy="2163445"/>
          </a:xfrm>
          <a:prstGeom prst="rect">
            <a:avLst/>
          </a:prstGeom>
          <a:noFill/>
        </p:spPr>
      </p:pic>
      <p:sp>
        <p:nvSpPr>
          <p:cNvPr id="4" name="Rect 0"/>
          <p:cNvSpPr>
            <a:spLocks/>
          </p:cNvSpPr>
          <p:nvPr/>
        </p:nvSpPr>
        <p:spPr>
          <a:xfrm flipH="1" flipV="1">
            <a:off x="173990" y="70485"/>
            <a:ext cx="12018645" cy="1221740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49847"/>
            </a:schemeClr>
          </a:solidFill>
          <a:ln w="0">
            <a:noFill/>
            <a:prstDash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/>
          </a:p>
        </p:txBody>
      </p:sp>
      <p:grpSp>
        <p:nvGrpSpPr>
          <p:cNvPr id="5" name="Group 5"/>
          <p:cNvGrpSpPr/>
          <p:nvPr/>
        </p:nvGrpSpPr>
        <p:grpSpPr>
          <a:xfrm>
            <a:off x="375920" y="333375"/>
            <a:ext cx="5949315" cy="831215"/>
            <a:chOff x="375920" y="333375"/>
            <a:chExt cx="5949315" cy="831215"/>
          </a:xfrm>
        </p:grpSpPr>
        <p:sp>
          <p:nvSpPr>
            <p:cNvPr id="6" name="Rect 0"/>
            <p:cNvSpPr txBox="1">
              <a:spLocks/>
            </p:cNvSpPr>
            <p:nvPr/>
          </p:nvSpPr>
          <p:spPr>
            <a:xfrm>
              <a:off x="1461770" y="366395"/>
              <a:ext cx="2252980" cy="276860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</a:pPr>
              <a:r>
                <a:rPr lang="en-US" altLang="ko-KR" sz="12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>
                      <a:alpha val="49847"/>
                    </a:srgbClr>
                  </a:solidFill>
                  <a:latin typeface="세방고딕 Regular" charset="0"/>
                  <a:ea typeface="세방고딕 Regular" charset="0"/>
                </a:rPr>
                <a:t>K-Digital Training</a:t>
              </a:r>
              <a:endParaRPr lang="ko-KR" altLang="en-US" sz="1200" b="1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>
                    <a:alpha val="49847"/>
                  </a:srgb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7" name="Rect 0"/>
            <p:cNvSpPr txBox="1">
              <a:spLocks/>
            </p:cNvSpPr>
            <p:nvPr/>
          </p:nvSpPr>
          <p:spPr>
            <a:xfrm>
              <a:off x="1461770" y="584835"/>
              <a:ext cx="4863465" cy="52260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latinLnBrk="0">
                <a:defRPr/>
              </a:pPr>
              <a:r>
                <a:rPr lang="ko-KR" altLang="en-US" sz="28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데이터 구성 및 처리과정</a:t>
              </a:r>
              <a:endParaRPr lang="en-US" altLang="ko-KR" sz="28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Bold" panose="00000800000000000000" pitchFamily="2" charset="-127"/>
                <a:ea typeface="세방고딕 Bold" panose="00000800000000000000" pitchFamily="2" charset="-127"/>
              </a:endParaRPr>
            </a:p>
          </p:txBody>
        </p:sp>
        <p:sp>
          <p:nvSpPr>
            <p:cNvPr id="8" name="Rect 0"/>
            <p:cNvSpPr txBox="1">
              <a:spLocks/>
            </p:cNvSpPr>
            <p:nvPr/>
          </p:nvSpPr>
          <p:spPr>
            <a:xfrm>
              <a:off x="375920" y="333375"/>
              <a:ext cx="1267460" cy="831215"/>
            </a:xfrm>
            <a:prstGeom prst="rect">
              <a:avLst/>
            </a:prstGeom>
            <a:noFill/>
          </p:spPr>
          <p:txBody>
            <a:bodyPr vert="horz" wrap="square" lIns="91440" tIns="0" rIns="91440" bIns="0" numCol="1" anchor="t">
              <a:spAutoFit/>
            </a:bodyPr>
            <a:lstStyle/>
            <a:p>
              <a:pPr marL="0" indent="0" eaLnBrk="1" fontAlgn="auto" latinLnBrk="1" hangingPunct="1">
                <a:spcBef>
                  <a:spcPts val="0"/>
                </a:spcBef>
                <a:spcAft>
                  <a:spcPts val="0"/>
                </a:spcAft>
                <a:buFontTx/>
                <a:buNone/>
                <a:defRPr/>
              </a:pPr>
              <a:r>
                <a:rPr lang="en-US" altLang="ko-KR" sz="5400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/>
                  </a:solidFill>
                  <a:latin typeface="세방고딕 Bold" charset="0"/>
                  <a:ea typeface="세방고딕 Bold" charset="0"/>
                </a:rPr>
                <a:t>02</a:t>
              </a:r>
              <a:endParaRPr lang="ko-KR" altLang="en-US" sz="54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/>
                </a:solidFill>
                <a:latin typeface="세방고딕 Bold" charset="0"/>
                <a:ea typeface="세방고딕 Bold" charset="0"/>
              </a:endParaRPr>
            </a:p>
          </p:txBody>
        </p:sp>
      </p:grpSp>
      <p:grpSp>
        <p:nvGrpSpPr>
          <p:cNvPr id="10" name="Group 5"/>
          <p:cNvGrpSpPr/>
          <p:nvPr/>
        </p:nvGrpSpPr>
        <p:grpSpPr>
          <a:xfrm>
            <a:off x="488315" y="1358900"/>
            <a:ext cx="10527030" cy="370205"/>
            <a:chOff x="488315" y="1358900"/>
            <a:chExt cx="10527030" cy="370205"/>
          </a:xfrm>
        </p:grpSpPr>
        <p:sp>
          <p:nvSpPr>
            <p:cNvPr id="11" name="Rect 0"/>
            <p:cNvSpPr txBox="1">
              <a:spLocks/>
            </p:cNvSpPr>
            <p:nvPr/>
          </p:nvSpPr>
          <p:spPr>
            <a:xfrm>
              <a:off x="690245" y="1358900"/>
              <a:ext cx="10325100" cy="37020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endParaRPr lang="ko-KR" altLang="en-US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12" name="Rect 0"/>
            <p:cNvSpPr>
              <a:spLocks/>
            </p:cNvSpPr>
            <p:nvPr/>
          </p:nvSpPr>
          <p:spPr>
            <a:xfrm>
              <a:off x="488315" y="1468120"/>
              <a:ext cx="101600" cy="114300"/>
            </a:xfrm>
            <a:custGeom>
              <a:avLst/>
              <a:gdLst>
                <a:gd name="TX0" fmla="*/ 428021 w 450215"/>
                <a:gd name="TY0" fmla="*/ 214932 h 506846"/>
                <a:gd name="TX1" fmla="*/ 66705 w 450215"/>
                <a:gd name="TY1" fmla="*/ 6045 h 506846"/>
                <a:gd name="TX2" fmla="*/ 0 w 450215"/>
                <a:gd name="TY2" fmla="*/ 44511 h 506846"/>
                <a:gd name="TX3" fmla="*/ 0 w 450215"/>
                <a:gd name="TY3" fmla="*/ 462326 h 506846"/>
                <a:gd name="TX4" fmla="*/ 66705 w 450215"/>
                <a:gd name="TY4" fmla="*/ 500812 h 506846"/>
                <a:gd name="TX5" fmla="*/ 428021 w 450215"/>
                <a:gd name="TY5" fmla="*/ 291905 h 506846"/>
                <a:gd name="TX6" fmla="*/ 428021 w 450215"/>
                <a:gd name="TY6" fmla="*/ 214932 h 506846"/>
              </a:gdLst>
              <a:ahLst/>
              <a:cxnLst>
                <a:cxn ang="0">
                  <a:pos x="TX0" y="TY0"/>
                </a:cxn>
                <a:cxn ang="0">
                  <a:pos x="TX1" y="TY1"/>
                </a:cxn>
                <a:cxn ang="0">
                  <a:pos x="TX2" y="TY2"/>
                </a:cxn>
                <a:cxn ang="0">
                  <a:pos x="TX3" y="TY3"/>
                </a:cxn>
                <a:cxn ang="0">
                  <a:pos x="TX4" y="TY4"/>
                </a:cxn>
                <a:cxn ang="0">
                  <a:pos x="TX5" y="TY5"/>
                </a:cxn>
                <a:cxn ang="0">
                  <a:pos x="TX6" y="TY6"/>
                </a:cxn>
              </a:cxnLst>
              <a:rect l="l" t="t" r="r" b="b"/>
              <a:pathLst>
                <a:path w="450215" h="506846">
                  <a:moveTo>
                    <a:pt x="428021" y="214932"/>
                  </a:moveTo>
                  <a:lnTo>
                    <a:pt x="66705" y="6045"/>
                  </a:lnTo>
                  <a:cubicBezTo>
                    <a:pt x="37072" y="-11108"/>
                    <a:pt x="0" y="10287"/>
                    <a:pt x="0" y="44511"/>
                  </a:cubicBezTo>
                  <a:lnTo>
                    <a:pt x="0" y="462326"/>
                  </a:lnTo>
                  <a:cubicBezTo>
                    <a:pt x="0" y="496550"/>
                    <a:pt x="37072" y="517945"/>
                    <a:pt x="66705" y="500812"/>
                  </a:cubicBezTo>
                  <a:lnTo>
                    <a:pt x="428021" y="291905"/>
                  </a:lnTo>
                  <a:cubicBezTo>
                    <a:pt x="457613" y="274793"/>
                    <a:pt x="457613" y="232064"/>
                    <a:pt x="428021" y="214932"/>
                  </a:cubicBezTo>
                  <a:close/>
                </a:path>
              </a:pathLst>
            </a:custGeom>
            <a:solidFill>
              <a:srgbClr val="3378C8"/>
            </a:solidFill>
            <a:ln w="0">
              <a:noFill/>
              <a:prstDash/>
            </a:ln>
            <a:effectLst>
              <a:outerShdw blurRad="50800" dist="38100" dir="5400000" algn="t" rotWithShape="0">
                <a:srgbClr val="3378C8">
                  <a:alpha val="40000"/>
                </a:srgbClr>
              </a:outerShdw>
            </a:effectLst>
          </p:spPr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latinLnBrk="0">
                <a:buFontTx/>
                <a:buNone/>
              </a:pPr>
              <a:endParaRPr lang="ko-KR" altLang="en-US"/>
            </a:p>
          </p:txBody>
        </p:sp>
      </p:grpSp>
      <p:sp>
        <p:nvSpPr>
          <p:cNvPr id="13" name="Rect 0"/>
          <p:cNvSpPr txBox="1">
            <a:spLocks/>
          </p:cNvSpPr>
          <p:nvPr/>
        </p:nvSpPr>
        <p:spPr>
          <a:xfrm>
            <a:off x="0" y="0"/>
            <a:ext cx="12192635" cy="114935"/>
          </a:xfrm>
          <a:prstGeom prst="rect">
            <a:avLst/>
          </a:prstGeom>
          <a:solidFill>
            <a:srgbClr val="FFD85C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sp>
        <p:nvSpPr>
          <p:cNvPr id="14" name="Rect 0"/>
          <p:cNvSpPr txBox="1">
            <a:spLocks/>
          </p:cNvSpPr>
          <p:nvPr/>
        </p:nvSpPr>
        <p:spPr>
          <a:xfrm>
            <a:off x="0" y="0"/>
            <a:ext cx="1337310" cy="114935"/>
          </a:xfrm>
          <a:prstGeom prst="rect">
            <a:avLst/>
          </a:prstGeom>
          <a:solidFill>
            <a:srgbClr val="3378C8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grpSp>
        <p:nvGrpSpPr>
          <p:cNvPr id="56" name="Group 5"/>
          <p:cNvGrpSpPr/>
          <p:nvPr/>
        </p:nvGrpSpPr>
        <p:grpSpPr>
          <a:xfrm>
            <a:off x="10667365" y="6576695"/>
            <a:ext cx="1076325" cy="151130"/>
            <a:chOff x="10667365" y="6576695"/>
            <a:chExt cx="1076325" cy="151130"/>
          </a:xfrm>
        </p:grpSpPr>
        <p:pic>
          <p:nvPicPr>
            <p:cNvPr id="57" name="Picture "/>
            <p:cNvPicPr>
              <a:picLocks noChangeAspect="1"/>
            </p:cNvPicPr>
            <p:nvPr/>
          </p:nvPicPr>
          <p:blipFill rotWithShape="1">
            <a:blip r:embed="rId4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 bwMode="auto">
            <a:xfrm>
              <a:off x="11269345" y="6576695"/>
              <a:ext cx="474345" cy="151130"/>
            </a:xfrm>
            <a:prstGeom prst="rect">
              <a:avLst/>
            </a:prstGeom>
            <a:noFill/>
          </p:spPr>
        </p:pic>
        <p:pic>
          <p:nvPicPr>
            <p:cNvPr id="58" name="Picture "/>
            <p:cNvPicPr>
              <a:picLocks noChangeAspect="1"/>
            </p:cNvPicPr>
            <p:nvPr/>
          </p:nvPicPr>
          <p:blipFill rotWithShape="1">
            <a:blip r:embed="rId5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10667365" y="6576695"/>
              <a:ext cx="478155" cy="142875"/>
            </a:xfrm>
            <a:prstGeom prst="rect">
              <a:avLst/>
            </a:prstGeom>
            <a:noFill/>
          </p:spPr>
        </p:pic>
      </p:grpSp>
      <p:sp>
        <p:nvSpPr>
          <p:cNvPr id="52" name="Rect 0"/>
          <p:cNvSpPr txBox="1">
            <a:spLocks/>
          </p:cNvSpPr>
          <p:nvPr/>
        </p:nvSpPr>
        <p:spPr>
          <a:xfrm>
            <a:off x="635635" y="1314450"/>
            <a:ext cx="5794375" cy="492125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>
            <a:spAutoFit/>
          </a:bodyPr>
          <a:lstStyle/>
          <a:p>
            <a:pPr marL="0" indent="0" latinLnBrk="0">
              <a:buFontTx/>
              <a:buNone/>
              <a:defRPr/>
            </a:pPr>
            <a:r>
              <a:rPr lang="ko-KR" altLang="en-US" sz="26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2-</a:t>
            </a:r>
            <a:r>
              <a:rPr lang="en-US" altLang="ko-KR" sz="26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4 </a:t>
            </a:r>
            <a:r>
              <a:rPr lang="ko-KR" altLang="en-US" sz="26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요구분석 </a:t>
            </a:r>
            <a:r>
              <a:rPr lang="en-US" altLang="ko-KR" sz="26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(3/3)</a:t>
            </a:r>
            <a:endParaRPr lang="ko-KR" altLang="en-US" sz="2600" dirty="0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chemeClr val="tx1">
                  <a:lumMod val="65000"/>
                  <a:lumOff val="35000"/>
                </a:schemeClr>
              </a:solidFill>
              <a:latin typeface="맑은 고딕" charset="0"/>
              <a:ea typeface="세방고딕 Bold" charset="0"/>
            </a:endParaRPr>
          </a:p>
        </p:txBody>
      </p:sp>
      <p:pic>
        <p:nvPicPr>
          <p:cNvPr id="31" name="Picture ">
            <a:extLst>
              <a:ext uri="{FF2B5EF4-FFF2-40B4-BE49-F238E27FC236}">
                <a16:creationId xmlns:a16="http://schemas.microsoft.com/office/drawing/2014/main" id="{3D6A34D3-73F9-41F6-BE24-6628C520FE65}"/>
              </a:ext>
            </a:extLst>
          </p:cNvPr>
          <p:cNvPicPr>
            <a:picLocks noChangeAspect="1"/>
          </p:cNvPicPr>
          <p:nvPr/>
        </p:nvPicPr>
        <p:blipFill rotWithShape="1"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7803"/>
          <a:stretch>
            <a:fillRect/>
          </a:stretch>
        </p:blipFill>
        <p:spPr>
          <a:xfrm rot="5400000">
            <a:off x="-476250" y="2466975"/>
            <a:ext cx="1439545" cy="486410"/>
          </a:xfrm>
          <a:prstGeom prst="rect">
            <a:avLst/>
          </a:prstGeom>
          <a:noFill/>
        </p:spPr>
      </p:pic>
      <p:grpSp>
        <p:nvGrpSpPr>
          <p:cNvPr id="32" name="Group 5">
            <a:extLst>
              <a:ext uri="{FF2B5EF4-FFF2-40B4-BE49-F238E27FC236}">
                <a16:creationId xmlns:a16="http://schemas.microsoft.com/office/drawing/2014/main" id="{878B9EF8-DC36-4E51-9C57-7BAC22333BE4}"/>
              </a:ext>
            </a:extLst>
          </p:cNvPr>
          <p:cNvGrpSpPr/>
          <p:nvPr/>
        </p:nvGrpSpPr>
        <p:grpSpPr>
          <a:xfrm>
            <a:off x="473710" y="1906905"/>
            <a:ext cx="11410950" cy="379730"/>
            <a:chOff x="473710" y="1906905"/>
            <a:chExt cx="11410950" cy="379730"/>
          </a:xfrm>
        </p:grpSpPr>
        <p:sp>
          <p:nvSpPr>
            <p:cNvPr id="33" name="Rect 0">
              <a:extLst>
                <a:ext uri="{FF2B5EF4-FFF2-40B4-BE49-F238E27FC236}">
                  <a16:creationId xmlns:a16="http://schemas.microsoft.com/office/drawing/2014/main" id="{23A64007-E46A-4525-938E-FB035D3B1CBA}"/>
                </a:ext>
              </a:extLst>
            </p:cNvPr>
            <p:cNvSpPr>
              <a:spLocks/>
            </p:cNvSpPr>
            <p:nvPr/>
          </p:nvSpPr>
          <p:spPr>
            <a:xfrm>
              <a:off x="473710" y="1906905"/>
              <a:ext cx="11219180" cy="379730"/>
            </a:xfrm>
            <a:prstGeom prst="roundRect">
              <a:avLst/>
            </a:prstGeom>
            <a:solidFill>
              <a:srgbClr val="3378C8"/>
            </a:solidFill>
            <a:ln w="0">
              <a:noFill/>
              <a:prstDash/>
            </a:ln>
            <a:effectLst>
              <a:outerShdw dist="38100" dir="2700000" algn="tl" rotWithShape="0">
                <a:srgbClr val="3378C8">
                  <a:alpha val="4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algn="ctr" latinLnBrk="0">
                <a:buFontTx/>
                <a:buNone/>
              </a:pPr>
              <a:endParaRPr lang="ko-KR" altLang="en-US"/>
            </a:p>
          </p:txBody>
        </p:sp>
        <p:sp>
          <p:nvSpPr>
            <p:cNvPr id="34" name="Rect 0">
              <a:extLst>
                <a:ext uri="{FF2B5EF4-FFF2-40B4-BE49-F238E27FC236}">
                  <a16:creationId xmlns:a16="http://schemas.microsoft.com/office/drawing/2014/main" id="{12F34DC8-E3FD-456D-A1CE-1E57FC382F59}"/>
                </a:ext>
              </a:extLst>
            </p:cNvPr>
            <p:cNvSpPr txBox="1">
              <a:spLocks/>
            </p:cNvSpPr>
            <p:nvPr/>
          </p:nvSpPr>
          <p:spPr>
            <a:xfrm>
              <a:off x="994410" y="1945640"/>
              <a:ext cx="10890250" cy="307340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r>
                <a:rPr lang="ko-KR" altLang="en-US" sz="1400" b="1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bg1"/>
                  </a:solidFill>
                  <a:latin typeface="세방고딕 Regular" charset="0"/>
                  <a:ea typeface="세방고딕 Regular" charset="0"/>
                </a:rPr>
                <a:t>시퀀스 다이어그램 </a:t>
              </a:r>
              <a:r>
                <a:rPr lang="en-US" altLang="ko-KR" sz="1400" b="1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bg1"/>
                  </a:solidFill>
                  <a:latin typeface="세방고딕 Regular" charset="0"/>
                  <a:ea typeface="세방고딕 Regular" charset="0"/>
                </a:rPr>
                <a:t>- </a:t>
              </a:r>
              <a:r>
                <a:rPr lang="ko-KR" altLang="en-US" sz="1400" b="1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bg1"/>
                  </a:solidFill>
                  <a:latin typeface="세방고딕 Regular" charset="0"/>
                  <a:ea typeface="세방고딕 Regular" charset="0"/>
                </a:rPr>
                <a:t>음식추천</a:t>
              </a:r>
            </a:p>
          </p:txBody>
        </p:sp>
        <p:grpSp>
          <p:nvGrpSpPr>
            <p:cNvPr id="35" name="Group 5">
              <a:extLst>
                <a:ext uri="{FF2B5EF4-FFF2-40B4-BE49-F238E27FC236}">
                  <a16:creationId xmlns:a16="http://schemas.microsoft.com/office/drawing/2014/main" id="{3C2C7ACE-8025-4F73-BC31-6BBB0457F858}"/>
                </a:ext>
              </a:extLst>
            </p:cNvPr>
            <p:cNvGrpSpPr/>
            <p:nvPr/>
          </p:nvGrpSpPr>
          <p:grpSpPr>
            <a:xfrm>
              <a:off x="711200" y="1964690"/>
              <a:ext cx="283845" cy="276860"/>
              <a:chOff x="711200" y="1964690"/>
              <a:chExt cx="283845" cy="276860"/>
            </a:xfrm>
          </p:grpSpPr>
          <p:sp>
            <p:nvSpPr>
              <p:cNvPr id="36" name="Rect 0">
                <a:extLst>
                  <a:ext uri="{FF2B5EF4-FFF2-40B4-BE49-F238E27FC236}">
                    <a16:creationId xmlns:a16="http://schemas.microsoft.com/office/drawing/2014/main" id="{9C694AD1-BC44-48EE-92A2-8F9171921857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760730" y="1968500"/>
                <a:ext cx="234315" cy="234315"/>
              </a:xfrm>
              <a:prstGeom prst="ellipse">
                <a:avLst/>
              </a:prstGeom>
              <a:solidFill>
                <a:schemeClr val="bg1"/>
              </a:solidFill>
              <a:ln w="0">
                <a:noFill/>
                <a:prstDash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square" lIns="91440" tIns="45720" rIns="91440" bIns="45720" numCol="1" anchor="ctr">
                <a:noAutofit/>
              </a:bodyPr>
              <a:lstStyle/>
              <a:p>
                <a:pPr marL="0" indent="0" algn="ctr" latinLnBrk="0">
                  <a:buFontTx/>
                  <a:buNone/>
                </a:pPr>
                <a:endParaRPr lang="ko-KR" altLang="en-US"/>
              </a:p>
            </p:txBody>
          </p:sp>
          <p:sp>
            <p:nvSpPr>
              <p:cNvPr id="37" name="Rect 0">
                <a:extLst>
                  <a:ext uri="{FF2B5EF4-FFF2-40B4-BE49-F238E27FC236}">
                    <a16:creationId xmlns:a16="http://schemas.microsoft.com/office/drawing/2014/main" id="{7507E55C-31F9-45FB-9138-C25649990A0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11200" y="1964690"/>
                <a:ext cx="247015" cy="276860"/>
              </a:xfrm>
              <a:prstGeom prst="rect">
                <a:avLst/>
              </a:prstGeom>
              <a:noFill/>
            </p:spPr>
            <p:txBody>
              <a:bodyPr vert="horz" wrap="square" lIns="91440" tIns="45720" rIns="91440" bIns="45720" numCol="1" anchor="t">
                <a:spAutoFit/>
              </a:bodyPr>
              <a:lstStyle/>
              <a:p>
                <a:pPr marL="0" indent="0" latinLnBrk="0">
                  <a:buFontTx/>
                  <a:buNone/>
                </a:pPr>
                <a:r>
                  <a:rPr lang="ko-KR" altLang="ko-KR" sz="1200" b="1">
                    <a:ln w="9525" cap="flat" cmpd="sng"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  <a:prstDash val="solid"/>
                    </a:ln>
                    <a:solidFill>
                      <a:srgbClr val="3378C8"/>
                    </a:solidFill>
                    <a:latin typeface="세방고딕 Bold" charset="0"/>
                    <a:ea typeface="세방고딕 Bold" charset="0"/>
                  </a:rPr>
                  <a:t>▼</a:t>
                </a:r>
                <a:endParaRPr lang="ko-KR" altLang="en-US" sz="12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/>
                  </a:solidFill>
                  <a:latin typeface="세방고딕 Bold" charset="0"/>
                  <a:ea typeface="세방고딕 Bold" charset="0"/>
                </a:endParaRPr>
              </a:p>
            </p:txBody>
          </p:sp>
        </p:grpSp>
      </p:grpSp>
      <p:pic>
        <p:nvPicPr>
          <p:cNvPr id="27" name="그림 26">
            <a:extLst>
              <a:ext uri="{FF2B5EF4-FFF2-40B4-BE49-F238E27FC236}">
                <a16:creationId xmlns:a16="http://schemas.microsoft.com/office/drawing/2014/main" id="{DD260EB2-BBA4-438C-BD88-2BDEE5E15E86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47645" y="2620645"/>
            <a:ext cx="6431280" cy="3652520"/>
          </a:xfrm>
          <a:prstGeom prst="rect">
            <a:avLst/>
          </a:prstGeom>
          <a:ln w="15875">
            <a:solidFill>
              <a:schemeClr val="bg1">
                <a:lumMod val="50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381516701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635" cy="6858635"/>
          </a:xfrm>
          <a:prstGeom prst="rect">
            <a:avLst/>
          </a:prstGeom>
          <a:noFill/>
        </p:spPr>
      </p:pic>
      <p:pic>
        <p:nvPicPr>
          <p:cNvPr id="3" name="Picture 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78" b="11486"/>
          <a:stretch>
            <a:fillRect/>
          </a:stretch>
        </p:blipFill>
        <p:spPr>
          <a:xfrm>
            <a:off x="7589520" y="4695190"/>
            <a:ext cx="4603115" cy="2163445"/>
          </a:xfrm>
          <a:prstGeom prst="rect">
            <a:avLst/>
          </a:prstGeom>
          <a:noFill/>
        </p:spPr>
      </p:pic>
      <p:sp>
        <p:nvSpPr>
          <p:cNvPr id="4" name="Rect 0"/>
          <p:cNvSpPr>
            <a:spLocks/>
          </p:cNvSpPr>
          <p:nvPr/>
        </p:nvSpPr>
        <p:spPr>
          <a:xfrm flipH="1" flipV="1">
            <a:off x="173990" y="70485"/>
            <a:ext cx="12018645" cy="1221740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49847"/>
            </a:schemeClr>
          </a:solidFill>
          <a:ln w="0">
            <a:noFill/>
            <a:prstDash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/>
          </a:p>
        </p:txBody>
      </p:sp>
      <p:grpSp>
        <p:nvGrpSpPr>
          <p:cNvPr id="5" name="Group 5"/>
          <p:cNvGrpSpPr/>
          <p:nvPr/>
        </p:nvGrpSpPr>
        <p:grpSpPr>
          <a:xfrm>
            <a:off x="375920" y="333375"/>
            <a:ext cx="5949315" cy="831215"/>
            <a:chOff x="375920" y="333375"/>
            <a:chExt cx="5949315" cy="831215"/>
          </a:xfrm>
        </p:grpSpPr>
        <p:sp>
          <p:nvSpPr>
            <p:cNvPr id="6" name="Rect 0"/>
            <p:cNvSpPr txBox="1">
              <a:spLocks/>
            </p:cNvSpPr>
            <p:nvPr/>
          </p:nvSpPr>
          <p:spPr>
            <a:xfrm>
              <a:off x="1461770" y="366395"/>
              <a:ext cx="2252980" cy="276860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</a:pPr>
              <a:r>
                <a:rPr lang="en-US" altLang="ko-KR" sz="12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>
                      <a:alpha val="49847"/>
                    </a:srgbClr>
                  </a:solidFill>
                  <a:latin typeface="세방고딕 Regular" charset="0"/>
                  <a:ea typeface="세방고딕 Regular" charset="0"/>
                </a:rPr>
                <a:t>K-Digital Training</a:t>
              </a:r>
              <a:endParaRPr lang="ko-KR" altLang="en-US" sz="1200" b="1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>
                    <a:alpha val="49847"/>
                  </a:srgb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7" name="Rect 0"/>
            <p:cNvSpPr txBox="1">
              <a:spLocks/>
            </p:cNvSpPr>
            <p:nvPr/>
          </p:nvSpPr>
          <p:spPr>
            <a:xfrm>
              <a:off x="1461770" y="584835"/>
              <a:ext cx="4863465" cy="52260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r>
                <a:rPr lang="ko-KR" altLang="en-US" sz="2800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charset="0"/>
                  <a:ea typeface="세방고딕 Bold" charset="0"/>
                </a:rPr>
                <a:t>프로젝트 수행 경과</a:t>
              </a:r>
            </a:p>
          </p:txBody>
        </p:sp>
        <p:sp>
          <p:nvSpPr>
            <p:cNvPr id="8" name="Rect 0"/>
            <p:cNvSpPr txBox="1">
              <a:spLocks/>
            </p:cNvSpPr>
            <p:nvPr/>
          </p:nvSpPr>
          <p:spPr>
            <a:xfrm>
              <a:off x="375920" y="333375"/>
              <a:ext cx="1267460" cy="831215"/>
            </a:xfrm>
            <a:prstGeom prst="rect">
              <a:avLst/>
            </a:prstGeom>
            <a:noFill/>
          </p:spPr>
          <p:txBody>
            <a:bodyPr vert="horz" wrap="square" lIns="91440" tIns="0" rIns="91440" bIns="0" numCol="1" anchor="t">
              <a:spAutoFit/>
            </a:bodyPr>
            <a:lstStyle/>
            <a:p>
              <a:pPr marL="0" indent="0" eaLnBrk="1" fontAlgn="auto" latinLnBrk="1" hangingPunct="1">
                <a:spcBef>
                  <a:spcPts val="0"/>
                </a:spcBef>
                <a:spcAft>
                  <a:spcPts val="0"/>
                </a:spcAft>
                <a:buFontTx/>
                <a:buNone/>
                <a:defRPr/>
              </a:pPr>
              <a:r>
                <a:rPr lang="en-US" altLang="ko-KR" sz="5400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/>
                  </a:solidFill>
                  <a:latin typeface="세방고딕 Bold" charset="0"/>
                  <a:ea typeface="세방고딕 Bold" charset="0"/>
                </a:rPr>
                <a:t>03</a:t>
              </a:r>
              <a:endParaRPr lang="ko-KR" altLang="en-US" sz="54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/>
                </a:solidFill>
                <a:latin typeface="세방고딕 Bold" charset="0"/>
                <a:ea typeface="세방고딕 Bold" charset="0"/>
              </a:endParaRPr>
            </a:p>
          </p:txBody>
        </p:sp>
      </p:grpSp>
      <p:sp>
        <p:nvSpPr>
          <p:cNvPr id="13" name="Rect 0"/>
          <p:cNvSpPr txBox="1">
            <a:spLocks/>
          </p:cNvSpPr>
          <p:nvPr/>
        </p:nvSpPr>
        <p:spPr>
          <a:xfrm>
            <a:off x="0" y="0"/>
            <a:ext cx="12192635" cy="114935"/>
          </a:xfrm>
          <a:prstGeom prst="rect">
            <a:avLst/>
          </a:prstGeom>
          <a:solidFill>
            <a:srgbClr val="FFD85C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sp>
        <p:nvSpPr>
          <p:cNvPr id="14" name="Rect 0"/>
          <p:cNvSpPr txBox="1">
            <a:spLocks/>
          </p:cNvSpPr>
          <p:nvPr/>
        </p:nvSpPr>
        <p:spPr>
          <a:xfrm>
            <a:off x="0" y="0"/>
            <a:ext cx="1337310" cy="114935"/>
          </a:xfrm>
          <a:prstGeom prst="rect">
            <a:avLst/>
          </a:prstGeom>
          <a:solidFill>
            <a:srgbClr val="3378C8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pic>
        <p:nvPicPr>
          <p:cNvPr id="55" name="Picture "/>
          <p:cNvPicPr>
            <a:picLocks noChangeAspect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7803"/>
          <a:stretch>
            <a:fillRect/>
          </a:stretch>
        </p:blipFill>
        <p:spPr>
          <a:xfrm rot="5400000">
            <a:off x="-476250" y="2466975"/>
            <a:ext cx="1439545" cy="486410"/>
          </a:xfrm>
          <a:prstGeom prst="rect">
            <a:avLst/>
          </a:prstGeom>
          <a:noFill/>
        </p:spPr>
      </p:pic>
      <p:grpSp>
        <p:nvGrpSpPr>
          <p:cNvPr id="56" name="Group 5"/>
          <p:cNvGrpSpPr/>
          <p:nvPr/>
        </p:nvGrpSpPr>
        <p:grpSpPr>
          <a:xfrm>
            <a:off x="10667365" y="6576695"/>
            <a:ext cx="1076325" cy="151130"/>
            <a:chOff x="10667365" y="6576695"/>
            <a:chExt cx="1076325" cy="151130"/>
          </a:xfrm>
        </p:grpSpPr>
        <p:pic>
          <p:nvPicPr>
            <p:cNvPr id="57" name="Picture "/>
            <p:cNvPicPr>
              <a:picLocks noChangeAspect="1"/>
            </p:cNvPicPr>
            <p:nvPr/>
          </p:nvPicPr>
          <p:blipFill rotWithShape="1">
            <a:blip r:embed="rId6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 bwMode="auto">
            <a:xfrm>
              <a:off x="11269345" y="6576695"/>
              <a:ext cx="474345" cy="151130"/>
            </a:xfrm>
            <a:prstGeom prst="rect">
              <a:avLst/>
            </a:prstGeom>
            <a:noFill/>
          </p:spPr>
        </p:pic>
        <p:pic>
          <p:nvPicPr>
            <p:cNvPr id="58" name="Picture "/>
            <p:cNvPicPr>
              <a:picLocks noChangeAspect="1"/>
            </p:cNvPicPr>
            <p:nvPr/>
          </p:nvPicPr>
          <p:blipFill rotWithShape="1">
            <a:blip r:embed="rId7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10667365" y="6576695"/>
              <a:ext cx="478155" cy="142875"/>
            </a:xfrm>
            <a:prstGeom prst="rect">
              <a:avLst/>
            </a:prstGeom>
            <a:noFill/>
          </p:spPr>
        </p:pic>
      </p:grpSp>
      <p:grpSp>
        <p:nvGrpSpPr>
          <p:cNvPr id="21" name="Group 5">
            <a:extLst>
              <a:ext uri="{FF2B5EF4-FFF2-40B4-BE49-F238E27FC236}">
                <a16:creationId xmlns:a16="http://schemas.microsoft.com/office/drawing/2014/main" id="{7560DF4A-0C0C-4C91-8522-4FD22A1AE06D}"/>
              </a:ext>
            </a:extLst>
          </p:cNvPr>
          <p:cNvGrpSpPr/>
          <p:nvPr/>
        </p:nvGrpSpPr>
        <p:grpSpPr>
          <a:xfrm>
            <a:off x="488315" y="1358900"/>
            <a:ext cx="10527030" cy="370205"/>
            <a:chOff x="488315" y="1358900"/>
            <a:chExt cx="10527030" cy="370205"/>
          </a:xfrm>
        </p:grpSpPr>
        <p:sp>
          <p:nvSpPr>
            <p:cNvPr id="22" name="Rect 0">
              <a:extLst>
                <a:ext uri="{FF2B5EF4-FFF2-40B4-BE49-F238E27FC236}">
                  <a16:creationId xmlns:a16="http://schemas.microsoft.com/office/drawing/2014/main" id="{DFC104FE-45E0-4C38-BA71-DD9DE25748BC}"/>
                </a:ext>
              </a:extLst>
            </p:cNvPr>
            <p:cNvSpPr txBox="1">
              <a:spLocks/>
            </p:cNvSpPr>
            <p:nvPr/>
          </p:nvSpPr>
          <p:spPr>
            <a:xfrm>
              <a:off x="690245" y="1358900"/>
              <a:ext cx="10325100" cy="37020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endParaRPr lang="ko-KR" altLang="en-US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23" name="Rect 0">
              <a:extLst>
                <a:ext uri="{FF2B5EF4-FFF2-40B4-BE49-F238E27FC236}">
                  <a16:creationId xmlns:a16="http://schemas.microsoft.com/office/drawing/2014/main" id="{2692BDCC-DA2C-42BB-8BF2-A2C0A6E181A7}"/>
                </a:ext>
              </a:extLst>
            </p:cNvPr>
            <p:cNvSpPr>
              <a:spLocks/>
            </p:cNvSpPr>
            <p:nvPr/>
          </p:nvSpPr>
          <p:spPr>
            <a:xfrm>
              <a:off x="488315" y="1468120"/>
              <a:ext cx="101600" cy="114300"/>
            </a:xfrm>
            <a:custGeom>
              <a:avLst/>
              <a:gdLst>
                <a:gd name="TX0" fmla="*/ 428021 w 450215"/>
                <a:gd name="TY0" fmla="*/ 214932 h 506846"/>
                <a:gd name="TX1" fmla="*/ 66705 w 450215"/>
                <a:gd name="TY1" fmla="*/ 6045 h 506846"/>
                <a:gd name="TX2" fmla="*/ 0 w 450215"/>
                <a:gd name="TY2" fmla="*/ 44511 h 506846"/>
                <a:gd name="TX3" fmla="*/ 0 w 450215"/>
                <a:gd name="TY3" fmla="*/ 462326 h 506846"/>
                <a:gd name="TX4" fmla="*/ 66705 w 450215"/>
                <a:gd name="TY4" fmla="*/ 500812 h 506846"/>
                <a:gd name="TX5" fmla="*/ 428021 w 450215"/>
                <a:gd name="TY5" fmla="*/ 291905 h 506846"/>
                <a:gd name="TX6" fmla="*/ 428021 w 450215"/>
                <a:gd name="TY6" fmla="*/ 214932 h 506846"/>
              </a:gdLst>
              <a:ahLst/>
              <a:cxnLst>
                <a:cxn ang="0">
                  <a:pos x="TX0" y="TY0"/>
                </a:cxn>
                <a:cxn ang="0">
                  <a:pos x="TX1" y="TY1"/>
                </a:cxn>
                <a:cxn ang="0">
                  <a:pos x="TX2" y="TY2"/>
                </a:cxn>
                <a:cxn ang="0">
                  <a:pos x="TX3" y="TY3"/>
                </a:cxn>
                <a:cxn ang="0">
                  <a:pos x="TX4" y="TY4"/>
                </a:cxn>
                <a:cxn ang="0">
                  <a:pos x="TX5" y="TY5"/>
                </a:cxn>
                <a:cxn ang="0">
                  <a:pos x="TX6" y="TY6"/>
                </a:cxn>
              </a:cxnLst>
              <a:rect l="l" t="t" r="r" b="b"/>
              <a:pathLst>
                <a:path w="450215" h="506846">
                  <a:moveTo>
                    <a:pt x="428021" y="214932"/>
                  </a:moveTo>
                  <a:lnTo>
                    <a:pt x="66705" y="6045"/>
                  </a:lnTo>
                  <a:cubicBezTo>
                    <a:pt x="37072" y="-11108"/>
                    <a:pt x="0" y="10287"/>
                    <a:pt x="0" y="44511"/>
                  </a:cubicBezTo>
                  <a:lnTo>
                    <a:pt x="0" y="462326"/>
                  </a:lnTo>
                  <a:cubicBezTo>
                    <a:pt x="0" y="496550"/>
                    <a:pt x="37072" y="517945"/>
                    <a:pt x="66705" y="500812"/>
                  </a:cubicBezTo>
                  <a:lnTo>
                    <a:pt x="428021" y="291905"/>
                  </a:lnTo>
                  <a:cubicBezTo>
                    <a:pt x="457613" y="274793"/>
                    <a:pt x="457613" y="232064"/>
                    <a:pt x="428021" y="214932"/>
                  </a:cubicBezTo>
                  <a:close/>
                </a:path>
              </a:pathLst>
            </a:custGeom>
            <a:solidFill>
              <a:srgbClr val="3378C8"/>
            </a:solidFill>
            <a:ln w="0">
              <a:noFill/>
              <a:prstDash/>
            </a:ln>
            <a:effectLst>
              <a:outerShdw blurRad="50800" dist="38100" dir="5400000" algn="t" rotWithShape="0">
                <a:srgbClr val="3378C8">
                  <a:alpha val="40000"/>
                </a:srgbClr>
              </a:outerShdw>
            </a:effectLst>
          </p:spPr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latinLnBrk="0">
                <a:buFontTx/>
                <a:buNone/>
              </a:pPr>
              <a:endParaRPr lang="ko-KR" altLang="en-US"/>
            </a:p>
          </p:txBody>
        </p:sp>
      </p:grpSp>
      <p:sp>
        <p:nvSpPr>
          <p:cNvPr id="24" name="Rect 0">
            <a:extLst>
              <a:ext uri="{FF2B5EF4-FFF2-40B4-BE49-F238E27FC236}">
                <a16:creationId xmlns:a16="http://schemas.microsoft.com/office/drawing/2014/main" id="{B0D1BC5F-4588-4EAF-AC52-4A96B9DFF3F0}"/>
              </a:ext>
            </a:extLst>
          </p:cNvPr>
          <p:cNvSpPr txBox="1">
            <a:spLocks/>
          </p:cNvSpPr>
          <p:nvPr/>
        </p:nvSpPr>
        <p:spPr>
          <a:xfrm>
            <a:off x="635635" y="1314450"/>
            <a:ext cx="5794375" cy="492125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>
            <a:spAutoFit/>
          </a:bodyPr>
          <a:lstStyle/>
          <a:p>
            <a:pPr marL="0" indent="0" latinLnBrk="0">
              <a:buFontTx/>
              <a:buNone/>
              <a:defRPr/>
            </a:pPr>
            <a:r>
              <a:rPr lang="en-US" altLang="ko-KR" sz="26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3-1 </a:t>
            </a:r>
            <a:r>
              <a:rPr lang="ko-KR" altLang="en-US" sz="26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화면 설계 </a:t>
            </a:r>
            <a:r>
              <a:rPr lang="en-US" altLang="ko-KR" sz="26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(1/4)</a:t>
            </a:r>
            <a:endParaRPr lang="ko-KR" altLang="en-US" sz="2600" dirty="0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chemeClr val="tx1">
                  <a:lumMod val="65000"/>
                  <a:lumOff val="35000"/>
                </a:schemeClr>
              </a:solidFill>
              <a:latin typeface="맑은 고딕" charset="0"/>
              <a:ea typeface="세방고딕 Bold" charset="0"/>
            </a:endParaRPr>
          </a:p>
        </p:txBody>
      </p:sp>
      <p:grpSp>
        <p:nvGrpSpPr>
          <p:cNvPr id="25" name="Group 5">
            <a:extLst>
              <a:ext uri="{FF2B5EF4-FFF2-40B4-BE49-F238E27FC236}">
                <a16:creationId xmlns:a16="http://schemas.microsoft.com/office/drawing/2014/main" id="{C255D616-113F-42E1-AF88-90F77419867F}"/>
              </a:ext>
            </a:extLst>
          </p:cNvPr>
          <p:cNvGrpSpPr/>
          <p:nvPr/>
        </p:nvGrpSpPr>
        <p:grpSpPr>
          <a:xfrm>
            <a:off x="473710" y="1906905"/>
            <a:ext cx="11410950" cy="379730"/>
            <a:chOff x="473710" y="1906905"/>
            <a:chExt cx="11410950" cy="379730"/>
          </a:xfrm>
        </p:grpSpPr>
        <p:sp>
          <p:nvSpPr>
            <p:cNvPr id="26" name="Rect 0">
              <a:extLst>
                <a:ext uri="{FF2B5EF4-FFF2-40B4-BE49-F238E27FC236}">
                  <a16:creationId xmlns:a16="http://schemas.microsoft.com/office/drawing/2014/main" id="{C7385883-E973-41A5-8BD7-54C9A9D21EF0}"/>
                </a:ext>
              </a:extLst>
            </p:cNvPr>
            <p:cNvSpPr>
              <a:spLocks/>
            </p:cNvSpPr>
            <p:nvPr/>
          </p:nvSpPr>
          <p:spPr>
            <a:xfrm>
              <a:off x="473710" y="1906905"/>
              <a:ext cx="11219180" cy="379730"/>
            </a:xfrm>
            <a:prstGeom prst="roundRect">
              <a:avLst/>
            </a:prstGeom>
            <a:solidFill>
              <a:srgbClr val="3378C8"/>
            </a:solidFill>
            <a:ln w="0">
              <a:noFill/>
              <a:prstDash/>
            </a:ln>
            <a:effectLst>
              <a:outerShdw dist="38100" dir="2700000" algn="tl" rotWithShape="0">
                <a:srgbClr val="3378C8">
                  <a:alpha val="4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algn="ctr" latinLnBrk="0">
                <a:buFontTx/>
                <a:buNone/>
              </a:pPr>
              <a:endParaRPr lang="ko-KR" altLang="en-US"/>
            </a:p>
          </p:txBody>
        </p:sp>
        <p:sp>
          <p:nvSpPr>
            <p:cNvPr id="27" name="Rect 0">
              <a:extLst>
                <a:ext uri="{FF2B5EF4-FFF2-40B4-BE49-F238E27FC236}">
                  <a16:creationId xmlns:a16="http://schemas.microsoft.com/office/drawing/2014/main" id="{3F961E97-5C86-43D2-B581-607CB6555DDE}"/>
                </a:ext>
              </a:extLst>
            </p:cNvPr>
            <p:cNvSpPr txBox="1">
              <a:spLocks/>
            </p:cNvSpPr>
            <p:nvPr/>
          </p:nvSpPr>
          <p:spPr>
            <a:xfrm>
              <a:off x="994410" y="1945640"/>
              <a:ext cx="10890250" cy="307340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r>
                <a:rPr lang="ko-KR" altLang="en-US" sz="14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bg1"/>
                  </a:solidFill>
                  <a:latin typeface="세방고딕 Regular" charset="0"/>
                  <a:ea typeface="세방고딕 Regular" charset="0"/>
                </a:rPr>
                <a:t>메인화면</a:t>
              </a:r>
              <a:endParaRPr lang="ko-KR" altLang="en-US" sz="1400" b="1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bg1"/>
                </a:solidFill>
                <a:latin typeface="세방고딕 Regular" charset="0"/>
                <a:ea typeface="세방고딕 Regular" charset="0"/>
              </a:endParaRPr>
            </a:p>
          </p:txBody>
        </p:sp>
        <p:grpSp>
          <p:nvGrpSpPr>
            <p:cNvPr id="28" name="Group 5">
              <a:extLst>
                <a:ext uri="{FF2B5EF4-FFF2-40B4-BE49-F238E27FC236}">
                  <a16:creationId xmlns:a16="http://schemas.microsoft.com/office/drawing/2014/main" id="{83C349EC-C586-462B-8496-82EE16CADF69}"/>
                </a:ext>
              </a:extLst>
            </p:cNvPr>
            <p:cNvGrpSpPr/>
            <p:nvPr/>
          </p:nvGrpSpPr>
          <p:grpSpPr>
            <a:xfrm>
              <a:off x="711200" y="1964690"/>
              <a:ext cx="283845" cy="276860"/>
              <a:chOff x="711200" y="1964690"/>
              <a:chExt cx="283845" cy="276860"/>
            </a:xfrm>
          </p:grpSpPr>
          <p:sp>
            <p:nvSpPr>
              <p:cNvPr id="30" name="Rect 0">
                <a:extLst>
                  <a:ext uri="{FF2B5EF4-FFF2-40B4-BE49-F238E27FC236}">
                    <a16:creationId xmlns:a16="http://schemas.microsoft.com/office/drawing/2014/main" id="{3A358FF1-D287-464C-A9AB-CA3F909A25B9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760730" y="1968500"/>
                <a:ext cx="234315" cy="234315"/>
              </a:xfrm>
              <a:prstGeom prst="ellipse">
                <a:avLst/>
              </a:prstGeom>
              <a:solidFill>
                <a:schemeClr val="bg1"/>
              </a:solidFill>
              <a:ln w="0">
                <a:noFill/>
                <a:prstDash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square" lIns="91440" tIns="45720" rIns="91440" bIns="45720" numCol="1" anchor="ctr">
                <a:noAutofit/>
              </a:bodyPr>
              <a:lstStyle/>
              <a:p>
                <a:pPr marL="0" indent="0" algn="ctr" latinLnBrk="0">
                  <a:buFontTx/>
                  <a:buNone/>
                </a:pPr>
                <a:endParaRPr lang="ko-KR" altLang="en-US"/>
              </a:p>
            </p:txBody>
          </p:sp>
          <p:sp>
            <p:nvSpPr>
              <p:cNvPr id="31" name="Rect 0">
                <a:extLst>
                  <a:ext uri="{FF2B5EF4-FFF2-40B4-BE49-F238E27FC236}">
                    <a16:creationId xmlns:a16="http://schemas.microsoft.com/office/drawing/2014/main" id="{02353E31-BC57-4A1A-862F-3F44048A0EB1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11200" y="1964690"/>
                <a:ext cx="247015" cy="276860"/>
              </a:xfrm>
              <a:prstGeom prst="rect">
                <a:avLst/>
              </a:prstGeom>
              <a:noFill/>
            </p:spPr>
            <p:txBody>
              <a:bodyPr vert="horz" wrap="square" lIns="91440" tIns="45720" rIns="91440" bIns="45720" numCol="1" anchor="t">
                <a:spAutoFit/>
              </a:bodyPr>
              <a:lstStyle/>
              <a:p>
                <a:pPr marL="0" indent="0" latinLnBrk="0">
                  <a:buFontTx/>
                  <a:buNone/>
                </a:pPr>
                <a:r>
                  <a:rPr lang="ko-KR" altLang="ko-KR" sz="1200" b="1">
                    <a:ln w="9525" cap="flat" cmpd="sng"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  <a:prstDash val="solid"/>
                    </a:ln>
                    <a:solidFill>
                      <a:srgbClr val="3378C8"/>
                    </a:solidFill>
                    <a:latin typeface="세방고딕 Bold" charset="0"/>
                    <a:ea typeface="세방고딕 Bold" charset="0"/>
                  </a:rPr>
                  <a:t>▼</a:t>
                </a:r>
                <a:endParaRPr lang="ko-KR" altLang="en-US" sz="12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/>
                  </a:solidFill>
                  <a:latin typeface="세방고딕 Bold" charset="0"/>
                  <a:ea typeface="세방고딕 Bold" charset="0"/>
                </a:endParaRPr>
              </a:p>
            </p:txBody>
          </p:sp>
        </p:grpSp>
      </p:grpSp>
      <p:pic>
        <p:nvPicPr>
          <p:cNvPr id="34" name="Picture ">
            <a:extLst>
              <a:ext uri="{FF2B5EF4-FFF2-40B4-BE49-F238E27FC236}">
                <a16:creationId xmlns:a16="http://schemas.microsoft.com/office/drawing/2014/main" id="{1F5BE140-AC4D-4629-8746-8F0F92FCD901}"/>
              </a:ext>
            </a:extLst>
          </p:cNvPr>
          <p:cNvPicPr>
            <a:picLocks noChangeAspect="1"/>
          </p:cNvPicPr>
          <p:nvPr/>
        </p:nvPicPr>
        <p:blipFill rotWithShape="1">
          <a:blip r:embed="rId8" cstate="hqprint">
            <a:duotone>
              <a:srgbClr val="2E6CA5"/>
              <a:prstClr val="white"/>
            </a:duotone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0800000" flipV="1">
            <a:off x="0" y="1808480"/>
            <a:ext cx="12192635" cy="342900"/>
          </a:xfrm>
          <a:prstGeom prst="rect">
            <a:avLst/>
          </a:prstGeom>
          <a:noFill/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7590265F-993D-4C9E-A1BA-DF1E944749D6}"/>
              </a:ext>
            </a:extLst>
          </p:cNvPr>
          <p:cNvSpPr txBox="1"/>
          <p:nvPr/>
        </p:nvSpPr>
        <p:spPr>
          <a:xfrm>
            <a:off x="7017385" y="2667635"/>
            <a:ext cx="4717415" cy="2862322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>
            <a:spAutoFit/>
          </a:bodyPr>
          <a:lstStyle/>
          <a:p>
            <a:pPr marL="342900" indent="-342900" latinLnBrk="0">
              <a:buFont typeface="+mj-lt"/>
              <a:buAutoNum type="arabicPeriod"/>
            </a:pPr>
            <a:r>
              <a:rPr lang="ko-KR" altLang="en-US" b="1" dirty="0"/>
              <a:t>기본 </a:t>
            </a:r>
            <a:r>
              <a:rPr lang="en-US" altLang="ko-KR" b="1" dirty="0"/>
              <a:t>UI</a:t>
            </a:r>
            <a:r>
              <a:rPr lang="ko-KR" altLang="en-US" b="1" dirty="0"/>
              <a:t>와 기본위치로 렌더링</a:t>
            </a:r>
          </a:p>
          <a:p>
            <a:pPr marL="342900" indent="-342900" latinLnBrk="0">
              <a:buFont typeface="+mj-lt"/>
              <a:buAutoNum type="arabicPeriod"/>
            </a:pPr>
            <a:endParaRPr lang="ko-KR" altLang="en-US" b="1" dirty="0"/>
          </a:p>
          <a:p>
            <a:pPr marL="342900" indent="-342900" latinLnBrk="0">
              <a:buFont typeface="+mj-lt"/>
              <a:buAutoNum type="arabicPeriod"/>
            </a:pPr>
            <a:r>
              <a:rPr lang="ko-KR" altLang="en-US" b="1" dirty="0"/>
              <a:t>화면을 먼저 확보하여 초기 </a:t>
            </a:r>
            <a:r>
              <a:rPr lang="ko-KR" altLang="en-US" b="1" dirty="0" err="1"/>
              <a:t>UX안정성</a:t>
            </a:r>
            <a:r>
              <a:rPr lang="ko-KR" altLang="en-US" b="1" dirty="0"/>
              <a:t> 향상</a:t>
            </a:r>
          </a:p>
          <a:p>
            <a:pPr marL="342900" indent="-342900" latinLnBrk="0">
              <a:buFont typeface="+mj-lt"/>
              <a:buAutoNum type="arabicPeriod"/>
            </a:pPr>
            <a:endParaRPr lang="ko-KR" altLang="en-US" b="1" dirty="0"/>
          </a:p>
          <a:p>
            <a:pPr marL="342900" indent="-342900" latinLnBrk="0">
              <a:buFont typeface="+mj-lt"/>
              <a:buAutoNum type="arabicPeriod"/>
            </a:pPr>
            <a:r>
              <a:rPr lang="ko-KR" altLang="en-US" b="1" dirty="0"/>
              <a:t>이후 모든 기능은 </a:t>
            </a:r>
            <a:r>
              <a:rPr lang="ko-KR" altLang="en-US" b="1" dirty="0" err="1"/>
              <a:t>JS의</a:t>
            </a:r>
            <a:r>
              <a:rPr lang="ko-KR" altLang="en-US" b="1" dirty="0"/>
              <a:t> </a:t>
            </a:r>
            <a:r>
              <a:rPr lang="ko-KR" altLang="en-US" b="1" dirty="0" err="1"/>
              <a:t>fetch</a:t>
            </a:r>
            <a:r>
              <a:rPr lang="ko-KR" altLang="en-US" b="1" dirty="0"/>
              <a:t>()</a:t>
            </a:r>
            <a:r>
              <a:rPr lang="ko-KR" altLang="en-US" b="1" dirty="0" err="1"/>
              <a:t>를</a:t>
            </a:r>
            <a:r>
              <a:rPr lang="ko-KR" altLang="en-US" b="1" dirty="0"/>
              <a:t> 사용하여 비동기 처리</a:t>
            </a:r>
            <a:endParaRPr lang="en-US" altLang="ko-KR" b="1" dirty="0"/>
          </a:p>
          <a:p>
            <a:pPr marL="342900" indent="-342900" latinLnBrk="0">
              <a:buFont typeface="+mj-lt"/>
              <a:buAutoNum type="arabicPeriod"/>
            </a:pPr>
            <a:endParaRPr lang="en-US" altLang="ko-KR" b="1" dirty="0"/>
          </a:p>
          <a:p>
            <a:pPr marL="342900" indent="-342900" latinLnBrk="0">
              <a:buFont typeface="+mj-lt"/>
              <a:buAutoNum type="arabicPeriod"/>
            </a:pPr>
            <a:r>
              <a:rPr lang="ko-KR" altLang="en-US" b="1" dirty="0"/>
              <a:t>날씨와 음식 추천의 빠른 처리를 위해 백그라운드에서 각각의 기능을 병렬요청</a:t>
            </a: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AE1302D5-DA33-4B70-BDDB-C3DCD8BEFB79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4979" y="2575957"/>
            <a:ext cx="6291930" cy="39908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225507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635" cy="6858635"/>
          </a:xfrm>
          <a:prstGeom prst="rect">
            <a:avLst/>
          </a:prstGeom>
          <a:noFill/>
        </p:spPr>
      </p:pic>
      <p:pic>
        <p:nvPicPr>
          <p:cNvPr id="3" name="Picture 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78" b="11486"/>
          <a:stretch>
            <a:fillRect/>
          </a:stretch>
        </p:blipFill>
        <p:spPr>
          <a:xfrm>
            <a:off x="7589520" y="4695190"/>
            <a:ext cx="4603115" cy="2163445"/>
          </a:xfrm>
          <a:prstGeom prst="rect">
            <a:avLst/>
          </a:prstGeom>
          <a:noFill/>
        </p:spPr>
      </p:pic>
      <p:sp>
        <p:nvSpPr>
          <p:cNvPr id="4" name="Rect 0"/>
          <p:cNvSpPr>
            <a:spLocks/>
          </p:cNvSpPr>
          <p:nvPr/>
        </p:nvSpPr>
        <p:spPr>
          <a:xfrm flipH="1" flipV="1">
            <a:off x="173990" y="70485"/>
            <a:ext cx="12018645" cy="1221740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49847"/>
            </a:schemeClr>
          </a:solidFill>
          <a:ln w="0">
            <a:noFill/>
            <a:prstDash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/>
          </a:p>
        </p:txBody>
      </p:sp>
      <p:grpSp>
        <p:nvGrpSpPr>
          <p:cNvPr id="5" name="Group 5"/>
          <p:cNvGrpSpPr/>
          <p:nvPr/>
        </p:nvGrpSpPr>
        <p:grpSpPr>
          <a:xfrm>
            <a:off x="375920" y="333375"/>
            <a:ext cx="5949315" cy="831215"/>
            <a:chOff x="375920" y="333375"/>
            <a:chExt cx="5949315" cy="831215"/>
          </a:xfrm>
        </p:grpSpPr>
        <p:sp>
          <p:nvSpPr>
            <p:cNvPr id="6" name="Rect 0"/>
            <p:cNvSpPr txBox="1">
              <a:spLocks/>
            </p:cNvSpPr>
            <p:nvPr/>
          </p:nvSpPr>
          <p:spPr>
            <a:xfrm>
              <a:off x="1461770" y="366395"/>
              <a:ext cx="2252980" cy="276860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</a:pPr>
              <a:r>
                <a:rPr lang="en-US" altLang="ko-KR" sz="12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>
                      <a:alpha val="49847"/>
                    </a:srgbClr>
                  </a:solidFill>
                  <a:latin typeface="세방고딕 Regular" charset="0"/>
                  <a:ea typeface="세방고딕 Regular" charset="0"/>
                </a:rPr>
                <a:t>K-Digital Training</a:t>
              </a:r>
              <a:endParaRPr lang="ko-KR" altLang="en-US" sz="1200" b="1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>
                    <a:alpha val="49847"/>
                  </a:srgb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7" name="Rect 0"/>
            <p:cNvSpPr txBox="1">
              <a:spLocks/>
            </p:cNvSpPr>
            <p:nvPr/>
          </p:nvSpPr>
          <p:spPr>
            <a:xfrm>
              <a:off x="1461770" y="584835"/>
              <a:ext cx="4863465" cy="52260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r>
                <a:rPr lang="ko-KR" altLang="en-US" sz="2800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charset="0"/>
                  <a:ea typeface="세방고딕 Bold" charset="0"/>
                </a:rPr>
                <a:t>프로젝트 수행 경과</a:t>
              </a:r>
            </a:p>
          </p:txBody>
        </p:sp>
        <p:sp>
          <p:nvSpPr>
            <p:cNvPr id="8" name="Rect 0"/>
            <p:cNvSpPr txBox="1">
              <a:spLocks/>
            </p:cNvSpPr>
            <p:nvPr/>
          </p:nvSpPr>
          <p:spPr>
            <a:xfrm>
              <a:off x="375920" y="333375"/>
              <a:ext cx="1267460" cy="831215"/>
            </a:xfrm>
            <a:prstGeom prst="rect">
              <a:avLst/>
            </a:prstGeom>
            <a:noFill/>
          </p:spPr>
          <p:txBody>
            <a:bodyPr vert="horz" wrap="square" lIns="91440" tIns="0" rIns="91440" bIns="0" numCol="1" anchor="t">
              <a:spAutoFit/>
            </a:bodyPr>
            <a:lstStyle/>
            <a:p>
              <a:pPr marL="0" indent="0" eaLnBrk="1" fontAlgn="auto" latinLnBrk="1" hangingPunct="1">
                <a:spcBef>
                  <a:spcPts val="0"/>
                </a:spcBef>
                <a:spcAft>
                  <a:spcPts val="0"/>
                </a:spcAft>
                <a:buFontTx/>
                <a:buNone/>
                <a:defRPr/>
              </a:pPr>
              <a:r>
                <a:rPr lang="en-US" altLang="ko-KR" sz="5400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/>
                  </a:solidFill>
                  <a:latin typeface="세방고딕 Bold" charset="0"/>
                  <a:ea typeface="세방고딕 Bold" charset="0"/>
                </a:rPr>
                <a:t>03</a:t>
              </a:r>
              <a:endParaRPr lang="ko-KR" altLang="en-US" sz="54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/>
                </a:solidFill>
                <a:latin typeface="세방고딕 Bold" charset="0"/>
                <a:ea typeface="세방고딕 Bold" charset="0"/>
              </a:endParaRPr>
            </a:p>
          </p:txBody>
        </p:sp>
      </p:grpSp>
      <p:sp>
        <p:nvSpPr>
          <p:cNvPr id="13" name="Rect 0"/>
          <p:cNvSpPr txBox="1">
            <a:spLocks/>
          </p:cNvSpPr>
          <p:nvPr/>
        </p:nvSpPr>
        <p:spPr>
          <a:xfrm>
            <a:off x="0" y="0"/>
            <a:ext cx="12192635" cy="114935"/>
          </a:xfrm>
          <a:prstGeom prst="rect">
            <a:avLst/>
          </a:prstGeom>
          <a:solidFill>
            <a:srgbClr val="FFD85C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sp>
        <p:nvSpPr>
          <p:cNvPr id="14" name="Rect 0"/>
          <p:cNvSpPr txBox="1">
            <a:spLocks/>
          </p:cNvSpPr>
          <p:nvPr/>
        </p:nvSpPr>
        <p:spPr>
          <a:xfrm>
            <a:off x="0" y="0"/>
            <a:ext cx="1337310" cy="114935"/>
          </a:xfrm>
          <a:prstGeom prst="rect">
            <a:avLst/>
          </a:prstGeom>
          <a:solidFill>
            <a:srgbClr val="3378C8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pic>
        <p:nvPicPr>
          <p:cNvPr id="55" name="Picture "/>
          <p:cNvPicPr>
            <a:picLocks noChangeAspect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7803"/>
          <a:stretch>
            <a:fillRect/>
          </a:stretch>
        </p:blipFill>
        <p:spPr>
          <a:xfrm rot="5400000">
            <a:off x="-476250" y="2466975"/>
            <a:ext cx="1439545" cy="486410"/>
          </a:xfrm>
          <a:prstGeom prst="rect">
            <a:avLst/>
          </a:prstGeom>
          <a:noFill/>
        </p:spPr>
      </p:pic>
      <p:grpSp>
        <p:nvGrpSpPr>
          <p:cNvPr id="56" name="Group 5"/>
          <p:cNvGrpSpPr/>
          <p:nvPr/>
        </p:nvGrpSpPr>
        <p:grpSpPr>
          <a:xfrm>
            <a:off x="10667365" y="6576695"/>
            <a:ext cx="1076325" cy="151130"/>
            <a:chOff x="10667365" y="6576695"/>
            <a:chExt cx="1076325" cy="151130"/>
          </a:xfrm>
        </p:grpSpPr>
        <p:pic>
          <p:nvPicPr>
            <p:cNvPr id="57" name="Picture "/>
            <p:cNvPicPr>
              <a:picLocks noChangeAspect="1"/>
            </p:cNvPicPr>
            <p:nvPr/>
          </p:nvPicPr>
          <p:blipFill rotWithShape="1">
            <a:blip r:embed="rId6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 bwMode="auto">
            <a:xfrm>
              <a:off x="11269345" y="6576695"/>
              <a:ext cx="474345" cy="151130"/>
            </a:xfrm>
            <a:prstGeom prst="rect">
              <a:avLst/>
            </a:prstGeom>
            <a:noFill/>
          </p:spPr>
        </p:pic>
        <p:pic>
          <p:nvPicPr>
            <p:cNvPr id="58" name="Picture "/>
            <p:cNvPicPr>
              <a:picLocks noChangeAspect="1"/>
            </p:cNvPicPr>
            <p:nvPr/>
          </p:nvPicPr>
          <p:blipFill rotWithShape="1">
            <a:blip r:embed="rId7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10667365" y="6576695"/>
              <a:ext cx="478155" cy="142875"/>
            </a:xfrm>
            <a:prstGeom prst="rect">
              <a:avLst/>
            </a:prstGeom>
            <a:noFill/>
          </p:spPr>
        </p:pic>
      </p:grpSp>
      <p:grpSp>
        <p:nvGrpSpPr>
          <p:cNvPr id="21" name="Group 5">
            <a:extLst>
              <a:ext uri="{FF2B5EF4-FFF2-40B4-BE49-F238E27FC236}">
                <a16:creationId xmlns:a16="http://schemas.microsoft.com/office/drawing/2014/main" id="{7560DF4A-0C0C-4C91-8522-4FD22A1AE06D}"/>
              </a:ext>
            </a:extLst>
          </p:cNvPr>
          <p:cNvGrpSpPr/>
          <p:nvPr/>
        </p:nvGrpSpPr>
        <p:grpSpPr>
          <a:xfrm>
            <a:off x="488315" y="1358900"/>
            <a:ext cx="10527030" cy="370205"/>
            <a:chOff x="488315" y="1358900"/>
            <a:chExt cx="10527030" cy="370205"/>
          </a:xfrm>
        </p:grpSpPr>
        <p:sp>
          <p:nvSpPr>
            <p:cNvPr id="22" name="Rect 0">
              <a:extLst>
                <a:ext uri="{FF2B5EF4-FFF2-40B4-BE49-F238E27FC236}">
                  <a16:creationId xmlns:a16="http://schemas.microsoft.com/office/drawing/2014/main" id="{DFC104FE-45E0-4C38-BA71-DD9DE25748BC}"/>
                </a:ext>
              </a:extLst>
            </p:cNvPr>
            <p:cNvSpPr txBox="1">
              <a:spLocks/>
            </p:cNvSpPr>
            <p:nvPr/>
          </p:nvSpPr>
          <p:spPr>
            <a:xfrm>
              <a:off x="690245" y="1358900"/>
              <a:ext cx="10325100" cy="37020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endParaRPr lang="ko-KR" altLang="en-US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23" name="Rect 0">
              <a:extLst>
                <a:ext uri="{FF2B5EF4-FFF2-40B4-BE49-F238E27FC236}">
                  <a16:creationId xmlns:a16="http://schemas.microsoft.com/office/drawing/2014/main" id="{2692BDCC-DA2C-42BB-8BF2-A2C0A6E181A7}"/>
                </a:ext>
              </a:extLst>
            </p:cNvPr>
            <p:cNvSpPr>
              <a:spLocks/>
            </p:cNvSpPr>
            <p:nvPr/>
          </p:nvSpPr>
          <p:spPr>
            <a:xfrm>
              <a:off x="488315" y="1468120"/>
              <a:ext cx="101600" cy="114300"/>
            </a:xfrm>
            <a:custGeom>
              <a:avLst/>
              <a:gdLst>
                <a:gd name="TX0" fmla="*/ 428021 w 450215"/>
                <a:gd name="TY0" fmla="*/ 214932 h 506846"/>
                <a:gd name="TX1" fmla="*/ 66705 w 450215"/>
                <a:gd name="TY1" fmla="*/ 6045 h 506846"/>
                <a:gd name="TX2" fmla="*/ 0 w 450215"/>
                <a:gd name="TY2" fmla="*/ 44511 h 506846"/>
                <a:gd name="TX3" fmla="*/ 0 w 450215"/>
                <a:gd name="TY3" fmla="*/ 462326 h 506846"/>
                <a:gd name="TX4" fmla="*/ 66705 w 450215"/>
                <a:gd name="TY4" fmla="*/ 500812 h 506846"/>
                <a:gd name="TX5" fmla="*/ 428021 w 450215"/>
                <a:gd name="TY5" fmla="*/ 291905 h 506846"/>
                <a:gd name="TX6" fmla="*/ 428021 w 450215"/>
                <a:gd name="TY6" fmla="*/ 214932 h 506846"/>
              </a:gdLst>
              <a:ahLst/>
              <a:cxnLst>
                <a:cxn ang="0">
                  <a:pos x="TX0" y="TY0"/>
                </a:cxn>
                <a:cxn ang="0">
                  <a:pos x="TX1" y="TY1"/>
                </a:cxn>
                <a:cxn ang="0">
                  <a:pos x="TX2" y="TY2"/>
                </a:cxn>
                <a:cxn ang="0">
                  <a:pos x="TX3" y="TY3"/>
                </a:cxn>
                <a:cxn ang="0">
                  <a:pos x="TX4" y="TY4"/>
                </a:cxn>
                <a:cxn ang="0">
                  <a:pos x="TX5" y="TY5"/>
                </a:cxn>
                <a:cxn ang="0">
                  <a:pos x="TX6" y="TY6"/>
                </a:cxn>
              </a:cxnLst>
              <a:rect l="l" t="t" r="r" b="b"/>
              <a:pathLst>
                <a:path w="450215" h="506846">
                  <a:moveTo>
                    <a:pt x="428021" y="214932"/>
                  </a:moveTo>
                  <a:lnTo>
                    <a:pt x="66705" y="6045"/>
                  </a:lnTo>
                  <a:cubicBezTo>
                    <a:pt x="37072" y="-11108"/>
                    <a:pt x="0" y="10287"/>
                    <a:pt x="0" y="44511"/>
                  </a:cubicBezTo>
                  <a:lnTo>
                    <a:pt x="0" y="462326"/>
                  </a:lnTo>
                  <a:cubicBezTo>
                    <a:pt x="0" y="496550"/>
                    <a:pt x="37072" y="517945"/>
                    <a:pt x="66705" y="500812"/>
                  </a:cubicBezTo>
                  <a:lnTo>
                    <a:pt x="428021" y="291905"/>
                  </a:lnTo>
                  <a:cubicBezTo>
                    <a:pt x="457613" y="274793"/>
                    <a:pt x="457613" y="232064"/>
                    <a:pt x="428021" y="214932"/>
                  </a:cubicBezTo>
                  <a:close/>
                </a:path>
              </a:pathLst>
            </a:custGeom>
            <a:solidFill>
              <a:srgbClr val="3378C8"/>
            </a:solidFill>
            <a:ln w="0">
              <a:noFill/>
              <a:prstDash/>
            </a:ln>
            <a:effectLst>
              <a:outerShdw blurRad="50800" dist="38100" dir="5400000" algn="t" rotWithShape="0">
                <a:srgbClr val="3378C8">
                  <a:alpha val="40000"/>
                </a:srgbClr>
              </a:outerShdw>
            </a:effectLst>
          </p:spPr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latinLnBrk="0">
                <a:buFontTx/>
                <a:buNone/>
              </a:pPr>
              <a:endParaRPr lang="ko-KR" altLang="en-US"/>
            </a:p>
          </p:txBody>
        </p:sp>
      </p:grpSp>
      <p:sp>
        <p:nvSpPr>
          <p:cNvPr id="24" name="Rect 0">
            <a:extLst>
              <a:ext uri="{FF2B5EF4-FFF2-40B4-BE49-F238E27FC236}">
                <a16:creationId xmlns:a16="http://schemas.microsoft.com/office/drawing/2014/main" id="{B0D1BC5F-4588-4EAF-AC52-4A96B9DFF3F0}"/>
              </a:ext>
            </a:extLst>
          </p:cNvPr>
          <p:cNvSpPr txBox="1">
            <a:spLocks/>
          </p:cNvSpPr>
          <p:nvPr/>
        </p:nvSpPr>
        <p:spPr>
          <a:xfrm>
            <a:off x="635635" y="1314450"/>
            <a:ext cx="5794375" cy="492125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>
            <a:spAutoFit/>
          </a:bodyPr>
          <a:lstStyle/>
          <a:p>
            <a:pPr marL="0" indent="0" latinLnBrk="0">
              <a:buFontTx/>
              <a:buNone/>
              <a:defRPr/>
            </a:pPr>
            <a:r>
              <a:rPr lang="en-US" altLang="ko-KR" sz="26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3-1 </a:t>
            </a:r>
            <a:r>
              <a:rPr lang="ko-KR" altLang="en-US" sz="26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화면 설계 </a:t>
            </a:r>
            <a:r>
              <a:rPr lang="en-US" altLang="ko-KR" sz="26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(2/4)</a:t>
            </a:r>
            <a:endParaRPr lang="ko-KR" altLang="en-US" sz="2600" dirty="0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chemeClr val="tx1">
                  <a:lumMod val="65000"/>
                  <a:lumOff val="35000"/>
                </a:schemeClr>
              </a:solidFill>
              <a:latin typeface="맑은 고딕" charset="0"/>
              <a:ea typeface="세방고딕 Bold" charset="0"/>
            </a:endParaRPr>
          </a:p>
        </p:txBody>
      </p:sp>
      <p:grpSp>
        <p:nvGrpSpPr>
          <p:cNvPr id="25" name="Group 5">
            <a:extLst>
              <a:ext uri="{FF2B5EF4-FFF2-40B4-BE49-F238E27FC236}">
                <a16:creationId xmlns:a16="http://schemas.microsoft.com/office/drawing/2014/main" id="{C255D616-113F-42E1-AF88-90F77419867F}"/>
              </a:ext>
            </a:extLst>
          </p:cNvPr>
          <p:cNvGrpSpPr/>
          <p:nvPr/>
        </p:nvGrpSpPr>
        <p:grpSpPr>
          <a:xfrm>
            <a:off x="473710" y="1906905"/>
            <a:ext cx="11410950" cy="379730"/>
            <a:chOff x="473710" y="1906905"/>
            <a:chExt cx="11410950" cy="379730"/>
          </a:xfrm>
        </p:grpSpPr>
        <p:sp>
          <p:nvSpPr>
            <p:cNvPr id="26" name="Rect 0"/>
            <p:cNvSpPr>
              <a:spLocks/>
            </p:cNvSpPr>
            <p:nvPr/>
          </p:nvSpPr>
          <p:spPr>
            <a:xfrm>
              <a:off x="473710" y="1906905"/>
              <a:ext cx="11219815" cy="380365"/>
            </a:xfrm>
            <a:prstGeom prst="roundRect">
              <a:avLst/>
            </a:prstGeom>
            <a:solidFill>
              <a:srgbClr val="3378C8"/>
            </a:solidFill>
            <a:ln w="0">
              <a:noFill/>
              <a:prstDash/>
            </a:ln>
            <a:effectLst>
              <a:outerShdw dist="38100" dir="2700000" algn="tl" rotWithShape="0">
                <a:srgbClr val="3378C8">
                  <a:alpha val="4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algn="ctr" latinLnBrk="0">
                <a:buFontTx/>
                <a:buNone/>
              </a:pPr>
              <a:endParaRPr lang="ko-KR" altLang="en-US"/>
            </a:p>
          </p:txBody>
        </p:sp>
        <p:sp>
          <p:nvSpPr>
            <p:cNvPr id="27" name="Rect 0"/>
            <p:cNvSpPr txBox="1">
              <a:spLocks/>
            </p:cNvSpPr>
            <p:nvPr/>
          </p:nvSpPr>
          <p:spPr>
            <a:xfrm>
              <a:off x="994410" y="1945640"/>
              <a:ext cx="10890885" cy="307340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r>
                <a:rPr lang="ko-KR" altLang="en-US" sz="14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bg1"/>
                  </a:solidFill>
                  <a:latin typeface="세방고딕 Regular" charset="0"/>
                  <a:ea typeface="세방고딕 Regular" charset="0"/>
                </a:rPr>
                <a:t>날씨 표시</a:t>
              </a:r>
            </a:p>
          </p:txBody>
        </p:sp>
        <p:grpSp>
          <p:nvGrpSpPr>
            <p:cNvPr id="28" name="Group 5">
              <a:extLst>
                <a:ext uri="{FF2B5EF4-FFF2-40B4-BE49-F238E27FC236}">
                  <a16:creationId xmlns:a16="http://schemas.microsoft.com/office/drawing/2014/main" id="{83C349EC-C586-462B-8496-82EE16CADF69}"/>
                </a:ext>
              </a:extLst>
            </p:cNvPr>
            <p:cNvGrpSpPr/>
            <p:nvPr/>
          </p:nvGrpSpPr>
          <p:grpSpPr>
            <a:xfrm>
              <a:off x="711200" y="1964690"/>
              <a:ext cx="283845" cy="276860"/>
              <a:chOff x="711200" y="1964690"/>
              <a:chExt cx="283845" cy="276860"/>
            </a:xfrm>
          </p:grpSpPr>
          <p:sp>
            <p:nvSpPr>
              <p:cNvPr id="30" name="Rect 0"/>
              <p:cNvSpPr>
                <a:spLocks/>
              </p:cNvSpPr>
              <p:nvPr/>
            </p:nvSpPr>
            <p:spPr>
              <a:xfrm>
                <a:off x="760730" y="1968500"/>
                <a:ext cx="234950" cy="234950"/>
              </a:xfrm>
              <a:prstGeom prst="ellipse">
                <a:avLst/>
              </a:prstGeom>
              <a:solidFill>
                <a:schemeClr val="bg1"/>
              </a:solidFill>
              <a:ln w="0">
                <a:noFill/>
                <a:prstDash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square" lIns="91440" tIns="45720" rIns="91440" bIns="45720" numCol="1" anchor="ctr">
                <a:noAutofit/>
              </a:bodyPr>
              <a:lstStyle/>
              <a:p>
                <a:pPr marL="0" indent="0" algn="ctr" latinLnBrk="0">
                  <a:buFontTx/>
                  <a:buNone/>
                </a:pPr>
                <a:endParaRPr lang="ko-KR" altLang="en-US"/>
              </a:p>
            </p:txBody>
          </p:sp>
          <p:sp>
            <p:nvSpPr>
              <p:cNvPr id="31" name="Rect 0"/>
              <p:cNvSpPr txBox="1">
                <a:spLocks/>
              </p:cNvSpPr>
              <p:nvPr/>
            </p:nvSpPr>
            <p:spPr>
              <a:xfrm>
                <a:off x="711200" y="1964690"/>
                <a:ext cx="247650" cy="277495"/>
              </a:xfrm>
              <a:prstGeom prst="rect">
                <a:avLst/>
              </a:prstGeom>
              <a:noFill/>
            </p:spPr>
            <p:txBody>
              <a:bodyPr vert="horz" wrap="square" lIns="91440" tIns="45720" rIns="91440" bIns="45720" numCol="1" anchor="t">
                <a:spAutoFit/>
              </a:bodyPr>
              <a:lstStyle/>
              <a:p>
                <a:pPr marL="0" indent="0" latinLnBrk="0">
                  <a:buFontTx/>
                  <a:buNone/>
                </a:pPr>
                <a:r>
                  <a:rPr lang="ko-KR" altLang="ko-KR" sz="1200" b="1">
                    <a:ln w="9525" cap="flat" cmpd="sng"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  <a:prstDash val="solid"/>
                    </a:ln>
                    <a:solidFill>
                      <a:srgbClr val="3378C8"/>
                    </a:solidFill>
                    <a:latin typeface="세방고딕 Bold" charset="0"/>
                    <a:ea typeface="세방고딕 Bold" charset="0"/>
                  </a:rPr>
                  <a:t>▼</a:t>
                </a:r>
                <a:endParaRPr lang="ko-KR" altLang="en-US" sz="12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/>
                  </a:solidFill>
                  <a:latin typeface="세방고딕 Bold" charset="0"/>
                  <a:ea typeface="세방고딕 Bold" charset="0"/>
                </a:endParaRPr>
              </a:p>
            </p:txBody>
          </p:sp>
        </p:grpSp>
      </p:grpSp>
      <p:pic>
        <p:nvPicPr>
          <p:cNvPr id="34" name="Picture " descr="C:/Users/HIDDLE/AppData/Roaming/PolarisOffice/ETemp/18688_13401808/image42.png"/>
          <p:cNvPicPr>
            <a:picLocks noChangeAspect="1"/>
          </p:cNvPicPr>
          <p:nvPr/>
        </p:nvPicPr>
        <p:blipFill rotWithShape="1">
          <a:blip r:embed="rId8" cstate="hqprint">
            <a:duotone>
              <a:srgbClr val="2E6CA5"/>
              <a:prstClr val="white"/>
            </a:duotone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0800000" flipV="1">
            <a:off x="0" y="1798955"/>
            <a:ext cx="12193270" cy="343535"/>
          </a:xfrm>
          <a:prstGeom prst="rect">
            <a:avLst/>
          </a:prstGeom>
          <a:noFill/>
        </p:spPr>
      </p:pic>
      <p:pic>
        <p:nvPicPr>
          <p:cNvPr id="36" name="그림 35">
            <a:extLst>
              <a:ext uri="{FF2B5EF4-FFF2-40B4-BE49-F238E27FC236}">
                <a16:creationId xmlns:a16="http://schemas.microsoft.com/office/drawing/2014/main" id="{5BFFB042-AD0E-49B9-8118-6C50F86DA862}"/>
              </a:ext>
            </a:extLst>
          </p:cNvPr>
          <p:cNvPicPr>
            <a:picLocks noChangeAspect="1"/>
          </p:cNvPicPr>
          <p:nvPr/>
        </p:nvPicPr>
        <p:blipFill rotWithShape="1"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0071"/>
          <a:stretch/>
        </p:blipFill>
        <p:spPr>
          <a:xfrm>
            <a:off x="1820545" y="2667635"/>
            <a:ext cx="2761615" cy="3517265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</p:pic>
      <p:sp>
        <p:nvSpPr>
          <p:cNvPr id="37" name="TextBox 36"/>
          <p:cNvSpPr txBox="1">
            <a:spLocks/>
          </p:cNvSpPr>
          <p:nvPr/>
        </p:nvSpPr>
        <p:spPr>
          <a:xfrm>
            <a:off x="5447665" y="2672715"/>
            <a:ext cx="5254625" cy="313932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>
            <a:spAutoFit/>
          </a:bodyPr>
          <a:lstStyle/>
          <a:p>
            <a:pPr marL="342900" indent="-342900" latinLnBrk="0">
              <a:buFont typeface="+mj-lt"/>
              <a:buAutoNum type="arabicPeriod"/>
            </a:pPr>
            <a:r>
              <a:rPr lang="en-US" altLang="ko-KR" b="1" dirty="0"/>
              <a:t>LCC(</a:t>
            </a:r>
            <a:r>
              <a:rPr lang="ko-KR" altLang="en-US" b="1" i="0" dirty="0" err="1">
                <a:solidFill>
                  <a:srgbClr val="222222"/>
                </a:solidFill>
                <a:effectLst/>
                <a:latin typeface="-apple-system"/>
              </a:rPr>
              <a:t>람베르트</a:t>
            </a:r>
            <a:r>
              <a:rPr lang="ko-KR" altLang="en-US" b="1" i="0" dirty="0">
                <a:solidFill>
                  <a:srgbClr val="222222"/>
                </a:solidFill>
                <a:effectLst/>
                <a:latin typeface="-apple-system"/>
              </a:rPr>
              <a:t> 정각원추도법</a:t>
            </a:r>
            <a:r>
              <a:rPr lang="en-US" altLang="ko-KR" b="0" i="0" dirty="0">
                <a:solidFill>
                  <a:srgbClr val="222222"/>
                </a:solidFill>
                <a:effectLst/>
                <a:latin typeface="-apple-system"/>
              </a:rPr>
              <a:t>)</a:t>
            </a:r>
            <a:r>
              <a:rPr lang="en-US" altLang="ko-KR" b="1" dirty="0"/>
              <a:t> DFS(</a:t>
            </a:r>
            <a:r>
              <a:rPr lang="ko-KR" altLang="en-US" b="1" dirty="0"/>
              <a:t>기상청 격자</a:t>
            </a:r>
            <a:r>
              <a:rPr lang="en-US" altLang="ko-KR" b="1" dirty="0"/>
              <a:t>)</a:t>
            </a:r>
            <a:r>
              <a:rPr lang="ko-KR" altLang="en-US" b="1" dirty="0"/>
              <a:t>좌표 </a:t>
            </a:r>
            <a:r>
              <a:rPr lang="ko-KR" altLang="en-US" b="1" dirty="0" err="1"/>
              <a:t>변환모듈로</a:t>
            </a:r>
            <a:r>
              <a:rPr lang="ko-KR" altLang="en-US" b="1" dirty="0"/>
              <a:t> 기상청에 날씨 요청</a:t>
            </a:r>
          </a:p>
          <a:p>
            <a:pPr marL="342900" indent="-342900" latinLnBrk="0">
              <a:buFont typeface="+mj-lt"/>
              <a:buAutoNum type="arabicPeriod"/>
            </a:pPr>
            <a:endParaRPr lang="ko-KR" altLang="en-US" b="1" dirty="0"/>
          </a:p>
          <a:p>
            <a:pPr marL="342900" indent="-342900" latinLnBrk="0">
              <a:buFont typeface="+mj-lt"/>
              <a:buAutoNum type="arabicPeriod"/>
            </a:pPr>
            <a:r>
              <a:rPr lang="ko-KR" altLang="ko-KR" b="1" dirty="0"/>
              <a:t>정보를 매번 요청하면 기상청의 날씨 발표 로직상 </a:t>
            </a:r>
            <a:r>
              <a:rPr lang="ko-KR" altLang="ko-KR" b="1" dirty="0" err="1"/>
              <a:t>결측값이</a:t>
            </a:r>
            <a:r>
              <a:rPr lang="ko-KR" altLang="ko-KR" b="1" dirty="0"/>
              <a:t> 오는 경우 발생</a:t>
            </a:r>
            <a:endParaRPr lang="ko-KR" altLang="en-US" b="1" dirty="0"/>
          </a:p>
          <a:p>
            <a:pPr marL="342900" indent="-342900" latinLnBrk="0">
              <a:buFont typeface="+mj-lt"/>
              <a:buAutoNum type="arabicPeriod"/>
            </a:pPr>
            <a:endParaRPr lang="ko-KR" altLang="en-US" b="1" dirty="0"/>
          </a:p>
          <a:p>
            <a:pPr marL="342900" indent="-342900" latinLnBrk="0">
              <a:buFont typeface="+mj-lt"/>
              <a:buAutoNum type="arabicPeriod"/>
            </a:pPr>
            <a:r>
              <a:rPr lang="ko-KR" altLang="ko-KR" b="1" dirty="0"/>
              <a:t>이전 ~ 이후 날씨까지 요청해 오류 보완</a:t>
            </a:r>
            <a:endParaRPr lang="ko-KR" altLang="en-US" b="1" dirty="0"/>
          </a:p>
          <a:p>
            <a:pPr marL="342900" indent="-342900" latinLnBrk="0">
              <a:buFont typeface="+mj-lt"/>
              <a:buAutoNum type="arabicPeriod"/>
            </a:pPr>
            <a:endParaRPr lang="ko-KR" altLang="en-US" b="1" dirty="0"/>
          </a:p>
          <a:p>
            <a:pPr marL="342900" indent="-342900" latinLnBrk="0">
              <a:buFont typeface="+mj-lt"/>
              <a:buAutoNum type="arabicPeriod"/>
            </a:pPr>
            <a:r>
              <a:rPr lang="ko-KR" altLang="ko-KR" b="1" dirty="0"/>
              <a:t>API 호출 후 정보를 </a:t>
            </a:r>
            <a:r>
              <a:rPr lang="ko-KR" altLang="ko-KR" b="1" dirty="0" err="1"/>
              <a:t>캐싱해</a:t>
            </a:r>
            <a:r>
              <a:rPr lang="ko-KR" altLang="ko-KR" b="1" dirty="0"/>
              <a:t> 불필요한 호출을 줄였음</a:t>
            </a:r>
            <a:endParaRPr lang="ko-KR" altLang="en-US" b="1" dirty="0"/>
          </a:p>
          <a:p>
            <a:pPr marL="342900" indent="-342900" latinLnBrk="0">
              <a:buFont typeface="+mj-lt"/>
              <a:buAutoNum type="arabicPeriod"/>
            </a:pPr>
            <a:endParaRPr lang="ko-KR" altLang="en-US" b="1" dirty="0"/>
          </a:p>
        </p:txBody>
      </p:sp>
    </p:spTree>
    <p:extLst>
      <p:ext uri="{BB962C8B-B14F-4D97-AF65-F5344CB8AC3E}">
        <p14:creationId xmlns:p14="http://schemas.microsoft.com/office/powerpoint/2010/main" val="232129709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635" cy="6858635"/>
          </a:xfrm>
          <a:prstGeom prst="rect">
            <a:avLst/>
          </a:prstGeom>
          <a:noFill/>
        </p:spPr>
      </p:pic>
      <p:pic>
        <p:nvPicPr>
          <p:cNvPr id="3" name="Picture 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78" b="11486"/>
          <a:stretch>
            <a:fillRect/>
          </a:stretch>
        </p:blipFill>
        <p:spPr>
          <a:xfrm>
            <a:off x="7589520" y="4695190"/>
            <a:ext cx="4603115" cy="2163445"/>
          </a:xfrm>
          <a:prstGeom prst="rect">
            <a:avLst/>
          </a:prstGeom>
          <a:noFill/>
        </p:spPr>
      </p:pic>
      <p:sp>
        <p:nvSpPr>
          <p:cNvPr id="4" name="Rect 0"/>
          <p:cNvSpPr>
            <a:spLocks/>
          </p:cNvSpPr>
          <p:nvPr/>
        </p:nvSpPr>
        <p:spPr>
          <a:xfrm flipH="1" flipV="1">
            <a:off x="173990" y="70485"/>
            <a:ext cx="12018645" cy="1221740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49847"/>
            </a:schemeClr>
          </a:solidFill>
          <a:ln w="0">
            <a:noFill/>
            <a:prstDash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/>
          </a:p>
        </p:txBody>
      </p:sp>
      <p:grpSp>
        <p:nvGrpSpPr>
          <p:cNvPr id="5" name="Group 5"/>
          <p:cNvGrpSpPr/>
          <p:nvPr/>
        </p:nvGrpSpPr>
        <p:grpSpPr>
          <a:xfrm>
            <a:off x="375920" y="333375"/>
            <a:ext cx="5949315" cy="831215"/>
            <a:chOff x="375920" y="333375"/>
            <a:chExt cx="5949315" cy="831215"/>
          </a:xfrm>
        </p:grpSpPr>
        <p:sp>
          <p:nvSpPr>
            <p:cNvPr id="6" name="Rect 0"/>
            <p:cNvSpPr txBox="1">
              <a:spLocks/>
            </p:cNvSpPr>
            <p:nvPr/>
          </p:nvSpPr>
          <p:spPr>
            <a:xfrm>
              <a:off x="1461770" y="366395"/>
              <a:ext cx="2252980" cy="276860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</a:pPr>
              <a:r>
                <a:rPr lang="en-US" altLang="ko-KR" sz="12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>
                      <a:alpha val="49847"/>
                    </a:srgbClr>
                  </a:solidFill>
                  <a:latin typeface="세방고딕 Regular" charset="0"/>
                  <a:ea typeface="세방고딕 Regular" charset="0"/>
                </a:rPr>
                <a:t>K-Digital Training</a:t>
              </a:r>
              <a:endParaRPr lang="ko-KR" altLang="en-US" sz="1200" b="1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>
                    <a:alpha val="49847"/>
                  </a:srgb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7" name="Rect 0"/>
            <p:cNvSpPr txBox="1">
              <a:spLocks/>
            </p:cNvSpPr>
            <p:nvPr/>
          </p:nvSpPr>
          <p:spPr>
            <a:xfrm>
              <a:off x="1461770" y="584835"/>
              <a:ext cx="4863465" cy="52260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r>
                <a:rPr lang="ko-KR" altLang="en-US" sz="2800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charset="0"/>
                  <a:ea typeface="세방고딕 Bold" charset="0"/>
                </a:rPr>
                <a:t>프로젝트 수행 경과</a:t>
              </a:r>
            </a:p>
          </p:txBody>
        </p:sp>
        <p:sp>
          <p:nvSpPr>
            <p:cNvPr id="8" name="Rect 0"/>
            <p:cNvSpPr txBox="1">
              <a:spLocks/>
            </p:cNvSpPr>
            <p:nvPr/>
          </p:nvSpPr>
          <p:spPr>
            <a:xfrm>
              <a:off x="375920" y="333375"/>
              <a:ext cx="1267460" cy="831215"/>
            </a:xfrm>
            <a:prstGeom prst="rect">
              <a:avLst/>
            </a:prstGeom>
            <a:noFill/>
          </p:spPr>
          <p:txBody>
            <a:bodyPr vert="horz" wrap="square" lIns="91440" tIns="0" rIns="91440" bIns="0" numCol="1" anchor="t">
              <a:spAutoFit/>
            </a:bodyPr>
            <a:lstStyle/>
            <a:p>
              <a:pPr marL="0" indent="0" eaLnBrk="1" fontAlgn="auto" latinLnBrk="1" hangingPunct="1">
                <a:spcBef>
                  <a:spcPts val="0"/>
                </a:spcBef>
                <a:spcAft>
                  <a:spcPts val="0"/>
                </a:spcAft>
                <a:buFontTx/>
                <a:buNone/>
                <a:defRPr/>
              </a:pPr>
              <a:r>
                <a:rPr lang="en-US" altLang="ko-KR" sz="5400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/>
                  </a:solidFill>
                  <a:latin typeface="세방고딕 Bold" charset="0"/>
                  <a:ea typeface="세방고딕 Bold" charset="0"/>
                </a:rPr>
                <a:t>03</a:t>
              </a:r>
              <a:endParaRPr lang="ko-KR" altLang="en-US" sz="54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/>
                </a:solidFill>
                <a:latin typeface="세방고딕 Bold" charset="0"/>
                <a:ea typeface="세방고딕 Bold" charset="0"/>
              </a:endParaRPr>
            </a:p>
          </p:txBody>
        </p:sp>
      </p:grpSp>
      <p:sp>
        <p:nvSpPr>
          <p:cNvPr id="13" name="Rect 0"/>
          <p:cNvSpPr txBox="1">
            <a:spLocks/>
          </p:cNvSpPr>
          <p:nvPr/>
        </p:nvSpPr>
        <p:spPr>
          <a:xfrm>
            <a:off x="0" y="0"/>
            <a:ext cx="12192635" cy="114935"/>
          </a:xfrm>
          <a:prstGeom prst="rect">
            <a:avLst/>
          </a:prstGeom>
          <a:solidFill>
            <a:srgbClr val="FFD85C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sp>
        <p:nvSpPr>
          <p:cNvPr id="14" name="Rect 0"/>
          <p:cNvSpPr txBox="1">
            <a:spLocks/>
          </p:cNvSpPr>
          <p:nvPr/>
        </p:nvSpPr>
        <p:spPr>
          <a:xfrm>
            <a:off x="0" y="0"/>
            <a:ext cx="1337310" cy="114935"/>
          </a:xfrm>
          <a:prstGeom prst="rect">
            <a:avLst/>
          </a:prstGeom>
          <a:solidFill>
            <a:srgbClr val="3378C8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pic>
        <p:nvPicPr>
          <p:cNvPr id="55" name="Picture "/>
          <p:cNvPicPr>
            <a:picLocks noChangeAspect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7803"/>
          <a:stretch>
            <a:fillRect/>
          </a:stretch>
        </p:blipFill>
        <p:spPr>
          <a:xfrm rot="5400000">
            <a:off x="-476250" y="2466975"/>
            <a:ext cx="1439545" cy="486410"/>
          </a:xfrm>
          <a:prstGeom prst="rect">
            <a:avLst/>
          </a:prstGeom>
          <a:noFill/>
        </p:spPr>
      </p:pic>
      <p:grpSp>
        <p:nvGrpSpPr>
          <p:cNvPr id="56" name="Group 5"/>
          <p:cNvGrpSpPr/>
          <p:nvPr/>
        </p:nvGrpSpPr>
        <p:grpSpPr>
          <a:xfrm>
            <a:off x="10667365" y="6576695"/>
            <a:ext cx="1076325" cy="151130"/>
            <a:chOff x="10667365" y="6576695"/>
            <a:chExt cx="1076325" cy="151130"/>
          </a:xfrm>
        </p:grpSpPr>
        <p:pic>
          <p:nvPicPr>
            <p:cNvPr id="57" name="Picture "/>
            <p:cNvPicPr>
              <a:picLocks noChangeAspect="1"/>
            </p:cNvPicPr>
            <p:nvPr/>
          </p:nvPicPr>
          <p:blipFill rotWithShape="1">
            <a:blip r:embed="rId6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 bwMode="auto">
            <a:xfrm>
              <a:off x="11269345" y="6576695"/>
              <a:ext cx="474345" cy="151130"/>
            </a:xfrm>
            <a:prstGeom prst="rect">
              <a:avLst/>
            </a:prstGeom>
            <a:noFill/>
          </p:spPr>
        </p:pic>
        <p:pic>
          <p:nvPicPr>
            <p:cNvPr id="58" name="Picture "/>
            <p:cNvPicPr>
              <a:picLocks noChangeAspect="1"/>
            </p:cNvPicPr>
            <p:nvPr/>
          </p:nvPicPr>
          <p:blipFill rotWithShape="1">
            <a:blip r:embed="rId7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10667365" y="6576695"/>
              <a:ext cx="478155" cy="142875"/>
            </a:xfrm>
            <a:prstGeom prst="rect">
              <a:avLst/>
            </a:prstGeom>
            <a:noFill/>
          </p:spPr>
        </p:pic>
      </p:grpSp>
      <p:grpSp>
        <p:nvGrpSpPr>
          <p:cNvPr id="21" name="Group 5">
            <a:extLst>
              <a:ext uri="{FF2B5EF4-FFF2-40B4-BE49-F238E27FC236}">
                <a16:creationId xmlns:a16="http://schemas.microsoft.com/office/drawing/2014/main" id="{7560DF4A-0C0C-4C91-8522-4FD22A1AE06D}"/>
              </a:ext>
            </a:extLst>
          </p:cNvPr>
          <p:cNvGrpSpPr/>
          <p:nvPr/>
        </p:nvGrpSpPr>
        <p:grpSpPr>
          <a:xfrm>
            <a:off x="488315" y="1358900"/>
            <a:ext cx="10527030" cy="370205"/>
            <a:chOff x="488315" y="1358900"/>
            <a:chExt cx="10527030" cy="370205"/>
          </a:xfrm>
        </p:grpSpPr>
        <p:sp>
          <p:nvSpPr>
            <p:cNvPr id="22" name="Rect 0">
              <a:extLst>
                <a:ext uri="{FF2B5EF4-FFF2-40B4-BE49-F238E27FC236}">
                  <a16:creationId xmlns:a16="http://schemas.microsoft.com/office/drawing/2014/main" id="{DFC104FE-45E0-4C38-BA71-DD9DE25748BC}"/>
                </a:ext>
              </a:extLst>
            </p:cNvPr>
            <p:cNvSpPr txBox="1">
              <a:spLocks/>
            </p:cNvSpPr>
            <p:nvPr/>
          </p:nvSpPr>
          <p:spPr>
            <a:xfrm>
              <a:off x="690245" y="1358900"/>
              <a:ext cx="10325100" cy="37020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endParaRPr lang="ko-KR" altLang="en-US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23" name="Rect 0">
              <a:extLst>
                <a:ext uri="{FF2B5EF4-FFF2-40B4-BE49-F238E27FC236}">
                  <a16:creationId xmlns:a16="http://schemas.microsoft.com/office/drawing/2014/main" id="{2692BDCC-DA2C-42BB-8BF2-A2C0A6E181A7}"/>
                </a:ext>
              </a:extLst>
            </p:cNvPr>
            <p:cNvSpPr>
              <a:spLocks/>
            </p:cNvSpPr>
            <p:nvPr/>
          </p:nvSpPr>
          <p:spPr>
            <a:xfrm>
              <a:off x="488315" y="1468120"/>
              <a:ext cx="101600" cy="114300"/>
            </a:xfrm>
            <a:custGeom>
              <a:avLst/>
              <a:gdLst>
                <a:gd name="TX0" fmla="*/ 428021 w 450215"/>
                <a:gd name="TY0" fmla="*/ 214932 h 506846"/>
                <a:gd name="TX1" fmla="*/ 66705 w 450215"/>
                <a:gd name="TY1" fmla="*/ 6045 h 506846"/>
                <a:gd name="TX2" fmla="*/ 0 w 450215"/>
                <a:gd name="TY2" fmla="*/ 44511 h 506846"/>
                <a:gd name="TX3" fmla="*/ 0 w 450215"/>
                <a:gd name="TY3" fmla="*/ 462326 h 506846"/>
                <a:gd name="TX4" fmla="*/ 66705 w 450215"/>
                <a:gd name="TY4" fmla="*/ 500812 h 506846"/>
                <a:gd name="TX5" fmla="*/ 428021 w 450215"/>
                <a:gd name="TY5" fmla="*/ 291905 h 506846"/>
                <a:gd name="TX6" fmla="*/ 428021 w 450215"/>
                <a:gd name="TY6" fmla="*/ 214932 h 506846"/>
              </a:gdLst>
              <a:ahLst/>
              <a:cxnLst>
                <a:cxn ang="0">
                  <a:pos x="TX0" y="TY0"/>
                </a:cxn>
                <a:cxn ang="0">
                  <a:pos x="TX1" y="TY1"/>
                </a:cxn>
                <a:cxn ang="0">
                  <a:pos x="TX2" y="TY2"/>
                </a:cxn>
                <a:cxn ang="0">
                  <a:pos x="TX3" y="TY3"/>
                </a:cxn>
                <a:cxn ang="0">
                  <a:pos x="TX4" y="TY4"/>
                </a:cxn>
                <a:cxn ang="0">
                  <a:pos x="TX5" y="TY5"/>
                </a:cxn>
                <a:cxn ang="0">
                  <a:pos x="TX6" y="TY6"/>
                </a:cxn>
              </a:cxnLst>
              <a:rect l="l" t="t" r="r" b="b"/>
              <a:pathLst>
                <a:path w="450215" h="506846">
                  <a:moveTo>
                    <a:pt x="428021" y="214932"/>
                  </a:moveTo>
                  <a:lnTo>
                    <a:pt x="66705" y="6045"/>
                  </a:lnTo>
                  <a:cubicBezTo>
                    <a:pt x="37072" y="-11108"/>
                    <a:pt x="0" y="10287"/>
                    <a:pt x="0" y="44511"/>
                  </a:cubicBezTo>
                  <a:lnTo>
                    <a:pt x="0" y="462326"/>
                  </a:lnTo>
                  <a:cubicBezTo>
                    <a:pt x="0" y="496550"/>
                    <a:pt x="37072" y="517945"/>
                    <a:pt x="66705" y="500812"/>
                  </a:cubicBezTo>
                  <a:lnTo>
                    <a:pt x="428021" y="291905"/>
                  </a:lnTo>
                  <a:cubicBezTo>
                    <a:pt x="457613" y="274793"/>
                    <a:pt x="457613" y="232064"/>
                    <a:pt x="428021" y="214932"/>
                  </a:cubicBezTo>
                  <a:close/>
                </a:path>
              </a:pathLst>
            </a:custGeom>
            <a:solidFill>
              <a:srgbClr val="3378C8"/>
            </a:solidFill>
            <a:ln w="0">
              <a:noFill/>
              <a:prstDash/>
            </a:ln>
            <a:effectLst>
              <a:outerShdw blurRad="50800" dist="38100" dir="5400000" algn="t" rotWithShape="0">
                <a:srgbClr val="3378C8">
                  <a:alpha val="40000"/>
                </a:srgbClr>
              </a:outerShdw>
            </a:effectLst>
          </p:spPr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latinLnBrk="0">
                <a:buFontTx/>
                <a:buNone/>
              </a:pPr>
              <a:endParaRPr lang="ko-KR" altLang="en-US"/>
            </a:p>
          </p:txBody>
        </p:sp>
      </p:grpSp>
      <p:sp>
        <p:nvSpPr>
          <p:cNvPr id="24" name="Rect 0">
            <a:extLst>
              <a:ext uri="{FF2B5EF4-FFF2-40B4-BE49-F238E27FC236}">
                <a16:creationId xmlns:a16="http://schemas.microsoft.com/office/drawing/2014/main" id="{B0D1BC5F-4588-4EAF-AC52-4A96B9DFF3F0}"/>
              </a:ext>
            </a:extLst>
          </p:cNvPr>
          <p:cNvSpPr txBox="1">
            <a:spLocks/>
          </p:cNvSpPr>
          <p:nvPr/>
        </p:nvSpPr>
        <p:spPr>
          <a:xfrm>
            <a:off x="635635" y="1314450"/>
            <a:ext cx="5794375" cy="492125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>
            <a:spAutoFit/>
          </a:bodyPr>
          <a:lstStyle/>
          <a:p>
            <a:pPr marL="0" indent="0" latinLnBrk="0">
              <a:buFontTx/>
              <a:buNone/>
              <a:defRPr/>
            </a:pPr>
            <a:r>
              <a:rPr lang="en-US" altLang="ko-KR" sz="26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3-1 </a:t>
            </a:r>
            <a:r>
              <a:rPr lang="ko-KR" altLang="en-US" sz="26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화면 설계 </a:t>
            </a:r>
            <a:r>
              <a:rPr lang="en-US" altLang="ko-KR" sz="26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(3/4)</a:t>
            </a:r>
            <a:endParaRPr lang="ko-KR" altLang="en-US" sz="2600" dirty="0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chemeClr val="tx1">
                  <a:lumMod val="65000"/>
                  <a:lumOff val="35000"/>
                </a:schemeClr>
              </a:solidFill>
              <a:latin typeface="맑은 고딕" charset="0"/>
              <a:ea typeface="세방고딕 Bold" charset="0"/>
            </a:endParaRPr>
          </a:p>
        </p:txBody>
      </p:sp>
      <p:grpSp>
        <p:nvGrpSpPr>
          <p:cNvPr id="25" name="Group 5">
            <a:extLst>
              <a:ext uri="{FF2B5EF4-FFF2-40B4-BE49-F238E27FC236}">
                <a16:creationId xmlns:a16="http://schemas.microsoft.com/office/drawing/2014/main" id="{C255D616-113F-42E1-AF88-90F77419867F}"/>
              </a:ext>
            </a:extLst>
          </p:cNvPr>
          <p:cNvGrpSpPr/>
          <p:nvPr/>
        </p:nvGrpSpPr>
        <p:grpSpPr>
          <a:xfrm>
            <a:off x="473710" y="1906905"/>
            <a:ext cx="11410950" cy="379730"/>
            <a:chOff x="473710" y="1906905"/>
            <a:chExt cx="11410950" cy="379730"/>
          </a:xfrm>
        </p:grpSpPr>
        <p:sp>
          <p:nvSpPr>
            <p:cNvPr id="26" name="Rect 0">
              <a:extLst>
                <a:ext uri="{FF2B5EF4-FFF2-40B4-BE49-F238E27FC236}">
                  <a16:creationId xmlns:a16="http://schemas.microsoft.com/office/drawing/2014/main" id="{C7385883-E973-41A5-8BD7-54C9A9D21EF0}"/>
                </a:ext>
              </a:extLst>
            </p:cNvPr>
            <p:cNvSpPr>
              <a:spLocks/>
            </p:cNvSpPr>
            <p:nvPr/>
          </p:nvSpPr>
          <p:spPr>
            <a:xfrm>
              <a:off x="473710" y="1906905"/>
              <a:ext cx="11219180" cy="379730"/>
            </a:xfrm>
            <a:prstGeom prst="roundRect">
              <a:avLst/>
            </a:prstGeom>
            <a:solidFill>
              <a:srgbClr val="3378C8"/>
            </a:solidFill>
            <a:ln w="0">
              <a:noFill/>
              <a:prstDash/>
            </a:ln>
            <a:effectLst>
              <a:outerShdw dist="38100" dir="2700000" algn="tl" rotWithShape="0">
                <a:srgbClr val="3378C8">
                  <a:alpha val="4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algn="ctr" latinLnBrk="0">
                <a:buFontTx/>
                <a:buNone/>
              </a:pPr>
              <a:endParaRPr lang="ko-KR" altLang="en-US"/>
            </a:p>
          </p:txBody>
        </p:sp>
        <p:sp>
          <p:nvSpPr>
            <p:cNvPr id="27" name="Rect 0">
              <a:extLst>
                <a:ext uri="{FF2B5EF4-FFF2-40B4-BE49-F238E27FC236}">
                  <a16:creationId xmlns:a16="http://schemas.microsoft.com/office/drawing/2014/main" id="{3F961E97-5C86-43D2-B581-607CB6555DDE}"/>
                </a:ext>
              </a:extLst>
            </p:cNvPr>
            <p:cNvSpPr txBox="1">
              <a:spLocks/>
            </p:cNvSpPr>
            <p:nvPr/>
          </p:nvSpPr>
          <p:spPr>
            <a:xfrm>
              <a:off x="994410" y="1945640"/>
              <a:ext cx="10890250" cy="307340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r>
                <a:rPr lang="ko-KR" altLang="en-US" sz="1400" b="1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bg1"/>
                  </a:solidFill>
                  <a:latin typeface="세방고딕 Regular" charset="0"/>
                  <a:ea typeface="세방고딕 Regular" charset="0"/>
                </a:rPr>
                <a:t>음식 추천</a:t>
              </a:r>
            </a:p>
          </p:txBody>
        </p:sp>
        <p:grpSp>
          <p:nvGrpSpPr>
            <p:cNvPr id="28" name="Group 5">
              <a:extLst>
                <a:ext uri="{FF2B5EF4-FFF2-40B4-BE49-F238E27FC236}">
                  <a16:creationId xmlns:a16="http://schemas.microsoft.com/office/drawing/2014/main" id="{83C349EC-C586-462B-8496-82EE16CADF69}"/>
                </a:ext>
              </a:extLst>
            </p:cNvPr>
            <p:cNvGrpSpPr/>
            <p:nvPr/>
          </p:nvGrpSpPr>
          <p:grpSpPr>
            <a:xfrm>
              <a:off x="711200" y="1964690"/>
              <a:ext cx="283845" cy="276860"/>
              <a:chOff x="711200" y="1964690"/>
              <a:chExt cx="283845" cy="276860"/>
            </a:xfrm>
          </p:grpSpPr>
          <p:sp>
            <p:nvSpPr>
              <p:cNvPr id="30" name="Rect 0">
                <a:extLst>
                  <a:ext uri="{FF2B5EF4-FFF2-40B4-BE49-F238E27FC236}">
                    <a16:creationId xmlns:a16="http://schemas.microsoft.com/office/drawing/2014/main" id="{3A358FF1-D287-464C-A9AB-CA3F909A25B9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760730" y="1968500"/>
                <a:ext cx="234315" cy="234315"/>
              </a:xfrm>
              <a:prstGeom prst="ellipse">
                <a:avLst/>
              </a:prstGeom>
              <a:solidFill>
                <a:schemeClr val="bg1"/>
              </a:solidFill>
              <a:ln w="0">
                <a:noFill/>
                <a:prstDash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square" lIns="91440" tIns="45720" rIns="91440" bIns="45720" numCol="1" anchor="ctr">
                <a:noAutofit/>
              </a:bodyPr>
              <a:lstStyle/>
              <a:p>
                <a:pPr marL="0" indent="0" algn="ctr" latinLnBrk="0">
                  <a:buFontTx/>
                  <a:buNone/>
                </a:pPr>
                <a:endParaRPr lang="ko-KR" altLang="en-US"/>
              </a:p>
            </p:txBody>
          </p:sp>
          <p:sp>
            <p:nvSpPr>
              <p:cNvPr id="31" name="Rect 0">
                <a:extLst>
                  <a:ext uri="{FF2B5EF4-FFF2-40B4-BE49-F238E27FC236}">
                    <a16:creationId xmlns:a16="http://schemas.microsoft.com/office/drawing/2014/main" id="{02353E31-BC57-4A1A-862F-3F44048A0EB1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11200" y="1964690"/>
                <a:ext cx="247015" cy="276860"/>
              </a:xfrm>
              <a:prstGeom prst="rect">
                <a:avLst/>
              </a:prstGeom>
              <a:noFill/>
            </p:spPr>
            <p:txBody>
              <a:bodyPr vert="horz" wrap="square" lIns="91440" tIns="45720" rIns="91440" bIns="45720" numCol="1" anchor="t">
                <a:spAutoFit/>
              </a:bodyPr>
              <a:lstStyle/>
              <a:p>
                <a:pPr marL="0" indent="0" latinLnBrk="0">
                  <a:buFontTx/>
                  <a:buNone/>
                </a:pPr>
                <a:r>
                  <a:rPr lang="ko-KR" altLang="ko-KR" sz="1200" b="1">
                    <a:ln w="9525" cap="flat" cmpd="sng"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  <a:prstDash val="solid"/>
                    </a:ln>
                    <a:solidFill>
                      <a:srgbClr val="3378C8"/>
                    </a:solidFill>
                    <a:latin typeface="세방고딕 Bold" charset="0"/>
                    <a:ea typeface="세방고딕 Bold" charset="0"/>
                  </a:rPr>
                  <a:t>▼</a:t>
                </a:r>
                <a:endParaRPr lang="ko-KR" altLang="en-US" sz="12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/>
                  </a:solidFill>
                  <a:latin typeface="세방고딕 Bold" charset="0"/>
                  <a:ea typeface="세방고딕 Bold" charset="0"/>
                </a:endParaRPr>
              </a:p>
            </p:txBody>
          </p:sp>
        </p:grpSp>
      </p:grpSp>
      <p:pic>
        <p:nvPicPr>
          <p:cNvPr id="34" name="Picture ">
            <a:extLst>
              <a:ext uri="{FF2B5EF4-FFF2-40B4-BE49-F238E27FC236}">
                <a16:creationId xmlns:a16="http://schemas.microsoft.com/office/drawing/2014/main" id="{1F5BE140-AC4D-4629-8746-8F0F92FCD901}"/>
              </a:ext>
            </a:extLst>
          </p:cNvPr>
          <p:cNvPicPr>
            <a:picLocks noChangeAspect="1"/>
          </p:cNvPicPr>
          <p:nvPr/>
        </p:nvPicPr>
        <p:blipFill rotWithShape="1">
          <a:blip r:embed="rId8" cstate="hqprint">
            <a:duotone>
              <a:srgbClr val="2E6CA5"/>
              <a:prstClr val="white"/>
            </a:duotone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0800000" flipV="1">
            <a:off x="0" y="1808480"/>
            <a:ext cx="12192635" cy="342900"/>
          </a:xfrm>
          <a:prstGeom prst="rect">
            <a:avLst/>
          </a:prstGeom>
          <a:noFill/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7D9DFA52-142C-47E5-B870-DC6BA18C0D62}"/>
              </a:ext>
            </a:extLst>
          </p:cNvPr>
          <p:cNvSpPr txBox="1"/>
          <p:nvPr/>
        </p:nvSpPr>
        <p:spPr>
          <a:xfrm>
            <a:off x="6419850" y="2597150"/>
            <a:ext cx="4717415" cy="2862322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>
            <a:spAutoFit/>
          </a:bodyPr>
          <a:lstStyle/>
          <a:p>
            <a:pPr marL="342900" indent="-342900" latinLnBrk="0">
              <a:buFont typeface="+mj-lt"/>
              <a:buAutoNum type="arabicPeriod"/>
            </a:pPr>
            <a:r>
              <a:rPr lang="ko-KR" altLang="en-US" b="1" dirty="0"/>
              <a:t>사전 학습시킨 추천엔진에 전달해 날씨에 맞는 음식 카테고리를 추천 받는다</a:t>
            </a:r>
            <a:r>
              <a:rPr lang="en-US" altLang="ko-KR" b="1" dirty="0"/>
              <a:t>.</a:t>
            </a:r>
            <a:endParaRPr lang="ko-KR" altLang="en-US" b="1" dirty="0"/>
          </a:p>
          <a:p>
            <a:pPr marL="342900" indent="-342900" latinLnBrk="0">
              <a:buFont typeface="+mj-lt"/>
              <a:buAutoNum type="arabicPeriod"/>
            </a:pPr>
            <a:endParaRPr lang="ko-KR" altLang="en-US" b="1" dirty="0"/>
          </a:p>
          <a:p>
            <a:pPr marL="342900" indent="-342900" latinLnBrk="0">
              <a:buFont typeface="+mj-lt"/>
              <a:buAutoNum type="arabicPeriod"/>
            </a:pPr>
            <a:r>
              <a:rPr lang="ko-KR" altLang="en-US" b="1" dirty="0"/>
              <a:t>브라우저에서 얻은 기타정보와 추천 목록을 로그로 남기고 클라이언트에 돌려준다</a:t>
            </a:r>
            <a:r>
              <a:rPr lang="en-US" altLang="ko-KR" b="1" dirty="0"/>
              <a:t>.</a:t>
            </a:r>
            <a:endParaRPr lang="ko-KR" altLang="en-US" b="1" dirty="0"/>
          </a:p>
          <a:p>
            <a:pPr marL="342900" indent="-342900" latinLnBrk="0">
              <a:buFont typeface="+mj-lt"/>
              <a:buAutoNum type="arabicPeriod"/>
            </a:pPr>
            <a:endParaRPr lang="ko-KR" altLang="en-US" b="1" dirty="0"/>
          </a:p>
          <a:p>
            <a:pPr marL="342900" indent="-342900" latinLnBrk="0">
              <a:buFont typeface="+mj-lt"/>
              <a:buAutoNum type="arabicPeriod"/>
            </a:pPr>
            <a:r>
              <a:rPr lang="ko-KR" altLang="ko-KR" b="1" dirty="0"/>
              <a:t>피드백을 반영해 1순위 음식의 </a:t>
            </a:r>
            <a:endParaRPr lang="ko-KR" altLang="en-US" b="1" dirty="0"/>
          </a:p>
          <a:p>
            <a:pPr marL="342900" indent="-342900" latinLnBrk="0">
              <a:buFontTx/>
              <a:buNone/>
            </a:pPr>
            <a:r>
              <a:rPr lang="ko-KR" altLang="ko-KR" b="1" dirty="0"/>
              <a:t>    가게 목록을 추천하도록 수정</a:t>
            </a:r>
            <a:endParaRPr lang="ko-KR" altLang="en-US" b="1" dirty="0"/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2BA5CC59-9B4C-4C8C-A5C0-D1220E4F583B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2935" y="2627630"/>
            <a:ext cx="5257165" cy="3312795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15859880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635" cy="6858635"/>
          </a:xfrm>
          <a:prstGeom prst="rect">
            <a:avLst/>
          </a:prstGeom>
          <a:noFill/>
        </p:spPr>
      </p:pic>
      <p:pic>
        <p:nvPicPr>
          <p:cNvPr id="3" name="Picture 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78" b="11486"/>
          <a:stretch>
            <a:fillRect/>
          </a:stretch>
        </p:blipFill>
        <p:spPr>
          <a:xfrm>
            <a:off x="7589520" y="4695190"/>
            <a:ext cx="4603115" cy="2163445"/>
          </a:xfrm>
          <a:prstGeom prst="rect">
            <a:avLst/>
          </a:prstGeom>
          <a:noFill/>
        </p:spPr>
      </p:pic>
      <p:sp>
        <p:nvSpPr>
          <p:cNvPr id="4" name="Rect 0"/>
          <p:cNvSpPr>
            <a:spLocks/>
          </p:cNvSpPr>
          <p:nvPr/>
        </p:nvSpPr>
        <p:spPr>
          <a:xfrm flipH="1" flipV="1">
            <a:off x="173990" y="70485"/>
            <a:ext cx="12018645" cy="1221740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49847"/>
            </a:schemeClr>
          </a:solidFill>
          <a:ln w="0">
            <a:noFill/>
            <a:prstDash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/>
          </a:p>
        </p:txBody>
      </p:sp>
      <p:grpSp>
        <p:nvGrpSpPr>
          <p:cNvPr id="5" name="Group 5"/>
          <p:cNvGrpSpPr/>
          <p:nvPr/>
        </p:nvGrpSpPr>
        <p:grpSpPr>
          <a:xfrm>
            <a:off x="375920" y="333375"/>
            <a:ext cx="5949315" cy="831215"/>
            <a:chOff x="375920" y="333375"/>
            <a:chExt cx="5949315" cy="831215"/>
          </a:xfrm>
        </p:grpSpPr>
        <p:sp>
          <p:nvSpPr>
            <p:cNvPr id="6" name="Rect 0"/>
            <p:cNvSpPr txBox="1">
              <a:spLocks/>
            </p:cNvSpPr>
            <p:nvPr/>
          </p:nvSpPr>
          <p:spPr>
            <a:xfrm>
              <a:off x="1461770" y="366395"/>
              <a:ext cx="2252980" cy="276860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</a:pPr>
              <a:r>
                <a:rPr lang="en-US" altLang="ko-KR" sz="12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>
                      <a:alpha val="49847"/>
                    </a:srgbClr>
                  </a:solidFill>
                  <a:latin typeface="세방고딕 Regular" charset="0"/>
                  <a:ea typeface="세방고딕 Regular" charset="0"/>
                </a:rPr>
                <a:t>K-Digital Training</a:t>
              </a:r>
              <a:endParaRPr lang="ko-KR" altLang="en-US" sz="1200" b="1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>
                    <a:alpha val="49847"/>
                  </a:srgb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7" name="Rect 0"/>
            <p:cNvSpPr txBox="1">
              <a:spLocks/>
            </p:cNvSpPr>
            <p:nvPr/>
          </p:nvSpPr>
          <p:spPr>
            <a:xfrm>
              <a:off x="1461770" y="584835"/>
              <a:ext cx="4863465" cy="52260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r>
                <a:rPr lang="ko-KR" altLang="en-US" sz="2800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charset="0"/>
                  <a:ea typeface="세방고딕 Bold" charset="0"/>
                </a:rPr>
                <a:t>프로젝트 수행 경과</a:t>
              </a:r>
            </a:p>
          </p:txBody>
        </p:sp>
        <p:sp>
          <p:nvSpPr>
            <p:cNvPr id="8" name="Rect 0"/>
            <p:cNvSpPr txBox="1">
              <a:spLocks/>
            </p:cNvSpPr>
            <p:nvPr/>
          </p:nvSpPr>
          <p:spPr>
            <a:xfrm>
              <a:off x="375920" y="333375"/>
              <a:ext cx="1267460" cy="831215"/>
            </a:xfrm>
            <a:prstGeom prst="rect">
              <a:avLst/>
            </a:prstGeom>
            <a:noFill/>
          </p:spPr>
          <p:txBody>
            <a:bodyPr vert="horz" wrap="square" lIns="91440" tIns="0" rIns="91440" bIns="0" numCol="1" anchor="t">
              <a:spAutoFit/>
            </a:bodyPr>
            <a:lstStyle/>
            <a:p>
              <a:pPr marL="0" indent="0" eaLnBrk="1" fontAlgn="auto" latinLnBrk="1" hangingPunct="1">
                <a:spcBef>
                  <a:spcPts val="0"/>
                </a:spcBef>
                <a:spcAft>
                  <a:spcPts val="0"/>
                </a:spcAft>
                <a:buFontTx/>
                <a:buNone/>
                <a:defRPr/>
              </a:pPr>
              <a:r>
                <a:rPr lang="en-US" altLang="ko-KR" sz="5400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/>
                  </a:solidFill>
                  <a:latin typeface="세방고딕 Bold" charset="0"/>
                  <a:ea typeface="세방고딕 Bold" charset="0"/>
                </a:rPr>
                <a:t>03</a:t>
              </a:r>
              <a:endParaRPr lang="ko-KR" altLang="en-US" sz="54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/>
                </a:solidFill>
                <a:latin typeface="세방고딕 Bold" charset="0"/>
                <a:ea typeface="세방고딕 Bold" charset="0"/>
              </a:endParaRPr>
            </a:p>
          </p:txBody>
        </p:sp>
      </p:grpSp>
      <p:sp>
        <p:nvSpPr>
          <p:cNvPr id="13" name="Rect 0"/>
          <p:cNvSpPr txBox="1">
            <a:spLocks/>
          </p:cNvSpPr>
          <p:nvPr/>
        </p:nvSpPr>
        <p:spPr>
          <a:xfrm>
            <a:off x="0" y="0"/>
            <a:ext cx="12192635" cy="114935"/>
          </a:xfrm>
          <a:prstGeom prst="rect">
            <a:avLst/>
          </a:prstGeom>
          <a:solidFill>
            <a:srgbClr val="FFD85C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sp>
        <p:nvSpPr>
          <p:cNvPr id="14" name="Rect 0"/>
          <p:cNvSpPr txBox="1">
            <a:spLocks/>
          </p:cNvSpPr>
          <p:nvPr/>
        </p:nvSpPr>
        <p:spPr>
          <a:xfrm>
            <a:off x="0" y="0"/>
            <a:ext cx="1337310" cy="114935"/>
          </a:xfrm>
          <a:prstGeom prst="rect">
            <a:avLst/>
          </a:prstGeom>
          <a:solidFill>
            <a:srgbClr val="3378C8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pic>
        <p:nvPicPr>
          <p:cNvPr id="55" name="Picture 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7803"/>
          <a:stretch>
            <a:fillRect/>
          </a:stretch>
        </p:blipFill>
        <p:spPr>
          <a:xfrm rot="5400000">
            <a:off x="-476250" y="2466975"/>
            <a:ext cx="1439545" cy="486410"/>
          </a:xfrm>
          <a:prstGeom prst="rect">
            <a:avLst/>
          </a:prstGeom>
          <a:noFill/>
        </p:spPr>
      </p:pic>
      <p:grpSp>
        <p:nvGrpSpPr>
          <p:cNvPr id="56" name="Group 5"/>
          <p:cNvGrpSpPr/>
          <p:nvPr/>
        </p:nvGrpSpPr>
        <p:grpSpPr>
          <a:xfrm>
            <a:off x="10667365" y="6576695"/>
            <a:ext cx="1076325" cy="151130"/>
            <a:chOff x="10667365" y="6576695"/>
            <a:chExt cx="1076325" cy="151130"/>
          </a:xfrm>
        </p:grpSpPr>
        <p:pic>
          <p:nvPicPr>
            <p:cNvPr id="57" name="Picture "/>
            <p:cNvPicPr>
              <a:picLocks noChangeAspect="1"/>
            </p:cNvPicPr>
            <p:nvPr/>
          </p:nvPicPr>
          <p:blipFill rotWithShape="1">
            <a:blip r:embed="rId5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 bwMode="auto">
            <a:xfrm>
              <a:off x="11269345" y="6576695"/>
              <a:ext cx="474345" cy="151130"/>
            </a:xfrm>
            <a:prstGeom prst="rect">
              <a:avLst/>
            </a:prstGeom>
            <a:noFill/>
          </p:spPr>
        </p:pic>
        <p:pic>
          <p:nvPicPr>
            <p:cNvPr id="58" name="Picture "/>
            <p:cNvPicPr>
              <a:picLocks noChangeAspect="1"/>
            </p:cNvPicPr>
            <p:nvPr/>
          </p:nvPicPr>
          <p:blipFill rotWithShape="1">
            <a:blip r:embed="rId6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10667365" y="6576695"/>
              <a:ext cx="478155" cy="142875"/>
            </a:xfrm>
            <a:prstGeom prst="rect">
              <a:avLst/>
            </a:prstGeom>
            <a:noFill/>
          </p:spPr>
        </p:pic>
      </p:grpSp>
      <p:grpSp>
        <p:nvGrpSpPr>
          <p:cNvPr id="21" name="Group 5">
            <a:extLst>
              <a:ext uri="{FF2B5EF4-FFF2-40B4-BE49-F238E27FC236}">
                <a16:creationId xmlns:a16="http://schemas.microsoft.com/office/drawing/2014/main" id="{7560DF4A-0C0C-4C91-8522-4FD22A1AE06D}"/>
              </a:ext>
            </a:extLst>
          </p:cNvPr>
          <p:cNvGrpSpPr/>
          <p:nvPr/>
        </p:nvGrpSpPr>
        <p:grpSpPr>
          <a:xfrm>
            <a:off x="488315" y="1358900"/>
            <a:ext cx="10527030" cy="370205"/>
            <a:chOff x="488315" y="1358900"/>
            <a:chExt cx="10527030" cy="370205"/>
          </a:xfrm>
        </p:grpSpPr>
        <p:sp>
          <p:nvSpPr>
            <p:cNvPr id="22" name="Rect 0">
              <a:extLst>
                <a:ext uri="{FF2B5EF4-FFF2-40B4-BE49-F238E27FC236}">
                  <a16:creationId xmlns:a16="http://schemas.microsoft.com/office/drawing/2014/main" id="{DFC104FE-45E0-4C38-BA71-DD9DE25748BC}"/>
                </a:ext>
              </a:extLst>
            </p:cNvPr>
            <p:cNvSpPr txBox="1">
              <a:spLocks/>
            </p:cNvSpPr>
            <p:nvPr/>
          </p:nvSpPr>
          <p:spPr>
            <a:xfrm>
              <a:off x="690245" y="1358900"/>
              <a:ext cx="10325100" cy="37020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endParaRPr lang="ko-KR" altLang="en-US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23" name="Rect 0">
              <a:extLst>
                <a:ext uri="{FF2B5EF4-FFF2-40B4-BE49-F238E27FC236}">
                  <a16:creationId xmlns:a16="http://schemas.microsoft.com/office/drawing/2014/main" id="{2692BDCC-DA2C-42BB-8BF2-A2C0A6E181A7}"/>
                </a:ext>
              </a:extLst>
            </p:cNvPr>
            <p:cNvSpPr>
              <a:spLocks/>
            </p:cNvSpPr>
            <p:nvPr/>
          </p:nvSpPr>
          <p:spPr>
            <a:xfrm>
              <a:off x="488315" y="1468120"/>
              <a:ext cx="101600" cy="114300"/>
            </a:xfrm>
            <a:custGeom>
              <a:avLst/>
              <a:gdLst>
                <a:gd name="TX0" fmla="*/ 428021 w 450215"/>
                <a:gd name="TY0" fmla="*/ 214932 h 506846"/>
                <a:gd name="TX1" fmla="*/ 66705 w 450215"/>
                <a:gd name="TY1" fmla="*/ 6045 h 506846"/>
                <a:gd name="TX2" fmla="*/ 0 w 450215"/>
                <a:gd name="TY2" fmla="*/ 44511 h 506846"/>
                <a:gd name="TX3" fmla="*/ 0 w 450215"/>
                <a:gd name="TY3" fmla="*/ 462326 h 506846"/>
                <a:gd name="TX4" fmla="*/ 66705 w 450215"/>
                <a:gd name="TY4" fmla="*/ 500812 h 506846"/>
                <a:gd name="TX5" fmla="*/ 428021 w 450215"/>
                <a:gd name="TY5" fmla="*/ 291905 h 506846"/>
                <a:gd name="TX6" fmla="*/ 428021 w 450215"/>
                <a:gd name="TY6" fmla="*/ 214932 h 506846"/>
              </a:gdLst>
              <a:ahLst/>
              <a:cxnLst>
                <a:cxn ang="0">
                  <a:pos x="TX0" y="TY0"/>
                </a:cxn>
                <a:cxn ang="0">
                  <a:pos x="TX1" y="TY1"/>
                </a:cxn>
                <a:cxn ang="0">
                  <a:pos x="TX2" y="TY2"/>
                </a:cxn>
                <a:cxn ang="0">
                  <a:pos x="TX3" y="TY3"/>
                </a:cxn>
                <a:cxn ang="0">
                  <a:pos x="TX4" y="TY4"/>
                </a:cxn>
                <a:cxn ang="0">
                  <a:pos x="TX5" y="TY5"/>
                </a:cxn>
                <a:cxn ang="0">
                  <a:pos x="TX6" y="TY6"/>
                </a:cxn>
              </a:cxnLst>
              <a:rect l="l" t="t" r="r" b="b"/>
              <a:pathLst>
                <a:path w="450215" h="506846">
                  <a:moveTo>
                    <a:pt x="428021" y="214932"/>
                  </a:moveTo>
                  <a:lnTo>
                    <a:pt x="66705" y="6045"/>
                  </a:lnTo>
                  <a:cubicBezTo>
                    <a:pt x="37072" y="-11108"/>
                    <a:pt x="0" y="10287"/>
                    <a:pt x="0" y="44511"/>
                  </a:cubicBezTo>
                  <a:lnTo>
                    <a:pt x="0" y="462326"/>
                  </a:lnTo>
                  <a:cubicBezTo>
                    <a:pt x="0" y="496550"/>
                    <a:pt x="37072" y="517945"/>
                    <a:pt x="66705" y="500812"/>
                  </a:cubicBezTo>
                  <a:lnTo>
                    <a:pt x="428021" y="291905"/>
                  </a:lnTo>
                  <a:cubicBezTo>
                    <a:pt x="457613" y="274793"/>
                    <a:pt x="457613" y="232064"/>
                    <a:pt x="428021" y="214932"/>
                  </a:cubicBezTo>
                  <a:close/>
                </a:path>
              </a:pathLst>
            </a:custGeom>
            <a:solidFill>
              <a:srgbClr val="3378C8"/>
            </a:solidFill>
            <a:ln w="0">
              <a:noFill/>
              <a:prstDash/>
            </a:ln>
            <a:effectLst>
              <a:outerShdw blurRad="50800" dist="38100" dir="5400000" algn="t" rotWithShape="0">
                <a:srgbClr val="3378C8">
                  <a:alpha val="40000"/>
                </a:srgbClr>
              </a:outerShdw>
            </a:effectLst>
          </p:spPr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latinLnBrk="0">
                <a:buFontTx/>
                <a:buNone/>
              </a:pPr>
              <a:endParaRPr lang="ko-KR" altLang="en-US"/>
            </a:p>
          </p:txBody>
        </p:sp>
      </p:grpSp>
      <p:sp>
        <p:nvSpPr>
          <p:cNvPr id="24" name="Rect 0">
            <a:extLst>
              <a:ext uri="{FF2B5EF4-FFF2-40B4-BE49-F238E27FC236}">
                <a16:creationId xmlns:a16="http://schemas.microsoft.com/office/drawing/2014/main" id="{B0D1BC5F-4588-4EAF-AC52-4A96B9DFF3F0}"/>
              </a:ext>
            </a:extLst>
          </p:cNvPr>
          <p:cNvSpPr txBox="1">
            <a:spLocks/>
          </p:cNvSpPr>
          <p:nvPr/>
        </p:nvSpPr>
        <p:spPr>
          <a:xfrm>
            <a:off x="635635" y="1314450"/>
            <a:ext cx="5794375" cy="492125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>
            <a:spAutoFit/>
          </a:bodyPr>
          <a:lstStyle/>
          <a:p>
            <a:pPr marL="0" indent="0" latinLnBrk="0">
              <a:buFontTx/>
              <a:buNone/>
              <a:defRPr/>
            </a:pPr>
            <a:r>
              <a:rPr lang="en-US" altLang="ko-KR" sz="26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3-1 </a:t>
            </a:r>
            <a:r>
              <a:rPr lang="ko-KR" altLang="en-US" sz="26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화면 설계 </a:t>
            </a:r>
            <a:r>
              <a:rPr lang="en-US" altLang="ko-KR" sz="26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(4/4)</a:t>
            </a:r>
            <a:endParaRPr lang="ko-KR" altLang="en-US" sz="2600" dirty="0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chemeClr val="tx1">
                  <a:lumMod val="65000"/>
                  <a:lumOff val="35000"/>
                </a:schemeClr>
              </a:solidFill>
              <a:latin typeface="맑은 고딕" charset="0"/>
              <a:ea typeface="세방고딕 Bold" charset="0"/>
            </a:endParaRPr>
          </a:p>
        </p:txBody>
      </p:sp>
      <p:grpSp>
        <p:nvGrpSpPr>
          <p:cNvPr id="25" name="Group 5">
            <a:extLst>
              <a:ext uri="{FF2B5EF4-FFF2-40B4-BE49-F238E27FC236}">
                <a16:creationId xmlns:a16="http://schemas.microsoft.com/office/drawing/2014/main" id="{C255D616-113F-42E1-AF88-90F77419867F}"/>
              </a:ext>
            </a:extLst>
          </p:cNvPr>
          <p:cNvGrpSpPr/>
          <p:nvPr/>
        </p:nvGrpSpPr>
        <p:grpSpPr>
          <a:xfrm>
            <a:off x="473710" y="1906905"/>
            <a:ext cx="11410950" cy="379730"/>
            <a:chOff x="473710" y="1906905"/>
            <a:chExt cx="11410950" cy="379730"/>
          </a:xfrm>
        </p:grpSpPr>
        <p:sp>
          <p:nvSpPr>
            <p:cNvPr id="26" name="Rect 0">
              <a:extLst>
                <a:ext uri="{FF2B5EF4-FFF2-40B4-BE49-F238E27FC236}">
                  <a16:creationId xmlns:a16="http://schemas.microsoft.com/office/drawing/2014/main" id="{C7385883-E973-41A5-8BD7-54C9A9D21EF0}"/>
                </a:ext>
              </a:extLst>
            </p:cNvPr>
            <p:cNvSpPr>
              <a:spLocks/>
            </p:cNvSpPr>
            <p:nvPr/>
          </p:nvSpPr>
          <p:spPr>
            <a:xfrm>
              <a:off x="473710" y="1906905"/>
              <a:ext cx="11219180" cy="379730"/>
            </a:xfrm>
            <a:prstGeom prst="roundRect">
              <a:avLst/>
            </a:prstGeom>
            <a:solidFill>
              <a:srgbClr val="3378C8"/>
            </a:solidFill>
            <a:ln w="0">
              <a:noFill/>
              <a:prstDash/>
            </a:ln>
            <a:effectLst>
              <a:outerShdw dist="38100" dir="2700000" algn="tl" rotWithShape="0">
                <a:srgbClr val="3378C8">
                  <a:alpha val="4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algn="ctr" latinLnBrk="0">
                <a:buFontTx/>
                <a:buNone/>
              </a:pPr>
              <a:endParaRPr lang="ko-KR" altLang="en-US"/>
            </a:p>
          </p:txBody>
        </p:sp>
        <p:sp>
          <p:nvSpPr>
            <p:cNvPr id="27" name="Rect 0">
              <a:extLst>
                <a:ext uri="{FF2B5EF4-FFF2-40B4-BE49-F238E27FC236}">
                  <a16:creationId xmlns:a16="http://schemas.microsoft.com/office/drawing/2014/main" id="{3F961E97-5C86-43D2-B581-607CB6555DDE}"/>
                </a:ext>
              </a:extLst>
            </p:cNvPr>
            <p:cNvSpPr txBox="1">
              <a:spLocks/>
            </p:cNvSpPr>
            <p:nvPr/>
          </p:nvSpPr>
          <p:spPr>
            <a:xfrm>
              <a:off x="994410" y="1945640"/>
              <a:ext cx="10890250" cy="307340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r>
                <a:rPr lang="ko-KR" altLang="en-US" sz="1400" b="1" dirty="0" err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bg1"/>
                  </a:solidFill>
                  <a:latin typeface="세방고딕 Regular" charset="0"/>
                  <a:ea typeface="세방고딕 Regular" charset="0"/>
                </a:rPr>
                <a:t>플로팅</a:t>
              </a:r>
              <a:r>
                <a:rPr lang="ko-KR" altLang="en-US" sz="1400" b="1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bg1"/>
                  </a:solidFill>
                  <a:latin typeface="세방고딕 Regular" charset="0"/>
                  <a:ea typeface="세방고딕 Regular" charset="0"/>
                </a:rPr>
                <a:t> 메뉴</a:t>
              </a:r>
            </a:p>
          </p:txBody>
        </p:sp>
        <p:grpSp>
          <p:nvGrpSpPr>
            <p:cNvPr id="28" name="Group 5">
              <a:extLst>
                <a:ext uri="{FF2B5EF4-FFF2-40B4-BE49-F238E27FC236}">
                  <a16:creationId xmlns:a16="http://schemas.microsoft.com/office/drawing/2014/main" id="{83C349EC-C586-462B-8496-82EE16CADF69}"/>
                </a:ext>
              </a:extLst>
            </p:cNvPr>
            <p:cNvGrpSpPr/>
            <p:nvPr/>
          </p:nvGrpSpPr>
          <p:grpSpPr>
            <a:xfrm>
              <a:off x="711200" y="1964690"/>
              <a:ext cx="283845" cy="276860"/>
              <a:chOff x="711200" y="1964690"/>
              <a:chExt cx="283845" cy="276860"/>
            </a:xfrm>
          </p:grpSpPr>
          <p:sp>
            <p:nvSpPr>
              <p:cNvPr id="30" name="Rect 0">
                <a:extLst>
                  <a:ext uri="{FF2B5EF4-FFF2-40B4-BE49-F238E27FC236}">
                    <a16:creationId xmlns:a16="http://schemas.microsoft.com/office/drawing/2014/main" id="{3A358FF1-D287-464C-A9AB-CA3F909A25B9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760730" y="1968500"/>
                <a:ext cx="234315" cy="234315"/>
              </a:xfrm>
              <a:prstGeom prst="ellipse">
                <a:avLst/>
              </a:prstGeom>
              <a:solidFill>
                <a:schemeClr val="bg1"/>
              </a:solidFill>
              <a:ln w="0">
                <a:noFill/>
                <a:prstDash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square" lIns="91440" tIns="45720" rIns="91440" bIns="45720" numCol="1" anchor="ctr">
                <a:noAutofit/>
              </a:bodyPr>
              <a:lstStyle/>
              <a:p>
                <a:pPr marL="0" indent="0" algn="ctr" latinLnBrk="0">
                  <a:buFontTx/>
                  <a:buNone/>
                </a:pPr>
                <a:endParaRPr lang="ko-KR" altLang="en-US"/>
              </a:p>
            </p:txBody>
          </p:sp>
          <p:sp>
            <p:nvSpPr>
              <p:cNvPr id="31" name="Rect 0">
                <a:extLst>
                  <a:ext uri="{FF2B5EF4-FFF2-40B4-BE49-F238E27FC236}">
                    <a16:creationId xmlns:a16="http://schemas.microsoft.com/office/drawing/2014/main" id="{02353E31-BC57-4A1A-862F-3F44048A0EB1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11200" y="1964690"/>
                <a:ext cx="247015" cy="276860"/>
              </a:xfrm>
              <a:prstGeom prst="rect">
                <a:avLst/>
              </a:prstGeom>
              <a:noFill/>
            </p:spPr>
            <p:txBody>
              <a:bodyPr vert="horz" wrap="square" lIns="91440" tIns="45720" rIns="91440" bIns="45720" numCol="1" anchor="t">
                <a:spAutoFit/>
              </a:bodyPr>
              <a:lstStyle/>
              <a:p>
                <a:pPr marL="0" indent="0" latinLnBrk="0">
                  <a:buFontTx/>
                  <a:buNone/>
                </a:pPr>
                <a:r>
                  <a:rPr lang="ko-KR" altLang="ko-KR" sz="1200" b="1">
                    <a:ln w="9525" cap="flat" cmpd="sng"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  <a:prstDash val="solid"/>
                    </a:ln>
                    <a:solidFill>
                      <a:srgbClr val="3378C8"/>
                    </a:solidFill>
                    <a:latin typeface="세방고딕 Bold" charset="0"/>
                    <a:ea typeface="세방고딕 Bold" charset="0"/>
                  </a:rPr>
                  <a:t>▼</a:t>
                </a:r>
                <a:endParaRPr lang="ko-KR" altLang="en-US" sz="12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/>
                  </a:solidFill>
                  <a:latin typeface="세방고딕 Bold" charset="0"/>
                  <a:ea typeface="세방고딕 Bold" charset="0"/>
                </a:endParaRPr>
              </a:p>
            </p:txBody>
          </p:sp>
        </p:grpSp>
      </p:grpSp>
      <p:pic>
        <p:nvPicPr>
          <p:cNvPr id="34" name="Picture ">
            <a:extLst>
              <a:ext uri="{FF2B5EF4-FFF2-40B4-BE49-F238E27FC236}">
                <a16:creationId xmlns:a16="http://schemas.microsoft.com/office/drawing/2014/main" id="{1F5BE140-AC4D-4629-8746-8F0F92FCD901}"/>
              </a:ext>
            </a:extLst>
          </p:cNvPr>
          <p:cNvPicPr>
            <a:picLocks noChangeAspect="1"/>
          </p:cNvPicPr>
          <p:nvPr/>
        </p:nvPicPr>
        <p:blipFill rotWithShape="1">
          <a:blip r:embed="rId7" cstate="hqprint">
            <a:duotone>
              <a:srgbClr val="2E6CA5"/>
              <a:prstClr val="white"/>
            </a:duotone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0800000" flipV="1">
            <a:off x="0" y="1808480"/>
            <a:ext cx="12192635" cy="342900"/>
          </a:xfrm>
          <a:prstGeom prst="rect">
            <a:avLst/>
          </a:prstGeom>
          <a:noFill/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7D9DFA52-142C-47E5-B870-DC6BA18C0D62}"/>
              </a:ext>
            </a:extLst>
          </p:cNvPr>
          <p:cNvSpPr txBox="1"/>
          <p:nvPr/>
        </p:nvSpPr>
        <p:spPr>
          <a:xfrm>
            <a:off x="6275705" y="2629535"/>
            <a:ext cx="471678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ko-KR" altLang="en-US" b="1" dirty="0"/>
              <a:t>추천 목록 외 사용자가 원하는 음식을 </a:t>
            </a:r>
            <a:r>
              <a:rPr lang="en-US" altLang="ko-KR" b="1" dirty="0"/>
              <a:t>  </a:t>
            </a:r>
            <a:r>
              <a:rPr lang="ko-KR" altLang="en-US" b="1" dirty="0"/>
              <a:t>선택 가능한 </a:t>
            </a:r>
            <a:r>
              <a:rPr lang="ko-KR" altLang="en-US" b="1" dirty="0" err="1"/>
              <a:t>플로팅</a:t>
            </a:r>
            <a:r>
              <a:rPr lang="ko-KR" altLang="en-US" b="1" dirty="0"/>
              <a:t> 메뉴</a:t>
            </a:r>
            <a:endParaRPr lang="en-US" altLang="ko-KR" b="1" dirty="0"/>
          </a:p>
          <a:p>
            <a:pPr marL="342900" indent="-342900">
              <a:buAutoNum type="arabicPeriod"/>
            </a:pPr>
            <a:endParaRPr lang="en-US" altLang="ko-KR" b="1" dirty="0"/>
          </a:p>
          <a:p>
            <a:pPr marL="342900" indent="-342900">
              <a:buAutoNum type="arabicPeriod"/>
            </a:pPr>
            <a:r>
              <a:rPr lang="ko-KR" altLang="en-US" b="1" dirty="0"/>
              <a:t>사용자 위치 주변에서 선택한 음식점   목록을 추천</a:t>
            </a:r>
            <a:endParaRPr lang="en-US" altLang="ko-KR" b="1" dirty="0"/>
          </a:p>
          <a:p>
            <a:pPr marL="342900" indent="-342900">
              <a:buAutoNum type="arabicPeriod"/>
            </a:pPr>
            <a:endParaRPr lang="en-US" altLang="ko-KR" b="1" dirty="0"/>
          </a:p>
          <a:p>
            <a:pPr marL="342900" indent="-342900">
              <a:buAutoNum type="arabicPeriod"/>
            </a:pPr>
            <a:r>
              <a:rPr lang="ko-KR" altLang="en-US" b="1" dirty="0"/>
              <a:t>추후 서비스 중 수집된 로그를 모델이 학습하여 로그 기반 추천으로 전환 가능</a:t>
            </a:r>
          </a:p>
        </p:txBody>
      </p: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8B1D507D-3492-4084-B8A6-90AB22D08238}"/>
              </a:ext>
            </a:extLst>
          </p:cNvPr>
          <p:cNvGrpSpPr/>
          <p:nvPr/>
        </p:nvGrpSpPr>
        <p:grpSpPr>
          <a:xfrm>
            <a:off x="635635" y="2653665"/>
            <a:ext cx="5067935" cy="2915285"/>
            <a:chOff x="635635" y="2653665"/>
            <a:chExt cx="5067935" cy="2915285"/>
          </a:xfrm>
        </p:grpSpPr>
        <p:pic>
          <p:nvPicPr>
            <p:cNvPr id="15" name="그림 14">
              <a:extLst>
                <a:ext uri="{FF2B5EF4-FFF2-40B4-BE49-F238E27FC236}">
                  <a16:creationId xmlns:a16="http://schemas.microsoft.com/office/drawing/2014/main" id="{D96C9075-E441-48E0-A498-AAC47980DEE2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35635" y="2653665"/>
              <a:ext cx="5067935" cy="2915285"/>
            </a:xfrm>
            <a:prstGeom prst="rect">
              <a:avLst/>
            </a:prstGeom>
            <a:ln w="3175" cap="sq">
              <a:solidFill>
                <a:srgbClr val="000000"/>
              </a:solidFill>
              <a:miter lim="800000"/>
            </a:ln>
            <a:effectLst>
              <a:outerShdw blurRad="57150" dist="50800" dir="2700000" algn="tl" rotWithShape="0">
                <a:srgbClr val="000000">
                  <a:alpha val="40000"/>
                </a:srgbClr>
              </a:outerShdw>
            </a:effectLst>
          </p:spPr>
        </p:pic>
        <p:sp>
          <p:nvSpPr>
            <p:cNvPr id="16" name="직사각형 15">
              <a:extLst>
                <a:ext uri="{FF2B5EF4-FFF2-40B4-BE49-F238E27FC236}">
                  <a16:creationId xmlns:a16="http://schemas.microsoft.com/office/drawing/2014/main" id="{E2AEB3F9-6117-4439-B57F-8CA0292777F5}"/>
                </a:ext>
              </a:extLst>
            </p:cNvPr>
            <p:cNvSpPr/>
            <p:nvPr/>
          </p:nvSpPr>
          <p:spPr>
            <a:xfrm>
              <a:off x="3287395" y="2710180"/>
              <a:ext cx="2416175" cy="2788920"/>
            </a:xfrm>
            <a:prstGeom prst="rect">
              <a:avLst/>
            </a:prstGeom>
            <a:noFill/>
            <a:ln w="38100">
              <a:solidFill>
                <a:srgbClr val="E60000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9259209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2" y="57467"/>
            <a:ext cx="12192635" cy="6858635"/>
          </a:xfrm>
          <a:prstGeom prst="rect">
            <a:avLst/>
          </a:prstGeom>
          <a:noFill/>
        </p:spPr>
      </p:pic>
      <p:pic>
        <p:nvPicPr>
          <p:cNvPr id="3" name="Picture 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78" b="11486"/>
          <a:stretch>
            <a:fillRect/>
          </a:stretch>
        </p:blipFill>
        <p:spPr>
          <a:xfrm>
            <a:off x="7589520" y="4695190"/>
            <a:ext cx="4603115" cy="2163445"/>
          </a:xfrm>
          <a:prstGeom prst="rect">
            <a:avLst/>
          </a:prstGeom>
          <a:noFill/>
        </p:spPr>
      </p:pic>
      <p:sp>
        <p:nvSpPr>
          <p:cNvPr id="4" name="Rect 0"/>
          <p:cNvSpPr>
            <a:spLocks/>
          </p:cNvSpPr>
          <p:nvPr/>
        </p:nvSpPr>
        <p:spPr>
          <a:xfrm flipH="1" flipV="1">
            <a:off x="173990" y="70485"/>
            <a:ext cx="12018645" cy="1221740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49847"/>
            </a:schemeClr>
          </a:solidFill>
          <a:ln w="0">
            <a:noFill/>
            <a:prstDash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/>
          </a:p>
        </p:txBody>
      </p:sp>
      <p:grpSp>
        <p:nvGrpSpPr>
          <p:cNvPr id="5" name="Group 5"/>
          <p:cNvGrpSpPr/>
          <p:nvPr/>
        </p:nvGrpSpPr>
        <p:grpSpPr>
          <a:xfrm>
            <a:off x="375920" y="333375"/>
            <a:ext cx="5949315" cy="831215"/>
            <a:chOff x="375920" y="333375"/>
            <a:chExt cx="5949315" cy="831215"/>
          </a:xfrm>
        </p:grpSpPr>
        <p:sp>
          <p:nvSpPr>
            <p:cNvPr id="6" name="Rect 0"/>
            <p:cNvSpPr txBox="1">
              <a:spLocks/>
            </p:cNvSpPr>
            <p:nvPr/>
          </p:nvSpPr>
          <p:spPr>
            <a:xfrm>
              <a:off x="1461770" y="366395"/>
              <a:ext cx="2252980" cy="276860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</a:pPr>
              <a:r>
                <a:rPr lang="en-US" altLang="ko-KR" sz="12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>
                      <a:alpha val="49847"/>
                    </a:srgbClr>
                  </a:solidFill>
                  <a:latin typeface="세방고딕 Regular" charset="0"/>
                  <a:ea typeface="세방고딕 Regular" charset="0"/>
                </a:rPr>
                <a:t>K-Digital Training</a:t>
              </a:r>
              <a:endParaRPr lang="ko-KR" altLang="en-US" sz="1200" b="1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>
                    <a:alpha val="49847"/>
                  </a:srgb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7" name="Rect 0"/>
            <p:cNvSpPr txBox="1">
              <a:spLocks/>
            </p:cNvSpPr>
            <p:nvPr/>
          </p:nvSpPr>
          <p:spPr>
            <a:xfrm>
              <a:off x="1461770" y="584835"/>
              <a:ext cx="4863465" cy="52260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r>
                <a:rPr lang="ko-KR" altLang="en-US" sz="2800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charset="0"/>
                  <a:ea typeface="세방고딕 Bold" charset="0"/>
                </a:rPr>
                <a:t>프로젝트 수행 경과</a:t>
              </a:r>
            </a:p>
          </p:txBody>
        </p:sp>
        <p:sp>
          <p:nvSpPr>
            <p:cNvPr id="8" name="Rect 0"/>
            <p:cNvSpPr txBox="1">
              <a:spLocks/>
            </p:cNvSpPr>
            <p:nvPr/>
          </p:nvSpPr>
          <p:spPr>
            <a:xfrm>
              <a:off x="375920" y="333375"/>
              <a:ext cx="1267460" cy="831215"/>
            </a:xfrm>
            <a:prstGeom prst="rect">
              <a:avLst/>
            </a:prstGeom>
            <a:noFill/>
          </p:spPr>
          <p:txBody>
            <a:bodyPr vert="horz" wrap="square" lIns="91440" tIns="0" rIns="91440" bIns="0" numCol="1" anchor="t">
              <a:spAutoFit/>
            </a:bodyPr>
            <a:lstStyle/>
            <a:p>
              <a:pPr marL="0" indent="0" eaLnBrk="1" fontAlgn="auto" latinLnBrk="1" hangingPunct="1">
                <a:spcBef>
                  <a:spcPts val="0"/>
                </a:spcBef>
                <a:spcAft>
                  <a:spcPts val="0"/>
                </a:spcAft>
                <a:buFontTx/>
                <a:buNone/>
                <a:defRPr/>
              </a:pPr>
              <a:r>
                <a:rPr lang="en-US" altLang="ko-KR" sz="5400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/>
                  </a:solidFill>
                  <a:latin typeface="세방고딕 Bold" charset="0"/>
                  <a:ea typeface="세방고딕 Bold" charset="0"/>
                </a:rPr>
                <a:t>03</a:t>
              </a:r>
              <a:endParaRPr lang="ko-KR" altLang="en-US" sz="54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/>
                </a:solidFill>
                <a:latin typeface="세방고딕 Bold" charset="0"/>
                <a:ea typeface="세방고딕 Bold" charset="0"/>
              </a:endParaRPr>
            </a:p>
          </p:txBody>
        </p:sp>
      </p:grpSp>
      <p:sp>
        <p:nvSpPr>
          <p:cNvPr id="13" name="Rect 0"/>
          <p:cNvSpPr txBox="1">
            <a:spLocks/>
          </p:cNvSpPr>
          <p:nvPr/>
        </p:nvSpPr>
        <p:spPr>
          <a:xfrm>
            <a:off x="0" y="0"/>
            <a:ext cx="12192635" cy="114935"/>
          </a:xfrm>
          <a:prstGeom prst="rect">
            <a:avLst/>
          </a:prstGeom>
          <a:solidFill>
            <a:srgbClr val="FFD85C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sp>
        <p:nvSpPr>
          <p:cNvPr id="14" name="Rect 0"/>
          <p:cNvSpPr txBox="1">
            <a:spLocks/>
          </p:cNvSpPr>
          <p:nvPr/>
        </p:nvSpPr>
        <p:spPr>
          <a:xfrm>
            <a:off x="0" y="0"/>
            <a:ext cx="1337310" cy="114935"/>
          </a:xfrm>
          <a:prstGeom prst="rect">
            <a:avLst/>
          </a:prstGeom>
          <a:solidFill>
            <a:srgbClr val="3378C8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pic>
        <p:nvPicPr>
          <p:cNvPr id="55" name="Picture "/>
          <p:cNvPicPr>
            <a:picLocks noChangeAspect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7803"/>
          <a:stretch>
            <a:fillRect/>
          </a:stretch>
        </p:blipFill>
        <p:spPr>
          <a:xfrm rot="5400000">
            <a:off x="-476250" y="2466975"/>
            <a:ext cx="1439545" cy="486410"/>
          </a:xfrm>
          <a:prstGeom prst="rect">
            <a:avLst/>
          </a:prstGeom>
          <a:noFill/>
        </p:spPr>
      </p:pic>
      <p:grpSp>
        <p:nvGrpSpPr>
          <p:cNvPr id="56" name="Group 5"/>
          <p:cNvGrpSpPr/>
          <p:nvPr/>
        </p:nvGrpSpPr>
        <p:grpSpPr>
          <a:xfrm>
            <a:off x="10667365" y="6576695"/>
            <a:ext cx="1076325" cy="151130"/>
            <a:chOff x="10667365" y="6576695"/>
            <a:chExt cx="1076325" cy="151130"/>
          </a:xfrm>
        </p:grpSpPr>
        <p:pic>
          <p:nvPicPr>
            <p:cNvPr id="57" name="Picture "/>
            <p:cNvPicPr>
              <a:picLocks noChangeAspect="1"/>
            </p:cNvPicPr>
            <p:nvPr/>
          </p:nvPicPr>
          <p:blipFill rotWithShape="1">
            <a:blip r:embed="rId6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 bwMode="auto">
            <a:xfrm>
              <a:off x="11269345" y="6576695"/>
              <a:ext cx="474345" cy="151130"/>
            </a:xfrm>
            <a:prstGeom prst="rect">
              <a:avLst/>
            </a:prstGeom>
            <a:noFill/>
          </p:spPr>
        </p:pic>
        <p:pic>
          <p:nvPicPr>
            <p:cNvPr id="58" name="Picture "/>
            <p:cNvPicPr>
              <a:picLocks noChangeAspect="1"/>
            </p:cNvPicPr>
            <p:nvPr/>
          </p:nvPicPr>
          <p:blipFill rotWithShape="1">
            <a:blip r:embed="rId7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10667365" y="6576695"/>
              <a:ext cx="478155" cy="142875"/>
            </a:xfrm>
            <a:prstGeom prst="rect">
              <a:avLst/>
            </a:prstGeom>
            <a:noFill/>
          </p:spPr>
        </p:pic>
      </p:grpSp>
      <p:grpSp>
        <p:nvGrpSpPr>
          <p:cNvPr id="21" name="Group 5">
            <a:extLst>
              <a:ext uri="{FF2B5EF4-FFF2-40B4-BE49-F238E27FC236}">
                <a16:creationId xmlns:a16="http://schemas.microsoft.com/office/drawing/2014/main" id="{7560DF4A-0C0C-4C91-8522-4FD22A1AE06D}"/>
              </a:ext>
            </a:extLst>
          </p:cNvPr>
          <p:cNvGrpSpPr/>
          <p:nvPr/>
        </p:nvGrpSpPr>
        <p:grpSpPr>
          <a:xfrm>
            <a:off x="488315" y="1358900"/>
            <a:ext cx="10527030" cy="370205"/>
            <a:chOff x="488315" y="1358900"/>
            <a:chExt cx="10527030" cy="370205"/>
          </a:xfrm>
        </p:grpSpPr>
        <p:sp>
          <p:nvSpPr>
            <p:cNvPr id="22" name="Rect 0">
              <a:extLst>
                <a:ext uri="{FF2B5EF4-FFF2-40B4-BE49-F238E27FC236}">
                  <a16:creationId xmlns:a16="http://schemas.microsoft.com/office/drawing/2014/main" id="{DFC104FE-45E0-4C38-BA71-DD9DE25748BC}"/>
                </a:ext>
              </a:extLst>
            </p:cNvPr>
            <p:cNvSpPr txBox="1">
              <a:spLocks/>
            </p:cNvSpPr>
            <p:nvPr/>
          </p:nvSpPr>
          <p:spPr>
            <a:xfrm>
              <a:off x="690245" y="1358900"/>
              <a:ext cx="10325100" cy="37020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endParaRPr lang="ko-KR" altLang="en-US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23" name="Rect 0">
              <a:extLst>
                <a:ext uri="{FF2B5EF4-FFF2-40B4-BE49-F238E27FC236}">
                  <a16:creationId xmlns:a16="http://schemas.microsoft.com/office/drawing/2014/main" id="{2692BDCC-DA2C-42BB-8BF2-A2C0A6E181A7}"/>
                </a:ext>
              </a:extLst>
            </p:cNvPr>
            <p:cNvSpPr>
              <a:spLocks/>
            </p:cNvSpPr>
            <p:nvPr/>
          </p:nvSpPr>
          <p:spPr>
            <a:xfrm>
              <a:off x="488315" y="1468120"/>
              <a:ext cx="101600" cy="114300"/>
            </a:xfrm>
            <a:custGeom>
              <a:avLst/>
              <a:gdLst>
                <a:gd name="TX0" fmla="*/ 428021 w 450215"/>
                <a:gd name="TY0" fmla="*/ 214932 h 506846"/>
                <a:gd name="TX1" fmla="*/ 66705 w 450215"/>
                <a:gd name="TY1" fmla="*/ 6045 h 506846"/>
                <a:gd name="TX2" fmla="*/ 0 w 450215"/>
                <a:gd name="TY2" fmla="*/ 44511 h 506846"/>
                <a:gd name="TX3" fmla="*/ 0 w 450215"/>
                <a:gd name="TY3" fmla="*/ 462326 h 506846"/>
                <a:gd name="TX4" fmla="*/ 66705 w 450215"/>
                <a:gd name="TY4" fmla="*/ 500812 h 506846"/>
                <a:gd name="TX5" fmla="*/ 428021 w 450215"/>
                <a:gd name="TY5" fmla="*/ 291905 h 506846"/>
                <a:gd name="TX6" fmla="*/ 428021 w 450215"/>
                <a:gd name="TY6" fmla="*/ 214932 h 506846"/>
              </a:gdLst>
              <a:ahLst/>
              <a:cxnLst>
                <a:cxn ang="0">
                  <a:pos x="TX0" y="TY0"/>
                </a:cxn>
                <a:cxn ang="0">
                  <a:pos x="TX1" y="TY1"/>
                </a:cxn>
                <a:cxn ang="0">
                  <a:pos x="TX2" y="TY2"/>
                </a:cxn>
                <a:cxn ang="0">
                  <a:pos x="TX3" y="TY3"/>
                </a:cxn>
                <a:cxn ang="0">
                  <a:pos x="TX4" y="TY4"/>
                </a:cxn>
                <a:cxn ang="0">
                  <a:pos x="TX5" y="TY5"/>
                </a:cxn>
                <a:cxn ang="0">
                  <a:pos x="TX6" y="TY6"/>
                </a:cxn>
              </a:cxnLst>
              <a:rect l="l" t="t" r="r" b="b"/>
              <a:pathLst>
                <a:path w="450215" h="506846">
                  <a:moveTo>
                    <a:pt x="428021" y="214932"/>
                  </a:moveTo>
                  <a:lnTo>
                    <a:pt x="66705" y="6045"/>
                  </a:lnTo>
                  <a:cubicBezTo>
                    <a:pt x="37072" y="-11108"/>
                    <a:pt x="0" y="10287"/>
                    <a:pt x="0" y="44511"/>
                  </a:cubicBezTo>
                  <a:lnTo>
                    <a:pt x="0" y="462326"/>
                  </a:lnTo>
                  <a:cubicBezTo>
                    <a:pt x="0" y="496550"/>
                    <a:pt x="37072" y="517945"/>
                    <a:pt x="66705" y="500812"/>
                  </a:cubicBezTo>
                  <a:lnTo>
                    <a:pt x="428021" y="291905"/>
                  </a:lnTo>
                  <a:cubicBezTo>
                    <a:pt x="457613" y="274793"/>
                    <a:pt x="457613" y="232064"/>
                    <a:pt x="428021" y="214932"/>
                  </a:cubicBezTo>
                  <a:close/>
                </a:path>
              </a:pathLst>
            </a:custGeom>
            <a:solidFill>
              <a:srgbClr val="3378C8"/>
            </a:solidFill>
            <a:ln w="0">
              <a:noFill/>
              <a:prstDash/>
            </a:ln>
            <a:effectLst>
              <a:outerShdw blurRad="50800" dist="38100" dir="5400000" algn="t" rotWithShape="0">
                <a:srgbClr val="3378C8">
                  <a:alpha val="40000"/>
                </a:srgbClr>
              </a:outerShdw>
            </a:effectLst>
          </p:spPr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latinLnBrk="0">
                <a:buFontTx/>
                <a:buNone/>
              </a:pPr>
              <a:endParaRPr lang="ko-KR" altLang="en-US"/>
            </a:p>
          </p:txBody>
        </p:sp>
      </p:grpSp>
      <p:sp>
        <p:nvSpPr>
          <p:cNvPr id="24" name="Rect 0">
            <a:extLst>
              <a:ext uri="{FF2B5EF4-FFF2-40B4-BE49-F238E27FC236}">
                <a16:creationId xmlns:a16="http://schemas.microsoft.com/office/drawing/2014/main" id="{B0D1BC5F-4588-4EAF-AC52-4A96B9DFF3F0}"/>
              </a:ext>
            </a:extLst>
          </p:cNvPr>
          <p:cNvSpPr txBox="1">
            <a:spLocks/>
          </p:cNvSpPr>
          <p:nvPr/>
        </p:nvSpPr>
        <p:spPr>
          <a:xfrm>
            <a:off x="635635" y="1314450"/>
            <a:ext cx="5795010" cy="492125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>
            <a:spAutoFit/>
          </a:bodyPr>
          <a:lstStyle/>
          <a:p>
            <a:pPr marL="0" indent="0" latinLnBrk="0">
              <a:buFontTx/>
              <a:buNone/>
              <a:defRPr/>
            </a:pPr>
            <a:r>
              <a:rPr lang="en-US" altLang="ko-KR" sz="260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3-2 </a:t>
            </a:r>
            <a:r>
              <a:rPr lang="ko-KR" altLang="en-US" sz="260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엔진 설계 </a:t>
            </a:r>
            <a:r>
              <a:rPr lang="en-US" altLang="ko-KR" sz="260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(1/</a:t>
            </a:r>
            <a:r>
              <a:rPr lang="ko-KR" altLang="ko-KR" sz="260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3</a:t>
            </a:r>
            <a:r>
              <a:rPr lang="en-US" altLang="ko-KR" sz="260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) </a:t>
            </a:r>
            <a:endParaRPr lang="ko-KR" altLang="en-US" sz="2600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chemeClr val="tx1">
                  <a:lumMod val="65000"/>
                  <a:lumOff val="35000"/>
                </a:schemeClr>
              </a:solidFill>
              <a:latin typeface="맑은 고딕" charset="0"/>
              <a:ea typeface="세방고딕 Bold" charset="0"/>
            </a:endParaRPr>
          </a:p>
        </p:txBody>
      </p:sp>
      <p:grpSp>
        <p:nvGrpSpPr>
          <p:cNvPr id="25" name="Group 5">
            <a:extLst>
              <a:ext uri="{FF2B5EF4-FFF2-40B4-BE49-F238E27FC236}">
                <a16:creationId xmlns:a16="http://schemas.microsoft.com/office/drawing/2014/main" id="{C255D616-113F-42E1-AF88-90F77419867F}"/>
              </a:ext>
            </a:extLst>
          </p:cNvPr>
          <p:cNvGrpSpPr/>
          <p:nvPr/>
        </p:nvGrpSpPr>
        <p:grpSpPr>
          <a:xfrm>
            <a:off x="473710" y="1906905"/>
            <a:ext cx="11410950" cy="379730"/>
            <a:chOff x="473710" y="1906905"/>
            <a:chExt cx="11410950" cy="379730"/>
          </a:xfrm>
        </p:grpSpPr>
        <p:sp>
          <p:nvSpPr>
            <p:cNvPr id="26" name="Rect 0">
              <a:extLst>
                <a:ext uri="{FF2B5EF4-FFF2-40B4-BE49-F238E27FC236}">
                  <a16:creationId xmlns:a16="http://schemas.microsoft.com/office/drawing/2014/main" id="{C7385883-E973-41A5-8BD7-54C9A9D21EF0}"/>
                </a:ext>
              </a:extLst>
            </p:cNvPr>
            <p:cNvSpPr>
              <a:spLocks/>
            </p:cNvSpPr>
            <p:nvPr/>
          </p:nvSpPr>
          <p:spPr>
            <a:xfrm>
              <a:off x="473710" y="1906905"/>
              <a:ext cx="11219180" cy="379730"/>
            </a:xfrm>
            <a:prstGeom prst="roundRect">
              <a:avLst/>
            </a:prstGeom>
            <a:solidFill>
              <a:srgbClr val="3378C8"/>
            </a:solidFill>
            <a:ln w="0">
              <a:noFill/>
              <a:prstDash/>
            </a:ln>
            <a:effectLst>
              <a:outerShdw dist="38100" dir="2700000" algn="tl" rotWithShape="0">
                <a:srgbClr val="3378C8">
                  <a:alpha val="4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algn="ctr" latinLnBrk="0">
                <a:buFontTx/>
                <a:buNone/>
              </a:pPr>
              <a:endParaRPr lang="ko-KR" altLang="en-US"/>
            </a:p>
          </p:txBody>
        </p:sp>
        <p:sp>
          <p:nvSpPr>
            <p:cNvPr id="27" name="Rect 0">
              <a:extLst>
                <a:ext uri="{FF2B5EF4-FFF2-40B4-BE49-F238E27FC236}">
                  <a16:creationId xmlns:a16="http://schemas.microsoft.com/office/drawing/2014/main" id="{3F961E97-5C86-43D2-B581-607CB6555DDE}"/>
                </a:ext>
              </a:extLst>
            </p:cNvPr>
            <p:cNvSpPr txBox="1">
              <a:spLocks/>
            </p:cNvSpPr>
            <p:nvPr/>
          </p:nvSpPr>
          <p:spPr>
            <a:xfrm>
              <a:off x="994410" y="1945640"/>
              <a:ext cx="10890250" cy="307340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r>
                <a:rPr lang="ko-KR" altLang="en-US" sz="1400" b="1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bg1"/>
                  </a:solidFill>
                  <a:latin typeface="세방고딕 Regular" charset="0"/>
                  <a:ea typeface="세방고딕 Regular" charset="0"/>
                </a:rPr>
                <a:t>날씨</a:t>
              </a:r>
              <a:r>
                <a:rPr lang="en-US" altLang="ko-KR" sz="1400" b="1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bg1"/>
                  </a:solidFill>
                  <a:latin typeface="세방고딕 Regular" charset="0"/>
                  <a:ea typeface="세방고딕 Regular" charset="0"/>
                </a:rPr>
                <a:t> </a:t>
              </a:r>
              <a:r>
                <a:rPr lang="ko-KR" altLang="en-US" sz="1400" b="1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bg1"/>
                  </a:solidFill>
                  <a:latin typeface="세방고딕 Regular" charset="0"/>
                  <a:ea typeface="세방고딕 Regular" charset="0"/>
                </a:rPr>
                <a:t>기반 카테고리 추천 엔진</a:t>
              </a:r>
            </a:p>
          </p:txBody>
        </p:sp>
        <p:grpSp>
          <p:nvGrpSpPr>
            <p:cNvPr id="28" name="Group 5">
              <a:extLst>
                <a:ext uri="{FF2B5EF4-FFF2-40B4-BE49-F238E27FC236}">
                  <a16:creationId xmlns:a16="http://schemas.microsoft.com/office/drawing/2014/main" id="{83C349EC-C586-462B-8496-82EE16CADF69}"/>
                </a:ext>
              </a:extLst>
            </p:cNvPr>
            <p:cNvGrpSpPr/>
            <p:nvPr/>
          </p:nvGrpSpPr>
          <p:grpSpPr>
            <a:xfrm>
              <a:off x="711200" y="1964690"/>
              <a:ext cx="283845" cy="276860"/>
              <a:chOff x="711200" y="1964690"/>
              <a:chExt cx="283845" cy="276860"/>
            </a:xfrm>
          </p:grpSpPr>
          <p:sp>
            <p:nvSpPr>
              <p:cNvPr id="30" name="Rect 0">
                <a:extLst>
                  <a:ext uri="{FF2B5EF4-FFF2-40B4-BE49-F238E27FC236}">
                    <a16:creationId xmlns:a16="http://schemas.microsoft.com/office/drawing/2014/main" id="{3A358FF1-D287-464C-A9AB-CA3F909A25B9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760730" y="1968500"/>
                <a:ext cx="234315" cy="234315"/>
              </a:xfrm>
              <a:prstGeom prst="ellipse">
                <a:avLst/>
              </a:prstGeom>
              <a:solidFill>
                <a:schemeClr val="bg1"/>
              </a:solidFill>
              <a:ln w="0">
                <a:noFill/>
                <a:prstDash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square" lIns="91440" tIns="45720" rIns="91440" bIns="45720" numCol="1" anchor="ctr">
                <a:noAutofit/>
              </a:bodyPr>
              <a:lstStyle/>
              <a:p>
                <a:pPr marL="0" indent="0" algn="ctr" latinLnBrk="0">
                  <a:buFontTx/>
                  <a:buNone/>
                </a:pPr>
                <a:endParaRPr lang="ko-KR" altLang="en-US"/>
              </a:p>
            </p:txBody>
          </p:sp>
          <p:sp>
            <p:nvSpPr>
              <p:cNvPr id="31" name="Rect 0">
                <a:extLst>
                  <a:ext uri="{FF2B5EF4-FFF2-40B4-BE49-F238E27FC236}">
                    <a16:creationId xmlns:a16="http://schemas.microsoft.com/office/drawing/2014/main" id="{02353E31-BC57-4A1A-862F-3F44048A0EB1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11200" y="1964690"/>
                <a:ext cx="247015" cy="276860"/>
              </a:xfrm>
              <a:prstGeom prst="rect">
                <a:avLst/>
              </a:prstGeom>
              <a:noFill/>
            </p:spPr>
            <p:txBody>
              <a:bodyPr vert="horz" wrap="square" lIns="91440" tIns="45720" rIns="91440" bIns="45720" numCol="1" anchor="t">
                <a:spAutoFit/>
              </a:bodyPr>
              <a:lstStyle/>
              <a:p>
                <a:pPr marL="0" indent="0" latinLnBrk="0">
                  <a:buFontTx/>
                  <a:buNone/>
                </a:pPr>
                <a:r>
                  <a:rPr lang="ko-KR" altLang="ko-KR" sz="1200" b="1">
                    <a:ln w="9525" cap="flat" cmpd="sng"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  <a:prstDash val="solid"/>
                    </a:ln>
                    <a:solidFill>
                      <a:srgbClr val="3378C8"/>
                    </a:solidFill>
                    <a:latin typeface="세방고딕 Bold" charset="0"/>
                    <a:ea typeface="세방고딕 Bold" charset="0"/>
                  </a:rPr>
                  <a:t>▼</a:t>
                </a:r>
                <a:endParaRPr lang="ko-KR" altLang="en-US" sz="12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/>
                  </a:solidFill>
                  <a:latin typeface="세방고딕 Bold" charset="0"/>
                  <a:ea typeface="세방고딕 Bold" charset="0"/>
                </a:endParaRPr>
              </a:p>
            </p:txBody>
          </p:sp>
        </p:grpSp>
      </p:grpSp>
      <p:pic>
        <p:nvPicPr>
          <p:cNvPr id="34" name="Picture ">
            <a:extLst>
              <a:ext uri="{FF2B5EF4-FFF2-40B4-BE49-F238E27FC236}">
                <a16:creationId xmlns:a16="http://schemas.microsoft.com/office/drawing/2014/main" id="{1F5BE140-AC4D-4629-8746-8F0F92FCD901}"/>
              </a:ext>
            </a:extLst>
          </p:cNvPr>
          <p:cNvPicPr>
            <a:picLocks noChangeAspect="1"/>
          </p:cNvPicPr>
          <p:nvPr/>
        </p:nvPicPr>
        <p:blipFill rotWithShape="1">
          <a:blip r:embed="rId8" cstate="hqprint">
            <a:duotone>
              <a:srgbClr val="2E6CA5"/>
              <a:prstClr val="white"/>
            </a:duotone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0800000" flipV="1">
            <a:off x="0" y="1808480"/>
            <a:ext cx="12192635" cy="342900"/>
          </a:xfrm>
          <a:prstGeom prst="rect">
            <a:avLst/>
          </a:prstGeom>
          <a:noFill/>
        </p:spPr>
      </p:pic>
      <p:sp>
        <p:nvSpPr>
          <p:cNvPr id="29" name="TextBox 28"/>
          <p:cNvSpPr txBox="1">
            <a:spLocks/>
          </p:cNvSpPr>
          <p:nvPr/>
        </p:nvSpPr>
        <p:spPr>
          <a:xfrm>
            <a:off x="6322060" y="3199765"/>
            <a:ext cx="4966970" cy="2308860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>
            <a:spAutoFit/>
          </a:bodyPr>
          <a:lstStyle/>
          <a:p>
            <a:pPr marL="342900" indent="-342900" latinLnBrk="0">
              <a:buFont typeface="+mj-lt"/>
              <a:buAutoNum type="arabicPeriod"/>
            </a:pPr>
            <a:r>
              <a:rPr lang="ko-KR" altLang="en-US" b="1" dirty="0"/>
              <a:t>현재 날씨와 가장 가까운 군집을 찾아 추천</a:t>
            </a:r>
          </a:p>
          <a:p>
            <a:pPr marL="342900" indent="-342900" latinLnBrk="0">
              <a:buFont typeface="+mj-lt"/>
              <a:buAutoNum type="arabicPeriod"/>
            </a:pPr>
            <a:endParaRPr lang="ko-KR" altLang="en-US" b="1" dirty="0"/>
          </a:p>
          <a:p>
            <a:pPr marL="342900" indent="-342900" latinLnBrk="0">
              <a:buFont typeface="+mj-lt"/>
              <a:buAutoNum type="arabicPeriod"/>
            </a:pPr>
            <a:r>
              <a:rPr lang="ko-KR" altLang="en-US" b="1" dirty="0"/>
              <a:t>입력</a:t>
            </a:r>
            <a:r>
              <a:rPr lang="en-US" altLang="ko-KR" b="1" dirty="0"/>
              <a:t>: </a:t>
            </a:r>
            <a:r>
              <a:rPr lang="ko-KR" altLang="en-US" b="1" dirty="0"/>
              <a:t>계절</a:t>
            </a:r>
            <a:r>
              <a:rPr lang="en-US" altLang="ko-KR" b="1" dirty="0"/>
              <a:t>,</a:t>
            </a:r>
            <a:r>
              <a:rPr lang="ko-KR" altLang="en-US" b="1" dirty="0"/>
              <a:t> 시간</a:t>
            </a:r>
            <a:r>
              <a:rPr lang="en-US" altLang="ko-KR" b="1" dirty="0"/>
              <a:t>, </a:t>
            </a:r>
            <a:r>
              <a:rPr lang="ko-KR" altLang="en-US" b="1" dirty="0"/>
              <a:t>기온</a:t>
            </a:r>
            <a:r>
              <a:rPr lang="en-US" altLang="ko-KR" b="1" dirty="0"/>
              <a:t>, </a:t>
            </a:r>
            <a:r>
              <a:rPr lang="ko-KR" altLang="en-US" b="1" dirty="0"/>
              <a:t>강수량</a:t>
            </a:r>
            <a:r>
              <a:rPr lang="en-US" altLang="ko-KR" b="1" dirty="0"/>
              <a:t>, </a:t>
            </a:r>
            <a:r>
              <a:rPr lang="ko-KR" altLang="en-US" b="1" dirty="0"/>
              <a:t>풍속</a:t>
            </a:r>
            <a:r>
              <a:rPr lang="en-US" altLang="ko-KR" b="1" dirty="0"/>
              <a:t>, </a:t>
            </a:r>
            <a:r>
              <a:rPr lang="ko-KR" altLang="en-US" b="1" dirty="0"/>
              <a:t>습도</a:t>
            </a:r>
          </a:p>
          <a:p>
            <a:pPr marL="342900" indent="-342900" latinLnBrk="0">
              <a:buFont typeface="+mj-lt"/>
              <a:buAutoNum type="arabicPeriod"/>
            </a:pPr>
            <a:endParaRPr lang="ko-KR" altLang="en-US" b="1" dirty="0"/>
          </a:p>
          <a:p>
            <a:pPr marL="342900" indent="-342900" latinLnBrk="0">
              <a:buFont typeface="+mj-lt"/>
              <a:buAutoNum type="arabicPeriod"/>
            </a:pPr>
            <a:r>
              <a:rPr lang="ko-KR" altLang="en-US" b="1" dirty="0"/>
              <a:t>모델</a:t>
            </a:r>
            <a:r>
              <a:rPr lang="en-US" altLang="ko-KR" b="1" dirty="0"/>
              <a:t>: K-Means </a:t>
            </a:r>
            <a:r>
              <a:rPr lang="ko-KR" altLang="en-US" b="1" dirty="0"/>
              <a:t>군집화</a:t>
            </a:r>
          </a:p>
          <a:p>
            <a:pPr marL="342900" indent="-342900" latinLnBrk="0">
              <a:buFont typeface="+mj-lt"/>
              <a:buAutoNum type="arabicPeriod"/>
            </a:pPr>
            <a:endParaRPr lang="ko-KR" altLang="en-US" b="1" dirty="0"/>
          </a:p>
          <a:p>
            <a:pPr marL="342900" indent="-342900" latinLnBrk="0">
              <a:buFont typeface="+mj-lt"/>
              <a:buAutoNum type="arabicPeriod"/>
            </a:pPr>
            <a:r>
              <a:rPr lang="ko-KR" altLang="en-US" b="1" dirty="0"/>
              <a:t>출력</a:t>
            </a:r>
            <a:r>
              <a:rPr lang="en-US" altLang="ko-KR" b="1" dirty="0"/>
              <a:t>: </a:t>
            </a:r>
            <a:r>
              <a:rPr lang="ko-KR" altLang="en-US" b="1" dirty="0"/>
              <a:t>상황에 적합한 음식 카테고리 </a:t>
            </a:r>
            <a:r>
              <a:rPr lang="en-US" altLang="ko-KR" b="1" dirty="0"/>
              <a:t>TOP-N</a:t>
            </a:r>
            <a:endParaRPr lang="ko-KR" altLang="en-US" b="1" dirty="0"/>
          </a:p>
          <a:p>
            <a:pPr marL="342900" indent="-342900" latinLnBrk="0">
              <a:buFont typeface="+mj-lt"/>
              <a:buAutoNum type="arabicPeriod"/>
            </a:pPr>
            <a:endParaRPr lang="ko-KR" altLang="en-US" b="1" dirty="0"/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1A4016BF-B5E6-46CC-9447-15448C7D4682}"/>
              </a:ext>
            </a:extLst>
          </p:cNvPr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0550" y="2368766"/>
            <a:ext cx="5487685" cy="45730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902627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" descr="C:/Users/HIDDLE/AppData/Roaming/PolarisOffice/ETemp/18688_13401808/image40.png"/>
          <p:cNvPicPr>
            <a:picLocks noChangeAspect="1"/>
          </p:cNvPicPr>
          <p:nvPr/>
        </p:nvPicPr>
        <p:blipFill rotWithShape="1"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2127" y="-10796"/>
            <a:ext cx="12193270" cy="6859270"/>
          </a:xfrm>
          <a:prstGeom prst="rect">
            <a:avLst/>
          </a:prstGeom>
          <a:noFill/>
        </p:spPr>
      </p:pic>
      <p:pic>
        <p:nvPicPr>
          <p:cNvPr id="3" name="Picture " descr="C:/Users/HIDDLE/AppData/Roaming/PolarisOffice/ETemp/18688_13401808/image97.png"/>
          <p:cNvPicPr>
            <a:picLocks noChangeAspect="1"/>
          </p:cNvPicPr>
          <p:nvPr/>
        </p:nvPicPr>
        <p:blipFill rotWithShape="1">
          <a:blip r:embed="rId4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r="5078" b="11486"/>
          <a:stretch>
            <a:fillRect/>
          </a:stretch>
        </p:blipFill>
        <p:spPr>
          <a:xfrm>
            <a:off x="7589520" y="4695190"/>
            <a:ext cx="4603750" cy="2164080"/>
          </a:xfrm>
          <a:prstGeom prst="rect">
            <a:avLst/>
          </a:prstGeom>
          <a:noFill/>
        </p:spPr>
      </p:pic>
      <p:sp>
        <p:nvSpPr>
          <p:cNvPr id="4" name="Rect 0"/>
          <p:cNvSpPr>
            <a:spLocks/>
          </p:cNvSpPr>
          <p:nvPr/>
        </p:nvSpPr>
        <p:spPr>
          <a:xfrm flipH="1" flipV="1">
            <a:off x="173990" y="70485"/>
            <a:ext cx="12019280" cy="1222375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48670"/>
            </a:schemeClr>
          </a:solidFill>
          <a:ln w="0">
            <a:noFill/>
            <a:prstDash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/>
          </a:p>
        </p:txBody>
      </p:sp>
      <p:grpSp>
        <p:nvGrpSpPr>
          <p:cNvPr id="5" name="Group 5"/>
          <p:cNvGrpSpPr/>
          <p:nvPr/>
        </p:nvGrpSpPr>
        <p:grpSpPr>
          <a:xfrm>
            <a:off x="375920" y="333375"/>
            <a:ext cx="5949950" cy="831850"/>
            <a:chOff x="375920" y="333375"/>
            <a:chExt cx="5949950" cy="831850"/>
          </a:xfrm>
        </p:grpSpPr>
        <p:sp>
          <p:nvSpPr>
            <p:cNvPr id="6" name="Rect 0"/>
            <p:cNvSpPr txBox="1">
              <a:spLocks/>
            </p:cNvSpPr>
            <p:nvPr/>
          </p:nvSpPr>
          <p:spPr>
            <a:xfrm>
              <a:off x="1461770" y="366395"/>
              <a:ext cx="2253615" cy="27749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</a:pPr>
              <a:r>
                <a:rPr lang="en-US" altLang="ko-KR" sz="12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>
                      <a:alpha val="48670"/>
                    </a:srgbClr>
                  </a:solidFill>
                  <a:latin typeface="세방고딕 Regular" charset="0"/>
                  <a:ea typeface="세방고딕 Regular" charset="0"/>
                </a:rPr>
                <a:t>K-Digital Training</a:t>
              </a:r>
              <a:endParaRPr lang="ko-KR" altLang="en-US" sz="1200" b="1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>
                    <a:alpha val="48670"/>
                  </a:srgb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7" name="Rect 0"/>
            <p:cNvSpPr txBox="1">
              <a:spLocks/>
            </p:cNvSpPr>
            <p:nvPr/>
          </p:nvSpPr>
          <p:spPr>
            <a:xfrm>
              <a:off x="1461770" y="584835"/>
              <a:ext cx="4864100" cy="523240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r>
                <a:rPr lang="ko-KR" altLang="en-US" sz="280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charset="0"/>
                  <a:ea typeface="세방고딕 Bold" charset="0"/>
                </a:rPr>
                <a:t>프로젝트 수행 경과</a:t>
              </a:r>
            </a:p>
          </p:txBody>
        </p:sp>
        <p:sp>
          <p:nvSpPr>
            <p:cNvPr id="8" name="Rect 0"/>
            <p:cNvSpPr txBox="1">
              <a:spLocks/>
            </p:cNvSpPr>
            <p:nvPr/>
          </p:nvSpPr>
          <p:spPr>
            <a:xfrm>
              <a:off x="375920" y="333375"/>
              <a:ext cx="1268095" cy="831850"/>
            </a:xfrm>
            <a:prstGeom prst="rect">
              <a:avLst/>
            </a:prstGeom>
            <a:noFill/>
          </p:spPr>
          <p:txBody>
            <a:bodyPr vert="horz" wrap="square" lIns="91440" tIns="0" rIns="91440" bIns="0" numCol="1" anchor="t">
              <a:spAutoFit/>
            </a:bodyPr>
            <a:lstStyle/>
            <a:p>
              <a:pPr marL="0" indent="0" eaLnBrk="1" fontAlgn="auto" latinLnBrk="1" hangingPunct="1">
                <a:spcBef>
                  <a:spcPts val="0"/>
                </a:spcBef>
                <a:spcAft>
                  <a:spcPts val="0"/>
                </a:spcAft>
                <a:buFontTx/>
                <a:buNone/>
                <a:defRPr/>
              </a:pPr>
              <a:r>
                <a:rPr lang="en-US" altLang="ko-KR" sz="540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/>
                  </a:solidFill>
                  <a:latin typeface="세방고딕 Bold" charset="0"/>
                  <a:ea typeface="세방고딕 Bold" charset="0"/>
                </a:rPr>
                <a:t>03</a:t>
              </a:r>
              <a:endParaRPr lang="ko-KR" altLang="en-US" sz="540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/>
                </a:solidFill>
                <a:latin typeface="세방고딕 Bold" charset="0"/>
                <a:ea typeface="세방고딕 Bold" charset="0"/>
              </a:endParaRPr>
            </a:p>
          </p:txBody>
        </p:sp>
      </p:grpSp>
      <p:sp>
        <p:nvSpPr>
          <p:cNvPr id="13" name="Rect 0"/>
          <p:cNvSpPr txBox="1">
            <a:spLocks/>
          </p:cNvSpPr>
          <p:nvPr/>
        </p:nvSpPr>
        <p:spPr>
          <a:xfrm>
            <a:off x="0" y="0"/>
            <a:ext cx="12193270" cy="115570"/>
          </a:xfrm>
          <a:prstGeom prst="rect">
            <a:avLst/>
          </a:prstGeom>
          <a:solidFill>
            <a:srgbClr val="FFD85C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sp>
        <p:nvSpPr>
          <p:cNvPr id="14" name="Rect 0"/>
          <p:cNvSpPr txBox="1">
            <a:spLocks/>
          </p:cNvSpPr>
          <p:nvPr/>
        </p:nvSpPr>
        <p:spPr>
          <a:xfrm>
            <a:off x="0" y="0"/>
            <a:ext cx="1337945" cy="115570"/>
          </a:xfrm>
          <a:prstGeom prst="rect">
            <a:avLst/>
          </a:prstGeom>
          <a:solidFill>
            <a:srgbClr val="3378C8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pic>
        <p:nvPicPr>
          <p:cNvPr id="55" name="Picture " descr="C:/Users/HIDDLE/AppData/Roaming/PolarisOffice/ETemp/18688_13401808/image98.png"/>
          <p:cNvPicPr>
            <a:picLocks noChangeAspect="1"/>
          </p:cNvPicPr>
          <p:nvPr/>
        </p:nvPicPr>
        <p:blipFill rotWithShape="1">
          <a:blip r:embed="rId5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17803"/>
          <a:stretch>
            <a:fillRect/>
          </a:stretch>
        </p:blipFill>
        <p:spPr>
          <a:xfrm rot="5400000">
            <a:off x="-476250" y="2466975"/>
            <a:ext cx="1440180" cy="487045"/>
          </a:xfrm>
          <a:prstGeom prst="rect">
            <a:avLst/>
          </a:prstGeom>
          <a:noFill/>
        </p:spPr>
      </p:pic>
      <p:grpSp>
        <p:nvGrpSpPr>
          <p:cNvPr id="56" name="Group 5"/>
          <p:cNvGrpSpPr/>
          <p:nvPr/>
        </p:nvGrpSpPr>
        <p:grpSpPr>
          <a:xfrm>
            <a:off x="10667365" y="6576695"/>
            <a:ext cx="1076960" cy="151765"/>
            <a:chOff x="10667365" y="6576695"/>
            <a:chExt cx="1076960" cy="151765"/>
          </a:xfrm>
        </p:grpSpPr>
        <p:pic>
          <p:nvPicPr>
            <p:cNvPr id="57" name="Picture " descr="C:/Users/HIDDLE/AppData/Roaming/PolarisOffice/ETemp/18688_13401808/image5.png"/>
            <p:cNvPicPr>
              <a:picLocks noChangeAspect="1"/>
            </p:cNvPicPr>
            <p:nvPr/>
          </p:nvPicPr>
          <p:blipFill rotWithShape="1">
            <a:blip r:embed="rId6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 bwMode="auto">
            <a:xfrm>
              <a:off x="11269345" y="6576695"/>
              <a:ext cx="474980" cy="151765"/>
            </a:xfrm>
            <a:prstGeom prst="rect">
              <a:avLst/>
            </a:prstGeom>
            <a:noFill/>
          </p:spPr>
        </p:pic>
        <p:pic>
          <p:nvPicPr>
            <p:cNvPr id="58" name="Picture " descr="C:/Users/HIDDLE/AppData/Roaming/PolarisOffice/ETemp/18688_13401808/image6.png"/>
            <p:cNvPicPr>
              <a:picLocks noChangeAspect="1"/>
            </p:cNvPicPr>
            <p:nvPr/>
          </p:nvPicPr>
          <p:blipFill rotWithShape="1">
            <a:blip r:embed="rId7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10667365" y="6576695"/>
              <a:ext cx="478790" cy="143510"/>
            </a:xfrm>
            <a:prstGeom prst="rect">
              <a:avLst/>
            </a:prstGeom>
            <a:noFill/>
          </p:spPr>
        </p:pic>
      </p:grpSp>
      <p:grpSp>
        <p:nvGrpSpPr>
          <p:cNvPr id="21" name="Group 5"/>
          <p:cNvGrpSpPr/>
          <p:nvPr/>
        </p:nvGrpSpPr>
        <p:grpSpPr>
          <a:xfrm>
            <a:off x="488315" y="1358900"/>
            <a:ext cx="10527665" cy="370840"/>
            <a:chOff x="488315" y="1358900"/>
            <a:chExt cx="10527665" cy="370840"/>
          </a:xfrm>
        </p:grpSpPr>
        <p:sp>
          <p:nvSpPr>
            <p:cNvPr id="22" name="Rect 0"/>
            <p:cNvSpPr txBox="1">
              <a:spLocks/>
            </p:cNvSpPr>
            <p:nvPr/>
          </p:nvSpPr>
          <p:spPr>
            <a:xfrm>
              <a:off x="690245" y="1358900"/>
              <a:ext cx="10325735" cy="370840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endParaRPr lang="ko-KR" altLang="en-US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23" name="Rect 0"/>
            <p:cNvSpPr>
              <a:spLocks/>
            </p:cNvSpPr>
            <p:nvPr/>
          </p:nvSpPr>
          <p:spPr>
            <a:xfrm>
              <a:off x="488315" y="1468120"/>
              <a:ext cx="102235" cy="114935"/>
            </a:xfrm>
            <a:custGeom>
              <a:avLst/>
              <a:gdLst>
                <a:gd name="TX0" fmla="*/ 428021 w 450216"/>
                <a:gd name="TY0" fmla="*/ 214932 h 506847"/>
                <a:gd name="TX1" fmla="*/ 66705 w 450216"/>
                <a:gd name="TY1" fmla="*/ 6045 h 506847"/>
                <a:gd name="TX2" fmla="*/ 0 w 450216"/>
                <a:gd name="TY2" fmla="*/ 44511 h 506847"/>
                <a:gd name="TX3" fmla="*/ 0 w 450216"/>
                <a:gd name="TY3" fmla="*/ 462326 h 506847"/>
                <a:gd name="TX4" fmla="*/ 66705 w 450216"/>
                <a:gd name="TY4" fmla="*/ 500812 h 506847"/>
                <a:gd name="TX5" fmla="*/ 428021 w 450216"/>
                <a:gd name="TY5" fmla="*/ 291905 h 506847"/>
                <a:gd name="TX6" fmla="*/ 428021 w 450216"/>
                <a:gd name="TY6" fmla="*/ 214932 h 506847"/>
              </a:gdLst>
              <a:ahLst/>
              <a:cxnLst>
                <a:cxn ang="0">
                  <a:pos x="TX0" y="TY0"/>
                </a:cxn>
                <a:cxn ang="0">
                  <a:pos x="TX1" y="TY1"/>
                </a:cxn>
                <a:cxn ang="0">
                  <a:pos x="TX2" y="TY2"/>
                </a:cxn>
                <a:cxn ang="0">
                  <a:pos x="TX3" y="TY3"/>
                </a:cxn>
                <a:cxn ang="0">
                  <a:pos x="TX4" y="TY4"/>
                </a:cxn>
                <a:cxn ang="0">
                  <a:pos x="TX5" y="TY5"/>
                </a:cxn>
                <a:cxn ang="0">
                  <a:pos x="TX6" y="TY6"/>
                </a:cxn>
              </a:cxnLst>
              <a:rect l="l" t="t" r="r" b="b"/>
              <a:pathLst>
                <a:path w="450216" h="506847">
                  <a:moveTo>
                    <a:pt x="428021" y="214932"/>
                  </a:moveTo>
                  <a:lnTo>
                    <a:pt x="66705" y="6045"/>
                  </a:lnTo>
                  <a:cubicBezTo>
                    <a:pt x="37072" y="-11108"/>
                    <a:pt x="0" y="10287"/>
                    <a:pt x="0" y="44511"/>
                  </a:cubicBezTo>
                  <a:lnTo>
                    <a:pt x="0" y="462326"/>
                  </a:lnTo>
                  <a:cubicBezTo>
                    <a:pt x="0" y="496550"/>
                    <a:pt x="37072" y="517945"/>
                    <a:pt x="66705" y="500812"/>
                  </a:cubicBezTo>
                  <a:lnTo>
                    <a:pt x="428021" y="291905"/>
                  </a:lnTo>
                  <a:cubicBezTo>
                    <a:pt x="457613" y="274793"/>
                    <a:pt x="457613" y="232064"/>
                    <a:pt x="428021" y="214932"/>
                  </a:cubicBezTo>
                  <a:close/>
                </a:path>
              </a:pathLst>
            </a:custGeom>
            <a:solidFill>
              <a:srgbClr val="3378C8"/>
            </a:solidFill>
            <a:ln w="0">
              <a:noFill/>
              <a:prstDash/>
            </a:ln>
            <a:effectLst>
              <a:outerShdw blurRad="50800" dist="38100" dir="5400000" algn="t" rotWithShape="0">
                <a:srgbClr val="3378C8">
                  <a:alpha val="40000"/>
                </a:srgbClr>
              </a:outerShdw>
            </a:effectLst>
          </p:spPr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latinLnBrk="0">
                <a:buFontTx/>
                <a:buNone/>
              </a:pPr>
              <a:endParaRPr lang="ko-KR" altLang="en-US"/>
            </a:p>
          </p:txBody>
        </p:sp>
      </p:grpSp>
      <p:sp>
        <p:nvSpPr>
          <p:cNvPr id="24" name="Rect 0"/>
          <p:cNvSpPr txBox="1">
            <a:spLocks/>
          </p:cNvSpPr>
          <p:nvPr/>
        </p:nvSpPr>
        <p:spPr>
          <a:xfrm>
            <a:off x="635635" y="1314450"/>
            <a:ext cx="5795010" cy="492125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>
            <a:spAutoFit/>
          </a:bodyPr>
          <a:lstStyle/>
          <a:p>
            <a:pPr marL="0" indent="0" latinLnBrk="0">
              <a:buFontTx/>
              <a:buNone/>
              <a:defRPr/>
            </a:pPr>
            <a:r>
              <a:rPr lang="en-US" altLang="ko-KR" sz="260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3-2 </a:t>
            </a:r>
            <a:r>
              <a:rPr lang="ko-KR" altLang="en-US" sz="260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엔진 설계 </a:t>
            </a:r>
            <a:r>
              <a:rPr lang="en-US" altLang="ko-KR" sz="260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(</a:t>
            </a:r>
            <a:r>
              <a:rPr lang="ko-KR" altLang="ko-KR" sz="260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2</a:t>
            </a:r>
            <a:r>
              <a:rPr lang="en-US" altLang="ko-KR" sz="260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/</a:t>
            </a:r>
            <a:r>
              <a:rPr lang="ko-KR" altLang="ko-KR" sz="260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3</a:t>
            </a:r>
            <a:r>
              <a:rPr lang="en-US" altLang="ko-KR" sz="260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) </a:t>
            </a:r>
            <a:endParaRPr lang="ko-KR" altLang="en-US" sz="2600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chemeClr val="tx1">
                  <a:lumMod val="65000"/>
                  <a:lumOff val="35000"/>
                </a:schemeClr>
              </a:solidFill>
              <a:latin typeface="맑은 고딕" charset="0"/>
              <a:ea typeface="세방고딕 Bold" charset="0"/>
            </a:endParaRPr>
          </a:p>
        </p:txBody>
      </p:sp>
      <p:pic>
        <p:nvPicPr>
          <p:cNvPr id="34" name="Picture " descr="C:/Users/HIDDLE/AppData/Roaming/PolarisOffice/ETemp/18688_13401808/image42.png"/>
          <p:cNvPicPr>
            <a:picLocks noChangeAspect="1"/>
          </p:cNvPicPr>
          <p:nvPr/>
        </p:nvPicPr>
        <p:blipFill rotWithShape="1">
          <a:blip r:embed="rId8" cstate="hqprint">
            <a:duotone>
              <a:srgbClr val="2E6CA5"/>
              <a:prstClr val="white"/>
            </a:duotone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0800000" flipV="1">
            <a:off x="0" y="1808480"/>
            <a:ext cx="12193270" cy="343535"/>
          </a:xfrm>
          <a:prstGeom prst="rect">
            <a:avLst/>
          </a:prstGeom>
          <a:noFill/>
        </p:spPr>
      </p:pic>
      <p:sp>
        <p:nvSpPr>
          <p:cNvPr id="29" name="Rect 0"/>
          <p:cNvSpPr txBox="1">
            <a:spLocks/>
          </p:cNvSpPr>
          <p:nvPr/>
        </p:nvSpPr>
        <p:spPr>
          <a:xfrm>
            <a:off x="6689725" y="4943157"/>
            <a:ext cx="4966970" cy="1754326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>
            <a:spAutoFit/>
          </a:bodyPr>
          <a:lstStyle/>
          <a:p>
            <a:pPr marL="0" indent="0" latinLnBrk="0">
              <a:buFontTx/>
              <a:buNone/>
            </a:pPr>
            <a:r>
              <a:rPr lang="ko-KR" altLang="en-US" b="1" dirty="0"/>
              <a:t>최종 점수 </a:t>
            </a:r>
            <a:r>
              <a:rPr lang="en-US" altLang="ko-KR" b="1" dirty="0"/>
              <a:t>=</a:t>
            </a:r>
            <a:endParaRPr lang="ko-KR" altLang="en-US" b="1" dirty="0"/>
          </a:p>
          <a:p>
            <a:pPr marL="0" indent="0" latinLnBrk="0">
              <a:buFontTx/>
              <a:buNone/>
            </a:pPr>
            <a:r>
              <a:rPr lang="en-US" altLang="ko-KR" b="1" dirty="0"/>
              <a:t>  (</a:t>
            </a:r>
            <a:r>
              <a:rPr lang="ko-KR" altLang="en-US" b="1" dirty="0"/>
              <a:t>감성 점수 </a:t>
            </a:r>
            <a:r>
              <a:rPr lang="en-US" altLang="ko-KR" b="1" dirty="0"/>
              <a:t>× 0.5) +</a:t>
            </a:r>
            <a:endParaRPr lang="ko-KR" altLang="en-US" b="1" dirty="0"/>
          </a:p>
          <a:p>
            <a:pPr marL="0" indent="0" latinLnBrk="0">
              <a:buFontTx/>
              <a:buNone/>
            </a:pPr>
            <a:r>
              <a:rPr lang="en-US" altLang="ko-KR" b="1" dirty="0"/>
              <a:t>  (</a:t>
            </a:r>
            <a:r>
              <a:rPr lang="ko-KR" altLang="en-US" b="1" dirty="0"/>
              <a:t>리뷰 수 점수 </a:t>
            </a:r>
            <a:r>
              <a:rPr lang="en-US" altLang="ko-KR" b="1" dirty="0"/>
              <a:t>× 0.3) +</a:t>
            </a:r>
            <a:endParaRPr lang="ko-KR" altLang="en-US" b="1" dirty="0"/>
          </a:p>
          <a:p>
            <a:pPr marL="0" indent="0" latinLnBrk="0">
              <a:buFontTx/>
              <a:buNone/>
            </a:pPr>
            <a:r>
              <a:rPr lang="en-US" altLang="ko-KR" b="1" dirty="0"/>
              <a:t>  (</a:t>
            </a:r>
            <a:r>
              <a:rPr lang="ko-KR" altLang="en-US" b="1" dirty="0"/>
              <a:t>거리 점수 </a:t>
            </a:r>
            <a:r>
              <a:rPr lang="en-US" altLang="ko-KR" b="1" dirty="0"/>
              <a:t>× 0.2)</a:t>
            </a:r>
          </a:p>
          <a:p>
            <a:pPr marL="0" indent="0" latinLnBrk="0">
              <a:buFontTx/>
              <a:buNone/>
            </a:pPr>
            <a:r>
              <a:rPr lang="ko-KR" altLang="en-US" b="1" dirty="0"/>
              <a:t>거리는 </a:t>
            </a:r>
            <a:r>
              <a:rPr lang="en-US" altLang="ko-KR" b="1" dirty="0"/>
              <a:t>haversine </a:t>
            </a:r>
            <a:r>
              <a:rPr lang="ko-KR" altLang="en-US" b="1" dirty="0"/>
              <a:t>공식을 활용하여 위경도 기반 거리 산출</a:t>
            </a:r>
          </a:p>
        </p:txBody>
      </p:sp>
      <p:sp>
        <p:nvSpPr>
          <p:cNvPr id="32" name="Rect 0"/>
          <p:cNvSpPr txBox="1">
            <a:spLocks/>
          </p:cNvSpPr>
          <p:nvPr/>
        </p:nvSpPr>
        <p:spPr>
          <a:xfrm>
            <a:off x="6671945" y="2633345"/>
            <a:ext cx="4966970" cy="368935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>
            <a:spAutoFit/>
          </a:bodyPr>
          <a:lstStyle/>
          <a:p>
            <a:pPr marL="0" indent="0" latinLnBrk="0">
              <a:buFontTx/>
              <a:buNone/>
            </a:pPr>
            <a:endParaRPr lang="ko-KR" altLang="en-US" b="1"/>
          </a:p>
        </p:txBody>
      </p:sp>
      <p:sp>
        <p:nvSpPr>
          <p:cNvPr id="59" name="Rect 0"/>
          <p:cNvSpPr txBox="1">
            <a:spLocks/>
          </p:cNvSpPr>
          <p:nvPr/>
        </p:nvSpPr>
        <p:spPr>
          <a:xfrm>
            <a:off x="6322060" y="2385696"/>
            <a:ext cx="4966970" cy="2862322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>
            <a:spAutoFit/>
          </a:bodyPr>
          <a:lstStyle/>
          <a:p>
            <a:pPr marL="342900" indent="-342900" latinLnBrk="0">
              <a:buFont typeface="+mj-lt"/>
              <a:buAutoNum type="arabicPeriod"/>
            </a:pPr>
            <a:r>
              <a:rPr lang="ko-KR" altLang="en-US" b="1" dirty="0"/>
              <a:t>각 입력 요소를 가중치로 환산하여 종합 점수를 계산</a:t>
            </a:r>
          </a:p>
          <a:p>
            <a:pPr marL="342900" indent="-342900" latinLnBrk="0">
              <a:buFont typeface="+mj-lt"/>
              <a:buAutoNum type="arabicPeriod"/>
            </a:pPr>
            <a:r>
              <a:rPr lang="ko-KR" altLang="en-US" b="1" dirty="0"/>
              <a:t>입력</a:t>
            </a:r>
            <a:r>
              <a:rPr lang="en-US" altLang="ko-KR" b="1" dirty="0"/>
              <a:t>: </a:t>
            </a:r>
            <a:r>
              <a:rPr lang="ko-KR" altLang="en-US" b="1" dirty="0"/>
              <a:t>가게 좌표, 사용자 좌표, 리뷰 수, </a:t>
            </a:r>
          </a:p>
          <a:p>
            <a:pPr marL="342900" indent="-342900" latinLnBrk="0"/>
            <a:r>
              <a:rPr lang="ko-KR" altLang="en-US" b="1" dirty="0"/>
              <a:t>            감성 점수</a:t>
            </a:r>
            <a:endParaRPr lang="en-US" altLang="ko-KR" b="1" dirty="0"/>
          </a:p>
          <a:p>
            <a:pPr marL="342900" indent="-342900" latinLnBrk="0"/>
            <a:endParaRPr lang="en-US" altLang="ko-KR" b="1" dirty="0"/>
          </a:p>
          <a:p>
            <a:pPr marL="342900" indent="-342900" latinLnBrk="0">
              <a:buAutoNum type="arabicPeriod" startAt="3"/>
            </a:pPr>
            <a:r>
              <a:rPr lang="ko-KR" altLang="en-US" b="1" dirty="0"/>
              <a:t>출력</a:t>
            </a:r>
            <a:r>
              <a:rPr lang="en-US" altLang="ko-KR" b="1" dirty="0"/>
              <a:t>: </a:t>
            </a:r>
            <a:r>
              <a:rPr lang="ko-KR" altLang="en-US" b="1" dirty="0"/>
              <a:t>상황에 적합한 음식점 </a:t>
            </a:r>
            <a:r>
              <a:rPr lang="en-US" altLang="ko-KR" b="1" dirty="0"/>
              <a:t>TOP-N</a:t>
            </a:r>
          </a:p>
          <a:p>
            <a:pPr marL="342900" indent="-342900" latinLnBrk="0">
              <a:buAutoNum type="arabicPeriod" startAt="3"/>
            </a:pPr>
            <a:endParaRPr lang="en-US" altLang="ko-KR" b="1" dirty="0"/>
          </a:p>
          <a:p>
            <a:pPr marL="342900" indent="-342900" latinLnBrk="0">
              <a:buAutoNum type="arabicPeriod" startAt="3"/>
            </a:pPr>
            <a:r>
              <a:rPr lang="ko-KR" altLang="ko-KR" b="1" dirty="0"/>
              <a:t>서비스단에서 각각의 가중치를 결정 할 수 있도록 설계함</a:t>
            </a:r>
            <a:endParaRPr lang="ko-KR" altLang="en-US" b="1" dirty="0"/>
          </a:p>
          <a:p>
            <a:pPr marL="342900" indent="-342900" latinLnBrk="0">
              <a:buFont typeface="+mj-lt"/>
              <a:buAutoNum type="arabicPeriod"/>
            </a:pPr>
            <a:endParaRPr lang="ko-KR" altLang="en-US" b="1" dirty="0"/>
          </a:p>
        </p:txBody>
      </p:sp>
      <p:sp>
        <p:nvSpPr>
          <p:cNvPr id="60" name="Rect 0"/>
          <p:cNvSpPr>
            <a:spLocks/>
          </p:cNvSpPr>
          <p:nvPr/>
        </p:nvSpPr>
        <p:spPr>
          <a:xfrm>
            <a:off x="579755" y="2552699"/>
            <a:ext cx="1808480" cy="86614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anchor="ctr">
            <a:noAutofit/>
          </a:bodyPr>
          <a:lstStyle/>
          <a:p>
            <a:pPr marL="0" indent="0" algn="ctr" hangingPunct="1"/>
            <a:r>
              <a:rPr lang="ko-KR" altLang="en-US" b="1" dirty="0"/>
              <a:t>가게 좌표</a:t>
            </a:r>
            <a:endParaRPr lang="ko-KR" altLang="en-US" sz="1800" dirty="0">
              <a:latin typeface="맑은 고딕" charset="0"/>
              <a:ea typeface="맑은 고딕" charset="0"/>
            </a:endParaRPr>
          </a:p>
        </p:txBody>
      </p:sp>
      <p:grpSp>
        <p:nvGrpSpPr>
          <p:cNvPr id="25" name="Group 5"/>
          <p:cNvGrpSpPr/>
          <p:nvPr/>
        </p:nvGrpSpPr>
        <p:grpSpPr>
          <a:xfrm>
            <a:off x="517525" y="1906905"/>
            <a:ext cx="11411585" cy="380365"/>
            <a:chOff x="517525" y="1906905"/>
            <a:chExt cx="11411585" cy="380365"/>
          </a:xfrm>
        </p:grpSpPr>
        <p:sp>
          <p:nvSpPr>
            <p:cNvPr id="26" name="Rect 0"/>
            <p:cNvSpPr>
              <a:spLocks/>
            </p:cNvSpPr>
            <p:nvPr/>
          </p:nvSpPr>
          <p:spPr>
            <a:xfrm>
              <a:off x="517525" y="1906905"/>
              <a:ext cx="11219815" cy="380365"/>
            </a:xfrm>
            <a:prstGeom prst="roundRect">
              <a:avLst/>
            </a:prstGeom>
            <a:solidFill>
              <a:srgbClr val="3378C8"/>
            </a:solidFill>
            <a:ln w="0">
              <a:noFill/>
              <a:prstDash/>
            </a:ln>
            <a:effectLst>
              <a:outerShdw dist="38100" dir="2700000" algn="tl" rotWithShape="0">
                <a:srgbClr val="3378C8">
                  <a:alpha val="4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algn="ctr" latinLnBrk="0">
                <a:buFontTx/>
                <a:buNone/>
              </a:pPr>
              <a:endParaRPr lang="ko-KR" altLang="en-US"/>
            </a:p>
          </p:txBody>
        </p:sp>
        <p:sp>
          <p:nvSpPr>
            <p:cNvPr id="27" name="Rect 0"/>
            <p:cNvSpPr txBox="1">
              <a:spLocks/>
            </p:cNvSpPr>
            <p:nvPr/>
          </p:nvSpPr>
          <p:spPr>
            <a:xfrm>
              <a:off x="1038225" y="1945640"/>
              <a:ext cx="10890885" cy="307340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r>
                <a:rPr lang="ko-KR" altLang="en-US" sz="14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bg1"/>
                  </a:solidFill>
                  <a:latin typeface="세방고딕 Regular" charset="0"/>
                  <a:ea typeface="세방고딕 Regular" charset="0"/>
                </a:rPr>
                <a:t>음식점 추천 엔진</a:t>
              </a:r>
            </a:p>
          </p:txBody>
        </p:sp>
        <p:grpSp>
          <p:nvGrpSpPr>
            <p:cNvPr id="28" name="Group 5"/>
            <p:cNvGrpSpPr/>
            <p:nvPr/>
          </p:nvGrpSpPr>
          <p:grpSpPr>
            <a:xfrm>
              <a:off x="755015" y="1964690"/>
              <a:ext cx="284480" cy="277495"/>
              <a:chOff x="755015" y="1964690"/>
              <a:chExt cx="284480" cy="277495"/>
            </a:xfrm>
          </p:grpSpPr>
          <p:sp>
            <p:nvSpPr>
              <p:cNvPr id="30" name="Rect 0"/>
              <p:cNvSpPr>
                <a:spLocks/>
              </p:cNvSpPr>
              <p:nvPr/>
            </p:nvSpPr>
            <p:spPr>
              <a:xfrm>
                <a:off x="804545" y="1968500"/>
                <a:ext cx="234950" cy="234950"/>
              </a:xfrm>
              <a:prstGeom prst="ellipse">
                <a:avLst/>
              </a:prstGeom>
              <a:solidFill>
                <a:schemeClr val="bg1"/>
              </a:solidFill>
              <a:ln w="0">
                <a:noFill/>
                <a:prstDash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square" lIns="91440" tIns="45720" rIns="91440" bIns="45720" numCol="1" anchor="ctr">
                <a:noAutofit/>
              </a:bodyPr>
              <a:lstStyle/>
              <a:p>
                <a:pPr marL="0" indent="0" algn="ctr" latinLnBrk="0">
                  <a:buFontTx/>
                  <a:buNone/>
                </a:pPr>
                <a:endParaRPr lang="ko-KR" altLang="en-US"/>
              </a:p>
            </p:txBody>
          </p:sp>
          <p:sp>
            <p:nvSpPr>
              <p:cNvPr id="31" name="Rect 0"/>
              <p:cNvSpPr txBox="1">
                <a:spLocks/>
              </p:cNvSpPr>
              <p:nvPr/>
            </p:nvSpPr>
            <p:spPr>
              <a:xfrm>
                <a:off x="755015" y="1964690"/>
                <a:ext cx="247650" cy="277495"/>
              </a:xfrm>
              <a:prstGeom prst="rect">
                <a:avLst/>
              </a:prstGeom>
              <a:noFill/>
            </p:spPr>
            <p:txBody>
              <a:bodyPr vert="horz" wrap="square" lIns="91440" tIns="45720" rIns="91440" bIns="45720" numCol="1" anchor="t">
                <a:spAutoFit/>
              </a:bodyPr>
              <a:lstStyle/>
              <a:p>
                <a:pPr marL="0" indent="0" latinLnBrk="0">
                  <a:buFontTx/>
                  <a:buNone/>
                </a:pPr>
                <a:r>
                  <a:rPr lang="ko-KR" altLang="ko-KR" sz="1200" b="1">
                    <a:ln w="9525" cap="flat" cmpd="sng"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  <a:prstDash val="solid"/>
                    </a:ln>
                    <a:solidFill>
                      <a:srgbClr val="3378C8"/>
                    </a:solidFill>
                    <a:latin typeface="세방고딕 Bold" charset="0"/>
                    <a:ea typeface="세방고딕 Bold" charset="0"/>
                  </a:rPr>
                  <a:t>▼</a:t>
                </a:r>
                <a:endParaRPr lang="ko-KR" altLang="en-US" sz="12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/>
                  </a:solidFill>
                  <a:latin typeface="세방고딕 Bold" charset="0"/>
                  <a:ea typeface="세방고딕 Bold" charset="0"/>
                </a:endParaRPr>
              </a:p>
            </p:txBody>
          </p:sp>
        </p:grpSp>
      </p:grpSp>
      <p:sp>
        <p:nvSpPr>
          <p:cNvPr id="33" name="Rect 0">
            <a:extLst>
              <a:ext uri="{FF2B5EF4-FFF2-40B4-BE49-F238E27FC236}">
                <a16:creationId xmlns:a16="http://schemas.microsoft.com/office/drawing/2014/main" id="{CE2CBEAB-5BE4-4AF0-8D44-8CD1E9F89492}"/>
              </a:ext>
            </a:extLst>
          </p:cNvPr>
          <p:cNvSpPr>
            <a:spLocks/>
          </p:cNvSpPr>
          <p:nvPr/>
        </p:nvSpPr>
        <p:spPr>
          <a:xfrm>
            <a:off x="579755" y="3626485"/>
            <a:ext cx="1808480" cy="86614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anchor="ctr">
            <a:noAutofit/>
          </a:bodyPr>
          <a:lstStyle/>
          <a:p>
            <a:pPr marL="0" indent="0" algn="ctr" hangingPunct="1"/>
            <a:r>
              <a:rPr lang="ko-KR" altLang="en-US" b="1" dirty="0"/>
              <a:t>사용자 좌표</a:t>
            </a:r>
            <a:endParaRPr lang="ko-KR" altLang="en-US" sz="1800" dirty="0">
              <a:latin typeface="맑은 고딕" charset="0"/>
              <a:ea typeface="맑은 고딕" charset="0"/>
            </a:endParaRPr>
          </a:p>
        </p:txBody>
      </p:sp>
      <p:sp>
        <p:nvSpPr>
          <p:cNvPr id="35" name="Rect 0">
            <a:extLst>
              <a:ext uri="{FF2B5EF4-FFF2-40B4-BE49-F238E27FC236}">
                <a16:creationId xmlns:a16="http://schemas.microsoft.com/office/drawing/2014/main" id="{25687B5C-DAE1-4E79-9BD8-FC7B9D144221}"/>
              </a:ext>
            </a:extLst>
          </p:cNvPr>
          <p:cNvSpPr>
            <a:spLocks/>
          </p:cNvSpPr>
          <p:nvPr/>
        </p:nvSpPr>
        <p:spPr>
          <a:xfrm>
            <a:off x="579755" y="4666909"/>
            <a:ext cx="1808480" cy="86614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anchor="ctr">
            <a:noAutofit/>
          </a:bodyPr>
          <a:lstStyle/>
          <a:p>
            <a:pPr marL="0" indent="0" algn="ctr" hangingPunct="1"/>
            <a:r>
              <a:rPr lang="ko-KR" altLang="en-US" b="1" dirty="0"/>
              <a:t>리뷰 수</a:t>
            </a:r>
            <a:endParaRPr lang="ko-KR" altLang="en-US" sz="1800" dirty="0">
              <a:latin typeface="맑은 고딕" charset="0"/>
              <a:ea typeface="맑은 고딕" charset="0"/>
            </a:endParaRPr>
          </a:p>
        </p:txBody>
      </p:sp>
      <p:sp>
        <p:nvSpPr>
          <p:cNvPr id="36" name="Rect 0">
            <a:extLst>
              <a:ext uri="{FF2B5EF4-FFF2-40B4-BE49-F238E27FC236}">
                <a16:creationId xmlns:a16="http://schemas.microsoft.com/office/drawing/2014/main" id="{9A77A5D5-7D77-49EB-96D0-53F3D43A0BD9}"/>
              </a:ext>
            </a:extLst>
          </p:cNvPr>
          <p:cNvSpPr>
            <a:spLocks/>
          </p:cNvSpPr>
          <p:nvPr/>
        </p:nvSpPr>
        <p:spPr>
          <a:xfrm>
            <a:off x="579755" y="5733098"/>
            <a:ext cx="1808480" cy="86614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anchor="ctr">
            <a:noAutofit/>
          </a:bodyPr>
          <a:lstStyle/>
          <a:p>
            <a:pPr marL="0" indent="0" algn="ctr" hangingPunct="1"/>
            <a:r>
              <a:rPr lang="ko-KR" altLang="en-US" b="1" dirty="0"/>
              <a:t>감성 점수</a:t>
            </a:r>
            <a:endParaRPr lang="ko-KR" altLang="en-US" sz="1800" dirty="0">
              <a:latin typeface="맑은 고딕" charset="0"/>
              <a:ea typeface="맑은 고딕" charset="0"/>
            </a:endParaRPr>
          </a:p>
        </p:txBody>
      </p:sp>
      <p:sp>
        <p:nvSpPr>
          <p:cNvPr id="37" name="Rect 0">
            <a:extLst>
              <a:ext uri="{FF2B5EF4-FFF2-40B4-BE49-F238E27FC236}">
                <a16:creationId xmlns:a16="http://schemas.microsoft.com/office/drawing/2014/main" id="{6A615895-9DF6-4B06-B15F-106EC0CA8D90}"/>
              </a:ext>
            </a:extLst>
          </p:cNvPr>
          <p:cNvSpPr>
            <a:spLocks/>
          </p:cNvSpPr>
          <p:nvPr/>
        </p:nvSpPr>
        <p:spPr>
          <a:xfrm>
            <a:off x="3876584" y="3543963"/>
            <a:ext cx="1808480" cy="86614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anchor="ctr">
            <a:noAutofit/>
          </a:bodyPr>
          <a:lstStyle/>
          <a:p>
            <a:pPr marL="0" indent="0" algn="ctr" hangingPunct="1"/>
            <a:r>
              <a:rPr lang="ko-KR" altLang="en-US" sz="1800" b="1" dirty="0">
                <a:latin typeface="맑은 고딕" charset="0"/>
                <a:ea typeface="맑은 고딕" charset="0"/>
              </a:rPr>
              <a:t>최종 점수</a:t>
            </a:r>
            <a:endParaRPr lang="ko-KR" altLang="en-US" sz="1800" dirty="0">
              <a:latin typeface="맑은 고딕" charset="0"/>
              <a:ea typeface="맑은 고딕" charset="0"/>
            </a:endParaRPr>
          </a:p>
        </p:txBody>
      </p: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0D414A63-A8DB-4421-84BA-B7C2A2572903}"/>
              </a:ext>
            </a:extLst>
          </p:cNvPr>
          <p:cNvCxnSpPr>
            <a:cxnSpLocks/>
            <a:stCxn id="60" idx="3"/>
            <a:endCxn id="37" idx="1"/>
          </p:cNvCxnSpPr>
          <p:nvPr/>
        </p:nvCxnSpPr>
        <p:spPr>
          <a:xfrm>
            <a:off x="2388235" y="2985769"/>
            <a:ext cx="1488349" cy="99126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7313E77B-1CA7-41D9-86D7-E691BB839CDC}"/>
              </a:ext>
            </a:extLst>
          </p:cNvPr>
          <p:cNvSpPr txBox="1"/>
          <p:nvPr/>
        </p:nvSpPr>
        <p:spPr>
          <a:xfrm>
            <a:off x="2299927" y="3533179"/>
            <a:ext cx="1226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 hangingPunct="1"/>
            <a:r>
              <a:rPr lang="en-US" altLang="ko-KR" b="1" dirty="0"/>
              <a:t>* 0.2</a:t>
            </a:r>
            <a:endParaRPr lang="ko-KR" altLang="en-US" sz="1800" dirty="0">
              <a:latin typeface="맑은 고딕" charset="0"/>
              <a:ea typeface="맑은 고딕" charset="0"/>
            </a:endParaRPr>
          </a:p>
        </p:txBody>
      </p:sp>
      <p:cxnSp>
        <p:nvCxnSpPr>
          <p:cNvPr id="39" name="직선 화살표 연결선 38">
            <a:extLst>
              <a:ext uri="{FF2B5EF4-FFF2-40B4-BE49-F238E27FC236}">
                <a16:creationId xmlns:a16="http://schemas.microsoft.com/office/drawing/2014/main" id="{C56CC03A-F180-4CD0-B93E-2041B48563E7}"/>
              </a:ext>
            </a:extLst>
          </p:cNvPr>
          <p:cNvCxnSpPr>
            <a:cxnSpLocks/>
            <a:stCxn id="33" idx="3"/>
            <a:endCxn id="37" idx="1"/>
          </p:cNvCxnSpPr>
          <p:nvPr/>
        </p:nvCxnSpPr>
        <p:spPr>
          <a:xfrm flipV="1">
            <a:off x="2388235" y="3977033"/>
            <a:ext cx="1488349" cy="8252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직선 화살표 연결선 39">
            <a:extLst>
              <a:ext uri="{FF2B5EF4-FFF2-40B4-BE49-F238E27FC236}">
                <a16:creationId xmlns:a16="http://schemas.microsoft.com/office/drawing/2014/main" id="{59584DBC-0CE0-4266-B03D-FEEB5E0F0398}"/>
              </a:ext>
            </a:extLst>
          </p:cNvPr>
          <p:cNvCxnSpPr>
            <a:cxnSpLocks/>
            <a:stCxn id="35" idx="3"/>
            <a:endCxn id="37" idx="1"/>
          </p:cNvCxnSpPr>
          <p:nvPr/>
        </p:nvCxnSpPr>
        <p:spPr>
          <a:xfrm flipV="1">
            <a:off x="2388235" y="3977033"/>
            <a:ext cx="1488349" cy="112294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3A886A45-C766-4106-8649-B34081B2FA85}"/>
              </a:ext>
            </a:extLst>
          </p:cNvPr>
          <p:cNvSpPr txBox="1"/>
          <p:nvPr/>
        </p:nvSpPr>
        <p:spPr>
          <a:xfrm>
            <a:off x="2368697" y="4485004"/>
            <a:ext cx="119457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 hangingPunct="1"/>
            <a:r>
              <a:rPr lang="en-US" altLang="ko-KR" b="1" dirty="0"/>
              <a:t>* 0.3</a:t>
            </a:r>
            <a:endParaRPr lang="ko-KR" altLang="en-US" sz="1800" dirty="0">
              <a:latin typeface="맑은 고딕" charset="0"/>
              <a:ea typeface="맑은 고딕" charset="0"/>
            </a:endParaRPr>
          </a:p>
        </p:txBody>
      </p:sp>
      <p:cxnSp>
        <p:nvCxnSpPr>
          <p:cNvPr id="43" name="직선 화살표 연결선 42">
            <a:extLst>
              <a:ext uri="{FF2B5EF4-FFF2-40B4-BE49-F238E27FC236}">
                <a16:creationId xmlns:a16="http://schemas.microsoft.com/office/drawing/2014/main" id="{5F6AD2AC-CECE-4A5F-8802-8DCCBD78AF54}"/>
              </a:ext>
            </a:extLst>
          </p:cNvPr>
          <p:cNvCxnSpPr>
            <a:cxnSpLocks/>
            <a:stCxn id="36" idx="3"/>
            <a:endCxn id="37" idx="1"/>
          </p:cNvCxnSpPr>
          <p:nvPr/>
        </p:nvCxnSpPr>
        <p:spPr>
          <a:xfrm flipV="1">
            <a:off x="2388235" y="3977033"/>
            <a:ext cx="1488349" cy="218913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TextBox 60">
            <a:extLst>
              <a:ext uri="{FF2B5EF4-FFF2-40B4-BE49-F238E27FC236}">
                <a16:creationId xmlns:a16="http://schemas.microsoft.com/office/drawing/2014/main" id="{12A0D06A-C04F-4A75-A761-D6F45AB40479}"/>
              </a:ext>
            </a:extLst>
          </p:cNvPr>
          <p:cNvSpPr txBox="1"/>
          <p:nvPr/>
        </p:nvSpPr>
        <p:spPr>
          <a:xfrm>
            <a:off x="2368697" y="5400626"/>
            <a:ext cx="119457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 hangingPunct="1"/>
            <a:r>
              <a:rPr lang="en-US" altLang="ko-KR" b="1" dirty="0"/>
              <a:t>* 0.5</a:t>
            </a:r>
            <a:endParaRPr lang="ko-KR" altLang="en-US" sz="1800" dirty="0">
              <a:latin typeface="맑은 고딕" charset="0"/>
              <a:ea typeface="맑은 고딕" charset="0"/>
            </a:endParaRPr>
          </a:p>
        </p:txBody>
      </p:sp>
      <p:sp>
        <p:nvSpPr>
          <p:cNvPr id="62" name="Rect 0">
            <a:extLst>
              <a:ext uri="{FF2B5EF4-FFF2-40B4-BE49-F238E27FC236}">
                <a16:creationId xmlns:a16="http://schemas.microsoft.com/office/drawing/2014/main" id="{047DB32F-61F4-48F6-9999-B336BAEB2CD6}"/>
              </a:ext>
            </a:extLst>
          </p:cNvPr>
          <p:cNvSpPr>
            <a:spLocks/>
          </p:cNvSpPr>
          <p:nvPr/>
        </p:nvSpPr>
        <p:spPr>
          <a:xfrm>
            <a:off x="3879850" y="5404513"/>
            <a:ext cx="1808480" cy="86614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anchor="ctr">
            <a:noAutofit/>
          </a:bodyPr>
          <a:lstStyle/>
          <a:p>
            <a:pPr marL="0" indent="0" algn="ctr" hangingPunct="1"/>
            <a:r>
              <a:rPr lang="ko-KR" altLang="en-US" b="1" dirty="0"/>
              <a:t>음식점 </a:t>
            </a:r>
            <a:r>
              <a:rPr lang="en-US" altLang="ko-KR" b="1" dirty="0"/>
              <a:t>TOP-N</a:t>
            </a:r>
            <a:endParaRPr lang="ko-KR" altLang="en-US" sz="1800" dirty="0">
              <a:latin typeface="맑은 고딕" charset="0"/>
              <a:ea typeface="맑은 고딕" charset="0"/>
            </a:endParaRPr>
          </a:p>
        </p:txBody>
      </p:sp>
      <p:cxnSp>
        <p:nvCxnSpPr>
          <p:cNvPr id="63" name="직선 화살표 연결선 62">
            <a:extLst>
              <a:ext uri="{FF2B5EF4-FFF2-40B4-BE49-F238E27FC236}">
                <a16:creationId xmlns:a16="http://schemas.microsoft.com/office/drawing/2014/main" id="{6A7609F7-338C-4EFC-BCEE-415CE3944E96}"/>
              </a:ext>
            </a:extLst>
          </p:cNvPr>
          <p:cNvCxnSpPr>
            <a:cxnSpLocks/>
            <a:stCxn id="37" idx="2"/>
            <a:endCxn id="62" idx="0"/>
          </p:cNvCxnSpPr>
          <p:nvPr/>
        </p:nvCxnSpPr>
        <p:spPr>
          <a:xfrm>
            <a:off x="4780824" y="4410103"/>
            <a:ext cx="3266" cy="99441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635" cy="6858635"/>
          </a:xfrm>
          <a:prstGeom prst="rect">
            <a:avLst/>
          </a:prstGeom>
          <a:noFill/>
        </p:spPr>
      </p:pic>
      <p:pic>
        <p:nvPicPr>
          <p:cNvPr id="3" name="Picture 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78" b="11486"/>
          <a:stretch>
            <a:fillRect/>
          </a:stretch>
        </p:blipFill>
        <p:spPr>
          <a:xfrm>
            <a:off x="7589520" y="4695190"/>
            <a:ext cx="4603115" cy="2163445"/>
          </a:xfrm>
          <a:prstGeom prst="rect">
            <a:avLst/>
          </a:prstGeom>
          <a:noFill/>
        </p:spPr>
      </p:pic>
      <p:sp>
        <p:nvSpPr>
          <p:cNvPr id="4" name="Rect 0"/>
          <p:cNvSpPr>
            <a:spLocks/>
          </p:cNvSpPr>
          <p:nvPr/>
        </p:nvSpPr>
        <p:spPr>
          <a:xfrm flipH="1" flipV="1">
            <a:off x="173990" y="70485"/>
            <a:ext cx="12018645" cy="1221740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49847"/>
            </a:schemeClr>
          </a:solidFill>
          <a:ln w="0">
            <a:noFill/>
            <a:prstDash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/>
          </a:p>
        </p:txBody>
      </p:sp>
      <p:grpSp>
        <p:nvGrpSpPr>
          <p:cNvPr id="5" name="Group 5"/>
          <p:cNvGrpSpPr/>
          <p:nvPr/>
        </p:nvGrpSpPr>
        <p:grpSpPr>
          <a:xfrm>
            <a:off x="375920" y="333375"/>
            <a:ext cx="5949315" cy="831215"/>
            <a:chOff x="375920" y="333375"/>
            <a:chExt cx="5949315" cy="831215"/>
          </a:xfrm>
        </p:grpSpPr>
        <p:sp>
          <p:nvSpPr>
            <p:cNvPr id="6" name="Rect 0"/>
            <p:cNvSpPr txBox="1">
              <a:spLocks/>
            </p:cNvSpPr>
            <p:nvPr/>
          </p:nvSpPr>
          <p:spPr>
            <a:xfrm>
              <a:off x="1461770" y="366395"/>
              <a:ext cx="2252980" cy="276860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</a:pPr>
              <a:r>
                <a:rPr lang="en-US" altLang="ko-KR" sz="12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>
                      <a:alpha val="49847"/>
                    </a:srgbClr>
                  </a:solidFill>
                  <a:latin typeface="세방고딕 Regular" charset="0"/>
                  <a:ea typeface="세방고딕 Regular" charset="0"/>
                </a:rPr>
                <a:t>K-Digital Training</a:t>
              </a:r>
              <a:endParaRPr lang="ko-KR" altLang="en-US" sz="1200" b="1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>
                    <a:alpha val="49847"/>
                  </a:srgb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7" name="Rect 0"/>
            <p:cNvSpPr txBox="1">
              <a:spLocks/>
            </p:cNvSpPr>
            <p:nvPr/>
          </p:nvSpPr>
          <p:spPr>
            <a:xfrm>
              <a:off x="1461770" y="584835"/>
              <a:ext cx="4863465" cy="52260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r>
                <a:rPr lang="ko-KR" altLang="en-US" sz="2800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charset="0"/>
                  <a:ea typeface="세방고딕 Bold" charset="0"/>
                </a:rPr>
                <a:t>프로젝트 수행 경과</a:t>
              </a:r>
            </a:p>
          </p:txBody>
        </p:sp>
        <p:sp>
          <p:nvSpPr>
            <p:cNvPr id="8" name="Rect 0"/>
            <p:cNvSpPr txBox="1">
              <a:spLocks/>
            </p:cNvSpPr>
            <p:nvPr/>
          </p:nvSpPr>
          <p:spPr>
            <a:xfrm>
              <a:off x="375920" y="333375"/>
              <a:ext cx="1267460" cy="831215"/>
            </a:xfrm>
            <a:prstGeom prst="rect">
              <a:avLst/>
            </a:prstGeom>
            <a:noFill/>
          </p:spPr>
          <p:txBody>
            <a:bodyPr vert="horz" wrap="square" lIns="91440" tIns="0" rIns="91440" bIns="0" numCol="1" anchor="t">
              <a:spAutoFit/>
            </a:bodyPr>
            <a:lstStyle/>
            <a:p>
              <a:pPr marL="0" indent="0" eaLnBrk="1" fontAlgn="auto" latinLnBrk="1" hangingPunct="1">
                <a:spcBef>
                  <a:spcPts val="0"/>
                </a:spcBef>
                <a:spcAft>
                  <a:spcPts val="0"/>
                </a:spcAft>
                <a:buFontTx/>
                <a:buNone/>
                <a:defRPr/>
              </a:pPr>
              <a:r>
                <a:rPr lang="en-US" altLang="ko-KR" sz="5400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/>
                  </a:solidFill>
                  <a:latin typeface="세방고딕 Bold" charset="0"/>
                  <a:ea typeface="세방고딕 Bold" charset="0"/>
                </a:rPr>
                <a:t>03</a:t>
              </a:r>
              <a:endParaRPr lang="ko-KR" altLang="en-US" sz="54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/>
                </a:solidFill>
                <a:latin typeface="세방고딕 Bold" charset="0"/>
                <a:ea typeface="세방고딕 Bold" charset="0"/>
              </a:endParaRPr>
            </a:p>
          </p:txBody>
        </p:sp>
      </p:grpSp>
      <p:sp>
        <p:nvSpPr>
          <p:cNvPr id="13" name="Rect 0"/>
          <p:cNvSpPr txBox="1">
            <a:spLocks/>
          </p:cNvSpPr>
          <p:nvPr/>
        </p:nvSpPr>
        <p:spPr>
          <a:xfrm>
            <a:off x="0" y="0"/>
            <a:ext cx="12192635" cy="114935"/>
          </a:xfrm>
          <a:prstGeom prst="rect">
            <a:avLst/>
          </a:prstGeom>
          <a:solidFill>
            <a:srgbClr val="FFD85C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sp>
        <p:nvSpPr>
          <p:cNvPr id="14" name="Rect 0"/>
          <p:cNvSpPr txBox="1">
            <a:spLocks/>
          </p:cNvSpPr>
          <p:nvPr/>
        </p:nvSpPr>
        <p:spPr>
          <a:xfrm>
            <a:off x="0" y="0"/>
            <a:ext cx="1337310" cy="114935"/>
          </a:xfrm>
          <a:prstGeom prst="rect">
            <a:avLst/>
          </a:prstGeom>
          <a:solidFill>
            <a:srgbClr val="3378C8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pic>
        <p:nvPicPr>
          <p:cNvPr id="55" name="Picture "/>
          <p:cNvPicPr>
            <a:picLocks noChangeAspect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7803"/>
          <a:stretch>
            <a:fillRect/>
          </a:stretch>
        </p:blipFill>
        <p:spPr>
          <a:xfrm rot="5400000">
            <a:off x="-476250" y="2466975"/>
            <a:ext cx="1439545" cy="486410"/>
          </a:xfrm>
          <a:prstGeom prst="rect">
            <a:avLst/>
          </a:prstGeom>
          <a:noFill/>
        </p:spPr>
      </p:pic>
      <p:grpSp>
        <p:nvGrpSpPr>
          <p:cNvPr id="56" name="Group 5"/>
          <p:cNvGrpSpPr/>
          <p:nvPr/>
        </p:nvGrpSpPr>
        <p:grpSpPr>
          <a:xfrm>
            <a:off x="10667365" y="6576695"/>
            <a:ext cx="1076325" cy="151130"/>
            <a:chOff x="10667365" y="6576695"/>
            <a:chExt cx="1076325" cy="151130"/>
          </a:xfrm>
        </p:grpSpPr>
        <p:pic>
          <p:nvPicPr>
            <p:cNvPr id="57" name="Picture "/>
            <p:cNvPicPr>
              <a:picLocks noChangeAspect="1"/>
            </p:cNvPicPr>
            <p:nvPr/>
          </p:nvPicPr>
          <p:blipFill rotWithShape="1">
            <a:blip r:embed="rId6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 bwMode="auto">
            <a:xfrm>
              <a:off x="11269345" y="6576695"/>
              <a:ext cx="474345" cy="151130"/>
            </a:xfrm>
            <a:prstGeom prst="rect">
              <a:avLst/>
            </a:prstGeom>
            <a:noFill/>
          </p:spPr>
        </p:pic>
        <p:pic>
          <p:nvPicPr>
            <p:cNvPr id="58" name="Picture "/>
            <p:cNvPicPr>
              <a:picLocks noChangeAspect="1"/>
            </p:cNvPicPr>
            <p:nvPr/>
          </p:nvPicPr>
          <p:blipFill rotWithShape="1">
            <a:blip r:embed="rId7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10667365" y="6576695"/>
              <a:ext cx="478155" cy="142875"/>
            </a:xfrm>
            <a:prstGeom prst="rect">
              <a:avLst/>
            </a:prstGeom>
            <a:noFill/>
          </p:spPr>
        </p:pic>
      </p:grpSp>
      <p:grpSp>
        <p:nvGrpSpPr>
          <p:cNvPr id="21" name="Group 5">
            <a:extLst>
              <a:ext uri="{FF2B5EF4-FFF2-40B4-BE49-F238E27FC236}">
                <a16:creationId xmlns:a16="http://schemas.microsoft.com/office/drawing/2014/main" id="{7560DF4A-0C0C-4C91-8522-4FD22A1AE06D}"/>
              </a:ext>
            </a:extLst>
          </p:cNvPr>
          <p:cNvGrpSpPr/>
          <p:nvPr/>
        </p:nvGrpSpPr>
        <p:grpSpPr>
          <a:xfrm>
            <a:off x="488315" y="1358900"/>
            <a:ext cx="10527030" cy="370205"/>
            <a:chOff x="488315" y="1358900"/>
            <a:chExt cx="10527030" cy="370205"/>
          </a:xfrm>
        </p:grpSpPr>
        <p:sp>
          <p:nvSpPr>
            <p:cNvPr id="22" name="Rect 0">
              <a:extLst>
                <a:ext uri="{FF2B5EF4-FFF2-40B4-BE49-F238E27FC236}">
                  <a16:creationId xmlns:a16="http://schemas.microsoft.com/office/drawing/2014/main" id="{DFC104FE-45E0-4C38-BA71-DD9DE25748BC}"/>
                </a:ext>
              </a:extLst>
            </p:cNvPr>
            <p:cNvSpPr txBox="1">
              <a:spLocks/>
            </p:cNvSpPr>
            <p:nvPr/>
          </p:nvSpPr>
          <p:spPr>
            <a:xfrm>
              <a:off x="690245" y="1358900"/>
              <a:ext cx="10325100" cy="37020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endParaRPr lang="ko-KR" altLang="en-US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23" name="Rect 0">
              <a:extLst>
                <a:ext uri="{FF2B5EF4-FFF2-40B4-BE49-F238E27FC236}">
                  <a16:creationId xmlns:a16="http://schemas.microsoft.com/office/drawing/2014/main" id="{2692BDCC-DA2C-42BB-8BF2-A2C0A6E181A7}"/>
                </a:ext>
              </a:extLst>
            </p:cNvPr>
            <p:cNvSpPr>
              <a:spLocks/>
            </p:cNvSpPr>
            <p:nvPr/>
          </p:nvSpPr>
          <p:spPr>
            <a:xfrm>
              <a:off x="488315" y="1468120"/>
              <a:ext cx="101600" cy="114300"/>
            </a:xfrm>
            <a:custGeom>
              <a:avLst/>
              <a:gdLst>
                <a:gd name="TX0" fmla="*/ 428021 w 450215"/>
                <a:gd name="TY0" fmla="*/ 214932 h 506846"/>
                <a:gd name="TX1" fmla="*/ 66705 w 450215"/>
                <a:gd name="TY1" fmla="*/ 6045 h 506846"/>
                <a:gd name="TX2" fmla="*/ 0 w 450215"/>
                <a:gd name="TY2" fmla="*/ 44511 h 506846"/>
                <a:gd name="TX3" fmla="*/ 0 w 450215"/>
                <a:gd name="TY3" fmla="*/ 462326 h 506846"/>
                <a:gd name="TX4" fmla="*/ 66705 w 450215"/>
                <a:gd name="TY4" fmla="*/ 500812 h 506846"/>
                <a:gd name="TX5" fmla="*/ 428021 w 450215"/>
                <a:gd name="TY5" fmla="*/ 291905 h 506846"/>
                <a:gd name="TX6" fmla="*/ 428021 w 450215"/>
                <a:gd name="TY6" fmla="*/ 214932 h 506846"/>
              </a:gdLst>
              <a:ahLst/>
              <a:cxnLst>
                <a:cxn ang="0">
                  <a:pos x="TX0" y="TY0"/>
                </a:cxn>
                <a:cxn ang="0">
                  <a:pos x="TX1" y="TY1"/>
                </a:cxn>
                <a:cxn ang="0">
                  <a:pos x="TX2" y="TY2"/>
                </a:cxn>
                <a:cxn ang="0">
                  <a:pos x="TX3" y="TY3"/>
                </a:cxn>
                <a:cxn ang="0">
                  <a:pos x="TX4" y="TY4"/>
                </a:cxn>
                <a:cxn ang="0">
                  <a:pos x="TX5" y="TY5"/>
                </a:cxn>
                <a:cxn ang="0">
                  <a:pos x="TX6" y="TY6"/>
                </a:cxn>
              </a:cxnLst>
              <a:rect l="l" t="t" r="r" b="b"/>
              <a:pathLst>
                <a:path w="450215" h="506846">
                  <a:moveTo>
                    <a:pt x="428021" y="214932"/>
                  </a:moveTo>
                  <a:lnTo>
                    <a:pt x="66705" y="6045"/>
                  </a:lnTo>
                  <a:cubicBezTo>
                    <a:pt x="37072" y="-11108"/>
                    <a:pt x="0" y="10287"/>
                    <a:pt x="0" y="44511"/>
                  </a:cubicBezTo>
                  <a:lnTo>
                    <a:pt x="0" y="462326"/>
                  </a:lnTo>
                  <a:cubicBezTo>
                    <a:pt x="0" y="496550"/>
                    <a:pt x="37072" y="517945"/>
                    <a:pt x="66705" y="500812"/>
                  </a:cubicBezTo>
                  <a:lnTo>
                    <a:pt x="428021" y="291905"/>
                  </a:lnTo>
                  <a:cubicBezTo>
                    <a:pt x="457613" y="274793"/>
                    <a:pt x="457613" y="232064"/>
                    <a:pt x="428021" y="214932"/>
                  </a:cubicBezTo>
                  <a:close/>
                </a:path>
              </a:pathLst>
            </a:custGeom>
            <a:solidFill>
              <a:srgbClr val="3378C8"/>
            </a:solidFill>
            <a:ln w="0">
              <a:noFill/>
              <a:prstDash/>
            </a:ln>
            <a:effectLst>
              <a:outerShdw blurRad="50800" dist="38100" dir="5400000" algn="t" rotWithShape="0">
                <a:srgbClr val="3378C8">
                  <a:alpha val="40000"/>
                </a:srgbClr>
              </a:outerShdw>
            </a:effectLst>
          </p:spPr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latinLnBrk="0">
                <a:buFontTx/>
                <a:buNone/>
              </a:pPr>
              <a:endParaRPr lang="ko-KR" altLang="en-US"/>
            </a:p>
          </p:txBody>
        </p:sp>
      </p:grpSp>
      <p:sp>
        <p:nvSpPr>
          <p:cNvPr id="24" name="Rect 0">
            <a:extLst>
              <a:ext uri="{FF2B5EF4-FFF2-40B4-BE49-F238E27FC236}">
                <a16:creationId xmlns:a16="http://schemas.microsoft.com/office/drawing/2014/main" id="{B0D1BC5F-4588-4EAF-AC52-4A96B9DFF3F0}"/>
              </a:ext>
            </a:extLst>
          </p:cNvPr>
          <p:cNvSpPr txBox="1">
            <a:spLocks/>
          </p:cNvSpPr>
          <p:nvPr/>
        </p:nvSpPr>
        <p:spPr>
          <a:xfrm>
            <a:off x="635635" y="1314450"/>
            <a:ext cx="5795010" cy="492125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>
            <a:spAutoFit/>
          </a:bodyPr>
          <a:lstStyle/>
          <a:p>
            <a:pPr marL="0" indent="0" latinLnBrk="0">
              <a:buFontTx/>
              <a:buNone/>
              <a:defRPr/>
            </a:pPr>
            <a:r>
              <a:rPr lang="en-US" altLang="ko-KR" sz="260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3-2 </a:t>
            </a:r>
            <a:r>
              <a:rPr lang="ko-KR" altLang="en-US" sz="260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엔진 설계 </a:t>
            </a:r>
            <a:r>
              <a:rPr lang="en-US" altLang="ko-KR" sz="260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(</a:t>
            </a:r>
            <a:r>
              <a:rPr lang="ko-KR" altLang="ko-KR" sz="260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3</a:t>
            </a:r>
            <a:r>
              <a:rPr lang="en-US" altLang="ko-KR" sz="260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/</a:t>
            </a:r>
            <a:r>
              <a:rPr lang="ko-KR" altLang="ko-KR" sz="260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3</a:t>
            </a:r>
            <a:r>
              <a:rPr lang="en-US" altLang="ko-KR" sz="260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) </a:t>
            </a:r>
            <a:endParaRPr lang="ko-KR" altLang="en-US" sz="2600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chemeClr val="tx1">
                  <a:lumMod val="65000"/>
                  <a:lumOff val="35000"/>
                </a:schemeClr>
              </a:solidFill>
              <a:latin typeface="맑은 고딕" charset="0"/>
              <a:ea typeface="세방고딕 Bold" charset="0"/>
            </a:endParaRPr>
          </a:p>
        </p:txBody>
      </p:sp>
      <p:grpSp>
        <p:nvGrpSpPr>
          <p:cNvPr id="25" name="Group 5">
            <a:extLst>
              <a:ext uri="{FF2B5EF4-FFF2-40B4-BE49-F238E27FC236}">
                <a16:creationId xmlns:a16="http://schemas.microsoft.com/office/drawing/2014/main" id="{C255D616-113F-42E1-AF88-90F77419867F}"/>
              </a:ext>
            </a:extLst>
          </p:cNvPr>
          <p:cNvGrpSpPr/>
          <p:nvPr/>
        </p:nvGrpSpPr>
        <p:grpSpPr>
          <a:xfrm>
            <a:off x="473710" y="1906905"/>
            <a:ext cx="11410950" cy="379730"/>
            <a:chOff x="473710" y="1906905"/>
            <a:chExt cx="11410950" cy="379730"/>
          </a:xfrm>
        </p:grpSpPr>
        <p:sp>
          <p:nvSpPr>
            <p:cNvPr id="26" name="Rect 0"/>
            <p:cNvSpPr>
              <a:spLocks/>
            </p:cNvSpPr>
            <p:nvPr/>
          </p:nvSpPr>
          <p:spPr>
            <a:xfrm>
              <a:off x="473710" y="1906905"/>
              <a:ext cx="11219815" cy="380365"/>
            </a:xfrm>
            <a:prstGeom prst="roundRect">
              <a:avLst/>
            </a:prstGeom>
            <a:solidFill>
              <a:srgbClr val="3378C8"/>
            </a:solidFill>
            <a:ln w="0">
              <a:noFill/>
              <a:prstDash/>
            </a:ln>
            <a:effectLst>
              <a:outerShdw dist="38100" dir="2700000" algn="tl" rotWithShape="0">
                <a:srgbClr val="3378C8">
                  <a:alpha val="4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algn="ctr" latinLnBrk="0">
                <a:buFontTx/>
                <a:buNone/>
              </a:pPr>
              <a:endParaRPr lang="ko-KR" altLang="en-US"/>
            </a:p>
          </p:txBody>
        </p:sp>
        <p:sp>
          <p:nvSpPr>
            <p:cNvPr id="27" name="Rect 0"/>
            <p:cNvSpPr txBox="1">
              <a:spLocks/>
            </p:cNvSpPr>
            <p:nvPr/>
          </p:nvSpPr>
          <p:spPr>
            <a:xfrm>
              <a:off x="994410" y="1945640"/>
              <a:ext cx="10890885" cy="307340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r>
                <a:rPr lang="ko-KR" altLang="en-US" sz="14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bg1"/>
                  </a:solidFill>
                  <a:latin typeface="세방고딕 Regular" charset="0"/>
                  <a:ea typeface="세방고딕 Regular" charset="0"/>
                </a:rPr>
                <a:t>키워드 검색 엔진</a:t>
              </a:r>
            </a:p>
          </p:txBody>
        </p:sp>
        <p:grpSp>
          <p:nvGrpSpPr>
            <p:cNvPr id="28" name="Group 5">
              <a:extLst>
                <a:ext uri="{FF2B5EF4-FFF2-40B4-BE49-F238E27FC236}">
                  <a16:creationId xmlns:a16="http://schemas.microsoft.com/office/drawing/2014/main" id="{83C349EC-C586-462B-8496-82EE16CADF69}"/>
                </a:ext>
              </a:extLst>
            </p:cNvPr>
            <p:cNvGrpSpPr/>
            <p:nvPr/>
          </p:nvGrpSpPr>
          <p:grpSpPr>
            <a:xfrm>
              <a:off x="711200" y="1964690"/>
              <a:ext cx="283845" cy="276860"/>
              <a:chOff x="711200" y="1964690"/>
              <a:chExt cx="283845" cy="276860"/>
            </a:xfrm>
          </p:grpSpPr>
          <p:sp>
            <p:nvSpPr>
              <p:cNvPr id="30" name="Rect 0"/>
              <p:cNvSpPr>
                <a:spLocks/>
              </p:cNvSpPr>
              <p:nvPr/>
            </p:nvSpPr>
            <p:spPr>
              <a:xfrm>
                <a:off x="760730" y="1968500"/>
                <a:ext cx="234950" cy="234950"/>
              </a:xfrm>
              <a:prstGeom prst="ellipse">
                <a:avLst/>
              </a:prstGeom>
              <a:solidFill>
                <a:schemeClr val="bg1"/>
              </a:solidFill>
              <a:ln w="0">
                <a:noFill/>
                <a:prstDash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square" lIns="91440" tIns="45720" rIns="91440" bIns="45720" numCol="1" anchor="ctr">
                <a:noAutofit/>
              </a:bodyPr>
              <a:lstStyle/>
              <a:p>
                <a:pPr marL="0" indent="0" algn="ctr" latinLnBrk="0">
                  <a:buFontTx/>
                  <a:buNone/>
                </a:pPr>
                <a:endParaRPr lang="ko-KR" altLang="en-US"/>
              </a:p>
            </p:txBody>
          </p:sp>
          <p:sp>
            <p:nvSpPr>
              <p:cNvPr id="31" name="Rect 0"/>
              <p:cNvSpPr txBox="1">
                <a:spLocks/>
              </p:cNvSpPr>
              <p:nvPr/>
            </p:nvSpPr>
            <p:spPr>
              <a:xfrm>
                <a:off x="711200" y="1964690"/>
                <a:ext cx="247650" cy="277495"/>
              </a:xfrm>
              <a:prstGeom prst="rect">
                <a:avLst/>
              </a:prstGeom>
              <a:noFill/>
            </p:spPr>
            <p:txBody>
              <a:bodyPr vert="horz" wrap="square" lIns="91440" tIns="45720" rIns="91440" bIns="45720" numCol="1" anchor="t">
                <a:spAutoFit/>
              </a:bodyPr>
              <a:lstStyle/>
              <a:p>
                <a:pPr marL="0" indent="0" latinLnBrk="0">
                  <a:buFontTx/>
                  <a:buNone/>
                </a:pPr>
                <a:r>
                  <a:rPr lang="ko-KR" altLang="ko-KR" sz="1200" b="1">
                    <a:ln w="9525" cap="flat" cmpd="sng"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  <a:prstDash val="solid"/>
                    </a:ln>
                    <a:solidFill>
                      <a:srgbClr val="3378C8"/>
                    </a:solidFill>
                    <a:latin typeface="세방고딕 Bold" charset="0"/>
                    <a:ea typeface="세방고딕 Bold" charset="0"/>
                  </a:rPr>
                  <a:t>▼</a:t>
                </a:r>
                <a:endParaRPr lang="ko-KR" altLang="en-US" sz="12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/>
                  </a:solidFill>
                  <a:latin typeface="세방고딕 Bold" charset="0"/>
                  <a:ea typeface="세방고딕 Bold" charset="0"/>
                </a:endParaRPr>
              </a:p>
            </p:txBody>
          </p:sp>
        </p:grpSp>
      </p:grpSp>
      <p:pic>
        <p:nvPicPr>
          <p:cNvPr id="34" name="Picture " descr="C:/Users/HIDDLE/AppData/Roaming/PolarisOffice/ETemp/18688_13401808/image42.png"/>
          <p:cNvPicPr>
            <a:picLocks noChangeAspect="1"/>
          </p:cNvPicPr>
          <p:nvPr/>
        </p:nvPicPr>
        <p:blipFill rotWithShape="1">
          <a:blip r:embed="rId8" cstate="hqprint">
            <a:duotone>
              <a:srgbClr val="2E6CA5"/>
              <a:prstClr val="white"/>
            </a:duotone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0800000" flipV="1">
            <a:off x="0" y="1801495"/>
            <a:ext cx="12193270" cy="343535"/>
          </a:xfrm>
          <a:prstGeom prst="rect">
            <a:avLst/>
          </a:prstGeom>
          <a:noFill/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75628B1B-A303-4739-96D8-177195B08964}"/>
              </a:ext>
            </a:extLst>
          </p:cNvPr>
          <p:cNvSpPr txBox="1"/>
          <p:nvPr/>
        </p:nvSpPr>
        <p:spPr>
          <a:xfrm>
            <a:off x="6412865" y="2710180"/>
            <a:ext cx="4870450" cy="2583815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>
            <a:spAutoFit/>
          </a:bodyPr>
          <a:lstStyle/>
          <a:p>
            <a:pPr marL="342900" indent="-342900" latinLnBrk="0">
              <a:buFont typeface="+mj-lt"/>
              <a:buAutoNum type="arabicPeriod"/>
            </a:pPr>
            <a:r>
              <a:rPr lang="ko-KR" altLang="en-US" b="1" dirty="0"/>
              <a:t>음식 카테고리, 설명 및 키워드를 사전 학습한 </a:t>
            </a:r>
            <a:r>
              <a:rPr lang="en-US" altLang="ko-KR" b="1" dirty="0"/>
              <a:t>SBERT</a:t>
            </a:r>
            <a:r>
              <a:rPr lang="ko-KR" altLang="en-US" b="1" dirty="0"/>
              <a:t>모델로 벡터 변환</a:t>
            </a:r>
          </a:p>
          <a:p>
            <a:pPr marL="342900" indent="-342900" latinLnBrk="0">
              <a:buFont typeface="+mj-lt"/>
              <a:buAutoNum type="arabicPeriod"/>
            </a:pPr>
            <a:endParaRPr lang="ko-KR" altLang="en-US" b="1" dirty="0"/>
          </a:p>
          <a:p>
            <a:pPr marL="342900" indent="-342900" latinLnBrk="0">
              <a:buFont typeface="+mj-lt"/>
              <a:buAutoNum type="arabicPeriod"/>
            </a:pPr>
            <a:r>
              <a:rPr lang="ko-KR" altLang="en-US" b="1" dirty="0"/>
              <a:t>의미적으로 가장 가까운 카테고리 도출</a:t>
            </a:r>
          </a:p>
          <a:p>
            <a:pPr marL="342900" indent="-342900" latinLnBrk="0">
              <a:buFont typeface="+mj-lt"/>
              <a:buAutoNum type="arabicPeriod"/>
            </a:pPr>
            <a:endParaRPr lang="ko-KR" altLang="en-US" b="1" dirty="0"/>
          </a:p>
          <a:p>
            <a:pPr marL="342900" indent="-342900" latinLnBrk="0">
              <a:buFont typeface="+mj-lt"/>
              <a:buAutoNum type="arabicPeriod"/>
            </a:pPr>
            <a:r>
              <a:rPr lang="ko-KR" altLang="en-US" b="1" dirty="0"/>
              <a:t>사용자 오타보정</a:t>
            </a:r>
          </a:p>
          <a:p>
            <a:pPr marL="342900" indent="-342900" latinLnBrk="0">
              <a:buFont typeface="+mj-lt"/>
              <a:buAutoNum type="arabicPeriod"/>
            </a:pPr>
            <a:endParaRPr lang="ko-KR" altLang="en-US" b="1" dirty="0"/>
          </a:p>
          <a:p>
            <a:pPr marL="342900" indent="-342900" latinLnBrk="0">
              <a:buFont typeface="+mj-lt"/>
              <a:buAutoNum type="arabicPeriod"/>
            </a:pPr>
            <a:r>
              <a:rPr lang="en-US" altLang="ko-KR" b="1" dirty="0" err="1"/>
              <a:t>db</a:t>
            </a:r>
            <a:r>
              <a:rPr lang="ko-KR" altLang="en-US" b="1" dirty="0"/>
              <a:t>에 넣지 않은 카테고리도 검색 가능</a:t>
            </a:r>
          </a:p>
          <a:p>
            <a:pPr marL="342900" indent="-342900" latinLnBrk="0">
              <a:buFont typeface="+mj-lt"/>
              <a:buAutoNum type="arabicPeriod"/>
            </a:pPr>
            <a:endParaRPr lang="ko-KR" altLang="en-US" b="1" dirty="0"/>
          </a:p>
        </p:txBody>
      </p:sp>
      <p:sp>
        <p:nvSpPr>
          <p:cNvPr id="59" name="도형 7"/>
          <p:cNvSpPr>
            <a:spLocks/>
          </p:cNvSpPr>
          <p:nvPr/>
        </p:nvSpPr>
        <p:spPr>
          <a:xfrm>
            <a:off x="380365" y="2758440"/>
            <a:ext cx="2464435" cy="1332865"/>
          </a:xfrm>
          <a:prstGeom prst="roundRect">
            <a:avLst/>
          </a:prstGeom>
          <a:solidFill>
            <a:schemeClr val="accent6">
              <a:lumMod val="75000"/>
              <a:lumOff val="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anchor="ctr">
            <a:noAutofit/>
          </a:bodyPr>
          <a:lstStyle/>
          <a:p>
            <a:pPr marL="0" indent="0" algn="ctr" hangingPunct="1"/>
            <a:r>
              <a:rPr sz="1800" b="1">
                <a:latin typeface="맑은 고딕" charset="0"/>
                <a:ea typeface="맑은 고딕" charset="0"/>
              </a:rPr>
              <a:t>검색</a:t>
            </a:r>
            <a:r>
              <a:rPr lang="ko-KR" sz="1800" b="1">
                <a:latin typeface="맑은 고딕" charset="0"/>
                <a:ea typeface="맑은 고딕" charset="0"/>
              </a:rPr>
              <a:t>어 입력</a:t>
            </a:r>
            <a:endParaRPr lang="ko-KR" altLang="en-US" sz="1800" b="1">
              <a:latin typeface="맑은 고딕" charset="0"/>
              <a:ea typeface="맑은 고딕" charset="0"/>
            </a:endParaRPr>
          </a:p>
        </p:txBody>
      </p:sp>
      <p:sp>
        <p:nvSpPr>
          <p:cNvPr id="60" name="도형 8"/>
          <p:cNvSpPr>
            <a:spLocks/>
          </p:cNvSpPr>
          <p:nvPr/>
        </p:nvSpPr>
        <p:spPr>
          <a:xfrm>
            <a:off x="2996565" y="3300730"/>
            <a:ext cx="504825" cy="200660"/>
          </a:xfrm>
          <a:prstGeom prst="rightArrow">
            <a:avLst/>
          </a:prstGeom>
          <a:solidFill>
            <a:schemeClr val="bg2">
              <a:lumMod val="50000"/>
              <a:lumOff val="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anchor="ctr">
            <a:noAutofit/>
          </a:bodyPr>
          <a:lstStyle/>
          <a:p>
            <a:pPr marL="0" indent="0" algn="ctr" hangingPunct="1"/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61" name="도형 17"/>
          <p:cNvSpPr>
            <a:spLocks/>
          </p:cNvSpPr>
          <p:nvPr/>
        </p:nvSpPr>
        <p:spPr>
          <a:xfrm>
            <a:off x="3629025" y="2753995"/>
            <a:ext cx="2464435" cy="1332865"/>
          </a:xfrm>
          <a:prstGeom prst="roundRect">
            <a:avLst/>
          </a:prstGeom>
          <a:solidFill>
            <a:schemeClr val="accent6">
              <a:lumMod val="75000"/>
              <a:lumOff val="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anchor="ctr">
            <a:noAutofit/>
          </a:bodyPr>
          <a:lstStyle/>
          <a:p>
            <a:pPr marL="0" indent="0" algn="ctr" hangingPunct="1"/>
            <a:r>
              <a:rPr lang="ko-KR" sz="1800" b="1">
                <a:latin typeface="맑은 고딕" charset="0"/>
                <a:ea typeface="맑은 고딕" charset="0"/>
              </a:rPr>
              <a:t>벡터 변환</a:t>
            </a:r>
            <a:endParaRPr lang="ko-KR" altLang="en-US" sz="1800" b="1">
              <a:latin typeface="맑은 고딕" charset="0"/>
              <a:ea typeface="맑은 고딕" charset="0"/>
            </a:endParaRPr>
          </a:p>
        </p:txBody>
      </p:sp>
      <p:sp>
        <p:nvSpPr>
          <p:cNvPr id="62" name="도형 18"/>
          <p:cNvSpPr>
            <a:spLocks/>
          </p:cNvSpPr>
          <p:nvPr/>
        </p:nvSpPr>
        <p:spPr>
          <a:xfrm rot="-5400000" flipH="1">
            <a:off x="4568825" y="4473575"/>
            <a:ext cx="586105" cy="200660"/>
          </a:xfrm>
          <a:prstGeom prst="rightArrow">
            <a:avLst/>
          </a:prstGeom>
          <a:solidFill>
            <a:schemeClr val="bg2">
              <a:lumMod val="50000"/>
              <a:lumOff val="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anchor="ctr">
            <a:noAutofit/>
          </a:bodyPr>
          <a:lstStyle/>
          <a:p>
            <a:pPr marL="0" indent="0" algn="ctr" hangingPunct="1"/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63" name="도형 19"/>
          <p:cNvSpPr>
            <a:spLocks/>
          </p:cNvSpPr>
          <p:nvPr/>
        </p:nvSpPr>
        <p:spPr>
          <a:xfrm>
            <a:off x="381000" y="4994910"/>
            <a:ext cx="2464435" cy="1332865"/>
          </a:xfrm>
          <a:prstGeom prst="roundRect">
            <a:avLst/>
          </a:prstGeom>
          <a:solidFill>
            <a:schemeClr val="accent6">
              <a:lumMod val="75000"/>
              <a:lumOff val="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anchor="ctr">
            <a:noAutofit/>
          </a:bodyPr>
          <a:lstStyle/>
          <a:p>
            <a:pPr marL="0" indent="0" algn="ctr" hangingPunct="1"/>
            <a:r>
              <a:rPr lang="ko-KR" sz="1800" b="1">
                <a:latin typeface="맑은 고딕" charset="0"/>
                <a:ea typeface="맑은 고딕" charset="0"/>
              </a:rPr>
              <a:t>TOP-N 반환</a:t>
            </a:r>
            <a:endParaRPr lang="ko-KR" altLang="en-US" sz="1800" b="1">
              <a:latin typeface="맑은 고딕" charset="0"/>
              <a:ea typeface="맑은 고딕" charset="0"/>
            </a:endParaRPr>
          </a:p>
        </p:txBody>
      </p:sp>
      <p:sp>
        <p:nvSpPr>
          <p:cNvPr id="64" name="도형 20"/>
          <p:cNvSpPr>
            <a:spLocks/>
          </p:cNvSpPr>
          <p:nvPr/>
        </p:nvSpPr>
        <p:spPr>
          <a:xfrm>
            <a:off x="3629660" y="4999990"/>
            <a:ext cx="2464435" cy="1332865"/>
          </a:xfrm>
          <a:prstGeom prst="roundRect">
            <a:avLst/>
          </a:prstGeom>
          <a:solidFill>
            <a:schemeClr val="accent6">
              <a:lumMod val="75000"/>
              <a:lumOff val="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anchor="ctr">
            <a:noAutofit/>
          </a:bodyPr>
          <a:lstStyle/>
          <a:p>
            <a:pPr marL="0" indent="0" algn="ctr" hangingPunct="1"/>
            <a:r>
              <a:rPr lang="ko-KR" sz="1800" b="1">
                <a:latin typeface="맑은 고딕" charset="0"/>
                <a:ea typeface="맑은 고딕" charset="0"/>
              </a:rPr>
              <a:t>코사인 유사도 측정</a:t>
            </a:r>
            <a:endParaRPr lang="ko-KR" altLang="en-US" sz="1800" b="1">
              <a:latin typeface="맑은 고딕" charset="0"/>
              <a:ea typeface="맑은 고딕" charset="0"/>
            </a:endParaRPr>
          </a:p>
        </p:txBody>
      </p:sp>
      <p:sp>
        <p:nvSpPr>
          <p:cNvPr id="65" name="도형 21"/>
          <p:cNvSpPr>
            <a:spLocks/>
          </p:cNvSpPr>
          <p:nvPr/>
        </p:nvSpPr>
        <p:spPr>
          <a:xfrm rot="10800000">
            <a:off x="2982595" y="5570220"/>
            <a:ext cx="504825" cy="200660"/>
          </a:xfrm>
          <a:prstGeom prst="rightArrow">
            <a:avLst/>
          </a:prstGeom>
          <a:solidFill>
            <a:schemeClr val="bg2">
              <a:lumMod val="50000"/>
              <a:lumOff val="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anchor="ctr">
            <a:noAutofit/>
          </a:bodyPr>
          <a:lstStyle/>
          <a:p>
            <a:pPr marL="0" indent="0" algn="ctr" hangingPunct="1"/>
            <a:endParaRPr lang="ko-KR" altLang="en-US" sz="1800">
              <a:latin typeface="맑은 고딕" charset="0"/>
              <a:ea typeface="맑은 고딕" charset="0"/>
            </a:endParaRP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D0A55C6-12AA-4DF4-8CD3-2364A3511B70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085682" y="3712051"/>
            <a:ext cx="2360879" cy="17008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608412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9" name="그래픽 98">
            <a:extLst>
              <a:ext uri="{FF2B5EF4-FFF2-40B4-BE49-F238E27FC236}">
                <a16:creationId xmlns:a16="http://schemas.microsoft.com/office/drawing/2014/main" id="{F903AA09-02EA-76CC-8175-834ABC7B3E7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9" name="사각형: 둥근 한쪽 모서리 38">
            <a:extLst>
              <a:ext uri="{FF2B5EF4-FFF2-40B4-BE49-F238E27FC236}">
                <a16:creationId xmlns:a16="http://schemas.microsoft.com/office/drawing/2014/main" id="{5EADE06A-9DBC-11A8-5DF5-38CF63ECD050}"/>
              </a:ext>
            </a:extLst>
          </p:cNvPr>
          <p:cNvSpPr/>
          <p:nvPr/>
        </p:nvSpPr>
        <p:spPr>
          <a:xfrm flipH="1" flipV="1">
            <a:off x="173990" y="70485"/>
            <a:ext cx="12018010" cy="1221105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50000"/>
            </a:schemeClr>
          </a:solidFill>
          <a:ln w="10818" cap="flat">
            <a:noFill/>
            <a:prstDash val="solid"/>
            <a:miter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6FDEB448-9EE3-E350-4F7B-B8FDAF319438}"/>
              </a:ext>
            </a:extLst>
          </p:cNvPr>
          <p:cNvGrpSpPr/>
          <p:nvPr/>
        </p:nvGrpSpPr>
        <p:grpSpPr>
          <a:xfrm>
            <a:off x="375920" y="333375"/>
            <a:ext cx="5948680" cy="831215"/>
            <a:chOff x="375920" y="333375"/>
            <a:chExt cx="5948680" cy="831215"/>
          </a:xfrm>
        </p:grpSpPr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B3B4124F-4D0D-30C0-E721-EE580D127CC8}"/>
                </a:ext>
              </a:extLst>
            </p:cNvPr>
            <p:cNvSpPr txBox="1"/>
            <p:nvPr/>
          </p:nvSpPr>
          <p:spPr>
            <a:xfrm>
              <a:off x="1461770" y="366395"/>
              <a:ext cx="2252345" cy="2768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2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>
                      <a:alpha val="50000"/>
                    </a:srgb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K-Digital Training</a:t>
              </a:r>
              <a:endParaRPr lang="ko-KR" altLang="en-US" sz="12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>
                    <a:alpha val="50000"/>
                  </a:srgb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6C8DE4B1-0C6D-133C-80D8-F6968CBF60AC}"/>
                </a:ext>
              </a:extLst>
            </p:cNvPr>
            <p:cNvSpPr txBox="1"/>
            <p:nvPr/>
          </p:nvSpPr>
          <p:spPr>
            <a:xfrm>
              <a:off x="1461770" y="584835"/>
              <a:ext cx="4862830" cy="52324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28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프로젝트 시연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E0E94AA3-A994-6AB2-870F-88DA16811E4D}"/>
                </a:ext>
              </a:extLst>
            </p:cNvPr>
            <p:cNvSpPr txBox="1"/>
            <p:nvPr/>
          </p:nvSpPr>
          <p:spPr>
            <a:xfrm>
              <a:off x="375920" y="333375"/>
              <a:ext cx="1266825" cy="831215"/>
            </a:xfrm>
            <a:prstGeom prst="rect">
              <a:avLst/>
            </a:prstGeom>
            <a:noFill/>
          </p:spPr>
          <p:txBody>
            <a:bodyPr wrap="square" tIns="0" bIns="0">
              <a:spAutoFit/>
            </a:bodyPr>
            <a:lstStyle/>
            <a:p>
              <a:pPr eaLnBrk="1" fontAlgn="auto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ko-KR" sz="54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05</a:t>
              </a:r>
              <a:endParaRPr lang="ko-KR" altLang="en-US" sz="4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D2C2358E-3B03-27B5-CA0C-4BF0B1CDFADB}"/>
              </a:ext>
            </a:extLst>
          </p:cNvPr>
          <p:cNvSpPr txBox="1"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FFD85C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87E27BB-6406-EC3A-3BF4-56C8615BDA14}"/>
              </a:ext>
            </a:extLst>
          </p:cNvPr>
          <p:cNvSpPr txBox="1"/>
          <p:nvPr/>
        </p:nvSpPr>
        <p:spPr>
          <a:xfrm>
            <a:off x="0" y="0"/>
            <a:ext cx="1336675" cy="114300"/>
          </a:xfrm>
          <a:prstGeom prst="rect">
            <a:avLst/>
          </a:prstGeom>
          <a:solidFill>
            <a:srgbClr val="3378C8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grpSp>
        <p:nvGrpSpPr>
          <p:cNvPr id="14" name="그룹 13">
            <a:extLst>
              <a:ext uri="{FF2B5EF4-FFF2-40B4-BE49-F238E27FC236}">
                <a16:creationId xmlns:a16="http://schemas.microsoft.com/office/drawing/2014/main" id="{AF4B2E62-632E-762D-16F9-2015B268C1F4}"/>
              </a:ext>
            </a:extLst>
          </p:cNvPr>
          <p:cNvGrpSpPr/>
          <p:nvPr/>
        </p:nvGrpSpPr>
        <p:grpSpPr>
          <a:xfrm>
            <a:off x="541655" y="1430020"/>
            <a:ext cx="10526395" cy="369570"/>
            <a:chOff x="541655" y="1430020"/>
            <a:chExt cx="10526395" cy="369570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67F04AE5-D365-4B0E-9031-83310E282831}"/>
                </a:ext>
              </a:extLst>
            </p:cNvPr>
            <p:cNvSpPr txBox="1"/>
            <p:nvPr/>
          </p:nvSpPr>
          <p:spPr>
            <a:xfrm>
              <a:off x="743585" y="1430020"/>
              <a:ext cx="10324465" cy="36957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R="0" indent="0" fontAlgn="base">
                <a:spcBef>
                  <a:spcPts val="0"/>
                </a:spcBef>
                <a:spcAft>
                  <a:spcPts val="0"/>
                </a:spcAft>
                <a:defRPr/>
              </a:pPr>
              <a:endParaRPr lang="ko-KR" altLang="en-US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45" name="그래픽 43">
              <a:extLst>
                <a:ext uri="{FF2B5EF4-FFF2-40B4-BE49-F238E27FC236}">
                  <a16:creationId xmlns:a16="http://schemas.microsoft.com/office/drawing/2014/main" id="{512AEB8B-AA28-FDBA-00E7-D5D95C2F683D}"/>
                </a:ext>
              </a:extLst>
            </p:cNvPr>
            <p:cNvSpPr/>
            <p:nvPr/>
          </p:nvSpPr>
          <p:spPr>
            <a:xfrm>
              <a:off x="541655" y="1539240"/>
              <a:ext cx="100965" cy="113665"/>
            </a:xfrm>
            <a:custGeom>
              <a:avLst/>
              <a:gdLst>
                <a:gd name="connsiteX0" fmla="*/ 428021 w 450214"/>
                <a:gd name="connsiteY0" fmla="*/ 214932 h 506845"/>
                <a:gd name="connsiteX1" fmla="*/ 66705 w 450214"/>
                <a:gd name="connsiteY1" fmla="*/ 6045 h 506845"/>
                <a:gd name="connsiteX2" fmla="*/ 0 w 450214"/>
                <a:gd name="connsiteY2" fmla="*/ 44511 h 506845"/>
                <a:gd name="connsiteX3" fmla="*/ 0 w 450214"/>
                <a:gd name="connsiteY3" fmla="*/ 462326 h 506845"/>
                <a:gd name="connsiteX4" fmla="*/ 66705 w 450214"/>
                <a:gd name="connsiteY4" fmla="*/ 500812 h 506845"/>
                <a:gd name="connsiteX5" fmla="*/ 428021 w 450214"/>
                <a:gd name="connsiteY5" fmla="*/ 291905 h 506845"/>
                <a:gd name="connsiteX6" fmla="*/ 428021 w 450214"/>
                <a:gd name="connsiteY6" fmla="*/ 214932 h 5068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50214" h="506845">
                  <a:moveTo>
                    <a:pt x="428021" y="214932"/>
                  </a:moveTo>
                  <a:lnTo>
                    <a:pt x="66705" y="6045"/>
                  </a:lnTo>
                  <a:cubicBezTo>
                    <a:pt x="37072" y="-11108"/>
                    <a:pt x="0" y="10287"/>
                    <a:pt x="0" y="44511"/>
                  </a:cubicBezTo>
                  <a:lnTo>
                    <a:pt x="0" y="462326"/>
                  </a:lnTo>
                  <a:cubicBezTo>
                    <a:pt x="0" y="496550"/>
                    <a:pt x="37072" y="517945"/>
                    <a:pt x="66705" y="500812"/>
                  </a:cubicBezTo>
                  <a:lnTo>
                    <a:pt x="428021" y="291905"/>
                  </a:lnTo>
                  <a:cubicBezTo>
                    <a:pt x="457613" y="274793"/>
                    <a:pt x="457613" y="232064"/>
                    <a:pt x="428021" y="214932"/>
                  </a:cubicBezTo>
                  <a:close/>
                </a:path>
              </a:pathLst>
            </a:custGeom>
            <a:solidFill>
              <a:srgbClr val="3378C8"/>
            </a:solidFill>
            <a:ln w="2035" cap="flat">
              <a:noFill/>
              <a:prstDash val="solid"/>
              <a:miter/>
            </a:ln>
            <a:effectLst>
              <a:outerShdw blurRad="50800" dist="38100" dir="5400000" algn="t" rotWithShape="0">
                <a:srgbClr val="3378C8">
                  <a:alpha val="40000"/>
                </a:srgbClr>
              </a:outerShdw>
            </a:effectLst>
          </p:spPr>
          <p:txBody>
            <a:bodyPr rtlCol="0" anchor="ctr"/>
            <a:lstStyle/>
            <a:p>
              <a:endParaRPr lang="ko-KR" altLang="en-US"/>
            </a:p>
          </p:txBody>
        </p:sp>
      </p:grpSp>
      <p:pic>
        <p:nvPicPr>
          <p:cNvPr id="35" name="그림 34">
            <a:extLst>
              <a:ext uri="{FF2B5EF4-FFF2-40B4-BE49-F238E27FC236}">
                <a16:creationId xmlns:a16="http://schemas.microsoft.com/office/drawing/2014/main" id="{753AFFF3-DFFD-86BD-A0E4-365D0D959218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print">
            <a:duotone>
              <a:schemeClr val="accent5">
                <a:shade val="45000"/>
                <a:satMod val="135000"/>
              </a:schemeClr>
              <a:prstClr val="white"/>
            </a:duotone>
            <a:alphaModFix amt="27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10800000" flipV="1">
            <a:off x="0" y="1917065"/>
            <a:ext cx="12192000" cy="233680"/>
          </a:xfrm>
          <a:prstGeom prst="rect">
            <a:avLst/>
          </a:prstGeom>
        </p:spPr>
      </p:pic>
      <p:grpSp>
        <p:nvGrpSpPr>
          <p:cNvPr id="7" name="그룹 6">
            <a:extLst>
              <a:ext uri="{FF2B5EF4-FFF2-40B4-BE49-F238E27FC236}">
                <a16:creationId xmlns:a16="http://schemas.microsoft.com/office/drawing/2014/main" id="{F15E6CC2-791D-CE03-4E5D-FC4D5DA0D776}"/>
              </a:ext>
            </a:extLst>
          </p:cNvPr>
          <p:cNvGrpSpPr/>
          <p:nvPr/>
        </p:nvGrpSpPr>
        <p:grpSpPr>
          <a:xfrm>
            <a:off x="516255" y="2074545"/>
            <a:ext cx="11243945" cy="4262755"/>
            <a:chOff x="516255" y="2074545"/>
            <a:chExt cx="11243945" cy="4262755"/>
          </a:xfrm>
        </p:grpSpPr>
        <p:sp>
          <p:nvSpPr>
            <p:cNvPr id="21" name="자유형: 도형 20">
              <a:extLst>
                <a:ext uri="{FF2B5EF4-FFF2-40B4-BE49-F238E27FC236}">
                  <a16:creationId xmlns:a16="http://schemas.microsoft.com/office/drawing/2014/main" id="{3099E05E-02C6-A81E-C474-FDA5B9889330}"/>
                </a:ext>
              </a:extLst>
            </p:cNvPr>
            <p:cNvSpPr/>
            <p:nvPr/>
          </p:nvSpPr>
          <p:spPr>
            <a:xfrm>
              <a:off x="516255" y="2074545"/>
              <a:ext cx="11243945" cy="4262755"/>
            </a:xfrm>
            <a:custGeom>
              <a:avLst/>
              <a:gdLst>
                <a:gd name="connsiteX0" fmla="*/ 0 w 7434265"/>
                <a:gd name="connsiteY0" fmla="*/ 0 h 4167182"/>
                <a:gd name="connsiteX1" fmla="*/ 7434265 w 7434265"/>
                <a:gd name="connsiteY1" fmla="*/ 0 h 4167182"/>
                <a:gd name="connsiteX2" fmla="*/ 7434265 w 7434265"/>
                <a:gd name="connsiteY2" fmla="*/ 4167182 h 4167182"/>
                <a:gd name="connsiteX3" fmla="*/ 0 w 7434265"/>
                <a:gd name="connsiteY3" fmla="*/ 4167182 h 41671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434265" h="4167182">
                  <a:moveTo>
                    <a:pt x="0" y="0"/>
                  </a:moveTo>
                  <a:lnTo>
                    <a:pt x="7434265" y="0"/>
                  </a:lnTo>
                  <a:lnTo>
                    <a:pt x="7434265" y="4167182"/>
                  </a:lnTo>
                  <a:lnTo>
                    <a:pt x="0" y="4167182"/>
                  </a:lnTo>
                  <a:close/>
                </a:path>
              </a:pathLst>
            </a:custGeom>
            <a:solidFill>
              <a:srgbClr val="2C3E50"/>
            </a:solidFill>
            <a:ln w="153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 dirty="0"/>
            </a:p>
          </p:txBody>
        </p:sp>
        <p:grpSp>
          <p:nvGrpSpPr>
            <p:cNvPr id="89" name="그룹 88">
              <a:extLst>
                <a:ext uri="{FF2B5EF4-FFF2-40B4-BE49-F238E27FC236}">
                  <a16:creationId xmlns:a16="http://schemas.microsoft.com/office/drawing/2014/main" id="{7C6B04FF-38A0-FA54-0A62-02F17334FC33}"/>
                </a:ext>
              </a:extLst>
            </p:cNvPr>
            <p:cNvGrpSpPr/>
            <p:nvPr/>
          </p:nvGrpSpPr>
          <p:grpSpPr>
            <a:xfrm>
              <a:off x="5463540" y="3423285"/>
              <a:ext cx="1216025" cy="1213485"/>
              <a:chOff x="5463540" y="3423285"/>
              <a:chExt cx="1216025" cy="1213485"/>
            </a:xfrm>
          </p:grpSpPr>
          <p:sp>
            <p:nvSpPr>
              <p:cNvPr id="25" name="자유형: 도형 24">
                <a:extLst>
                  <a:ext uri="{FF2B5EF4-FFF2-40B4-BE49-F238E27FC236}">
                    <a16:creationId xmlns:a16="http://schemas.microsoft.com/office/drawing/2014/main" id="{473385F2-CC16-2514-41B1-037A4AA4215A}"/>
                  </a:ext>
                </a:extLst>
              </p:cNvPr>
              <p:cNvSpPr/>
              <p:nvPr/>
            </p:nvSpPr>
            <p:spPr>
              <a:xfrm>
                <a:off x="5892165" y="3793490"/>
                <a:ext cx="421005" cy="488315"/>
              </a:xfrm>
              <a:custGeom>
                <a:avLst/>
                <a:gdLst>
                  <a:gd name="connsiteX0" fmla="*/ 419806 w 419805"/>
                  <a:gd name="connsiteY0" fmla="*/ 244148 h 488280"/>
                  <a:gd name="connsiteX1" fmla="*/ 209910 w 419805"/>
                  <a:gd name="connsiteY1" fmla="*/ 366214 h 488280"/>
                  <a:gd name="connsiteX2" fmla="*/ 0 w 419805"/>
                  <a:gd name="connsiteY2" fmla="*/ 488281 h 488280"/>
                  <a:gd name="connsiteX3" fmla="*/ 0 w 419805"/>
                  <a:gd name="connsiteY3" fmla="*/ 244148 h 488280"/>
                  <a:gd name="connsiteX4" fmla="*/ 0 w 419805"/>
                  <a:gd name="connsiteY4" fmla="*/ 0 h 488280"/>
                  <a:gd name="connsiteX5" fmla="*/ 209910 w 419805"/>
                  <a:gd name="connsiteY5" fmla="*/ 122082 h 488280"/>
                  <a:gd name="connsiteX6" fmla="*/ 419806 w 419805"/>
                  <a:gd name="connsiteY6" fmla="*/ 244148 h 4882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419805" h="488280">
                    <a:moveTo>
                      <a:pt x="419806" y="244148"/>
                    </a:moveTo>
                    <a:lnTo>
                      <a:pt x="209910" y="366214"/>
                    </a:lnTo>
                    <a:lnTo>
                      <a:pt x="0" y="488281"/>
                    </a:lnTo>
                    <a:lnTo>
                      <a:pt x="0" y="244148"/>
                    </a:lnTo>
                    <a:lnTo>
                      <a:pt x="0" y="0"/>
                    </a:lnTo>
                    <a:lnTo>
                      <a:pt x="209910" y="122082"/>
                    </a:lnTo>
                    <a:lnTo>
                      <a:pt x="419806" y="244148"/>
                    </a:lnTo>
                    <a:close/>
                  </a:path>
                </a:pathLst>
              </a:custGeom>
              <a:solidFill>
                <a:srgbClr val="FFFFFF">
                  <a:alpha val="50000"/>
                </a:srgbClr>
              </a:solidFill>
              <a:ln w="153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ko-KR" altLang="en-US"/>
              </a:p>
            </p:txBody>
          </p:sp>
          <p:sp>
            <p:nvSpPr>
              <p:cNvPr id="77" name="자유형: 도형 76">
                <a:extLst>
                  <a:ext uri="{FF2B5EF4-FFF2-40B4-BE49-F238E27FC236}">
                    <a16:creationId xmlns:a16="http://schemas.microsoft.com/office/drawing/2014/main" id="{1EFE39BE-5010-C39D-B415-B1AFB69E9079}"/>
                  </a:ext>
                </a:extLst>
              </p:cNvPr>
              <p:cNvSpPr/>
              <p:nvPr/>
            </p:nvSpPr>
            <p:spPr>
              <a:xfrm>
                <a:off x="5463540" y="3423285"/>
                <a:ext cx="1216025" cy="1213485"/>
              </a:xfrm>
              <a:custGeom>
                <a:avLst/>
                <a:gdLst>
                  <a:gd name="connsiteX0" fmla="*/ 606722 w 1213444"/>
                  <a:gd name="connsiteY0" fmla="*/ 0 h 1213444"/>
                  <a:gd name="connsiteX1" fmla="*/ 0 w 1213444"/>
                  <a:gd name="connsiteY1" fmla="*/ 606722 h 1213444"/>
                  <a:gd name="connsiteX2" fmla="*/ 606722 w 1213444"/>
                  <a:gd name="connsiteY2" fmla="*/ 1213444 h 1213444"/>
                  <a:gd name="connsiteX3" fmla="*/ 1213444 w 1213444"/>
                  <a:gd name="connsiteY3" fmla="*/ 606722 h 1213444"/>
                  <a:gd name="connsiteX4" fmla="*/ 606722 w 1213444"/>
                  <a:gd name="connsiteY4" fmla="*/ 0 h 1213444"/>
                  <a:gd name="connsiteX5" fmla="*/ 606722 w 1213444"/>
                  <a:gd name="connsiteY5" fmla="*/ 1094358 h 1213444"/>
                  <a:gd name="connsiteX6" fmla="*/ 119086 w 1213444"/>
                  <a:gd name="connsiteY6" fmla="*/ 606722 h 1213444"/>
                  <a:gd name="connsiteX7" fmla="*/ 606722 w 1213444"/>
                  <a:gd name="connsiteY7" fmla="*/ 119087 h 1213444"/>
                  <a:gd name="connsiteX8" fmla="*/ 1094358 w 1213444"/>
                  <a:gd name="connsiteY8" fmla="*/ 606722 h 1213444"/>
                  <a:gd name="connsiteX9" fmla="*/ 606722 w 1213444"/>
                  <a:gd name="connsiteY9" fmla="*/ 1094358 h 12134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1213444" h="1213444">
                    <a:moveTo>
                      <a:pt x="606722" y="0"/>
                    </a:moveTo>
                    <a:cubicBezTo>
                      <a:pt x="271642" y="0"/>
                      <a:pt x="0" y="271627"/>
                      <a:pt x="0" y="606722"/>
                    </a:cubicBezTo>
                    <a:cubicBezTo>
                      <a:pt x="0" y="941817"/>
                      <a:pt x="271627" y="1213444"/>
                      <a:pt x="606722" y="1213444"/>
                    </a:cubicBezTo>
                    <a:cubicBezTo>
                      <a:pt x="941817" y="1213444"/>
                      <a:pt x="1213444" y="941817"/>
                      <a:pt x="1213444" y="606722"/>
                    </a:cubicBezTo>
                    <a:cubicBezTo>
                      <a:pt x="1213444" y="271627"/>
                      <a:pt x="941817" y="0"/>
                      <a:pt x="606722" y="0"/>
                    </a:cubicBezTo>
                    <a:close/>
                    <a:moveTo>
                      <a:pt x="606722" y="1094358"/>
                    </a:moveTo>
                    <a:cubicBezTo>
                      <a:pt x="337399" y="1094358"/>
                      <a:pt x="119086" y="876030"/>
                      <a:pt x="119086" y="606722"/>
                    </a:cubicBezTo>
                    <a:cubicBezTo>
                      <a:pt x="119086" y="337414"/>
                      <a:pt x="337414" y="119087"/>
                      <a:pt x="606722" y="119087"/>
                    </a:cubicBezTo>
                    <a:cubicBezTo>
                      <a:pt x="876030" y="119087"/>
                      <a:pt x="1094358" y="337414"/>
                      <a:pt x="1094358" y="606722"/>
                    </a:cubicBezTo>
                    <a:cubicBezTo>
                      <a:pt x="1094358" y="876030"/>
                      <a:pt x="876030" y="1094358"/>
                      <a:pt x="606722" y="1094358"/>
                    </a:cubicBezTo>
                    <a:close/>
                  </a:path>
                </a:pathLst>
              </a:custGeom>
              <a:solidFill>
                <a:srgbClr val="FFFFFF">
                  <a:alpha val="50000"/>
                </a:srgbClr>
              </a:solidFill>
              <a:ln w="153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ko-KR" altLang="en-US"/>
              </a:p>
            </p:txBody>
          </p:sp>
        </p:grpSp>
        <p:grpSp>
          <p:nvGrpSpPr>
            <p:cNvPr id="98" name="그룹 97">
              <a:extLst>
                <a:ext uri="{FF2B5EF4-FFF2-40B4-BE49-F238E27FC236}">
                  <a16:creationId xmlns:a16="http://schemas.microsoft.com/office/drawing/2014/main" id="{BE25631C-B436-3CDF-7A2A-777DBC8FFC7F}"/>
                </a:ext>
              </a:extLst>
            </p:cNvPr>
            <p:cNvGrpSpPr/>
            <p:nvPr/>
          </p:nvGrpSpPr>
          <p:grpSpPr>
            <a:xfrm>
              <a:off x="887095" y="5964555"/>
              <a:ext cx="8301355" cy="165735"/>
              <a:chOff x="887095" y="5964555"/>
              <a:chExt cx="8301355" cy="165735"/>
            </a:xfrm>
          </p:grpSpPr>
          <p:sp>
            <p:nvSpPr>
              <p:cNvPr id="22" name="자유형: 도형 21">
                <a:extLst>
                  <a:ext uri="{FF2B5EF4-FFF2-40B4-BE49-F238E27FC236}">
                    <a16:creationId xmlns:a16="http://schemas.microsoft.com/office/drawing/2014/main" id="{3D11E406-899F-EBB4-2AF3-BB210A560A50}"/>
                  </a:ext>
                </a:extLst>
              </p:cNvPr>
              <p:cNvSpPr/>
              <p:nvPr/>
            </p:nvSpPr>
            <p:spPr>
              <a:xfrm>
                <a:off x="887095" y="5970270"/>
                <a:ext cx="129540" cy="153035"/>
              </a:xfrm>
              <a:custGeom>
                <a:avLst/>
                <a:gdLst>
                  <a:gd name="connsiteX0" fmla="*/ 128994 w 128993"/>
                  <a:gd name="connsiteY0" fmla="*/ 76386 h 152771"/>
                  <a:gd name="connsiteX1" fmla="*/ 64497 w 128993"/>
                  <a:gd name="connsiteY1" fmla="*/ 114571 h 152771"/>
                  <a:gd name="connsiteX2" fmla="*/ 0 w 128993"/>
                  <a:gd name="connsiteY2" fmla="*/ 152771 h 152771"/>
                  <a:gd name="connsiteX3" fmla="*/ 0 w 128993"/>
                  <a:gd name="connsiteY3" fmla="*/ 76386 h 152771"/>
                  <a:gd name="connsiteX4" fmla="*/ 0 w 128993"/>
                  <a:gd name="connsiteY4" fmla="*/ 0 h 152771"/>
                  <a:gd name="connsiteX5" fmla="*/ 64497 w 128993"/>
                  <a:gd name="connsiteY5" fmla="*/ 38201 h 152771"/>
                  <a:gd name="connsiteX6" fmla="*/ 128994 w 128993"/>
                  <a:gd name="connsiteY6" fmla="*/ 76386 h 15277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8993" h="152771">
                    <a:moveTo>
                      <a:pt x="128994" y="76386"/>
                    </a:moveTo>
                    <a:lnTo>
                      <a:pt x="64497" y="114571"/>
                    </a:lnTo>
                    <a:lnTo>
                      <a:pt x="0" y="152771"/>
                    </a:lnTo>
                    <a:lnTo>
                      <a:pt x="0" y="76386"/>
                    </a:lnTo>
                    <a:lnTo>
                      <a:pt x="0" y="0"/>
                    </a:lnTo>
                    <a:lnTo>
                      <a:pt x="64497" y="38201"/>
                    </a:lnTo>
                    <a:lnTo>
                      <a:pt x="128994" y="76386"/>
                    </a:lnTo>
                    <a:close/>
                  </a:path>
                </a:pathLst>
              </a:custGeom>
              <a:solidFill>
                <a:srgbClr val="FFFFFF"/>
              </a:solidFill>
              <a:ln w="153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ko-KR" altLang="en-US" dirty="0"/>
              </a:p>
            </p:txBody>
          </p:sp>
          <p:sp>
            <p:nvSpPr>
              <p:cNvPr id="23" name="자유형: 도형 22">
                <a:extLst>
                  <a:ext uri="{FF2B5EF4-FFF2-40B4-BE49-F238E27FC236}">
                    <a16:creationId xmlns:a16="http://schemas.microsoft.com/office/drawing/2014/main" id="{1153FE47-3E3E-EA0F-7116-2E6EEA8C9D12}"/>
                  </a:ext>
                </a:extLst>
              </p:cNvPr>
              <p:cNvSpPr/>
              <p:nvPr/>
            </p:nvSpPr>
            <p:spPr>
              <a:xfrm>
                <a:off x="1302385" y="5970270"/>
                <a:ext cx="131445" cy="153035"/>
              </a:xfrm>
              <a:custGeom>
                <a:avLst/>
                <a:gdLst>
                  <a:gd name="connsiteX0" fmla="*/ 130944 w 130944"/>
                  <a:gd name="connsiteY0" fmla="*/ 76386 h 152771"/>
                  <a:gd name="connsiteX1" fmla="*/ 65480 w 130944"/>
                  <a:gd name="connsiteY1" fmla="*/ 114571 h 152771"/>
                  <a:gd name="connsiteX2" fmla="*/ 0 w 130944"/>
                  <a:gd name="connsiteY2" fmla="*/ 152771 h 152771"/>
                  <a:gd name="connsiteX3" fmla="*/ 0 w 130944"/>
                  <a:gd name="connsiteY3" fmla="*/ 76386 h 152771"/>
                  <a:gd name="connsiteX4" fmla="*/ 0 w 130944"/>
                  <a:gd name="connsiteY4" fmla="*/ 0 h 152771"/>
                  <a:gd name="connsiteX5" fmla="*/ 65480 w 130944"/>
                  <a:gd name="connsiteY5" fmla="*/ 38201 h 152771"/>
                  <a:gd name="connsiteX6" fmla="*/ 130944 w 130944"/>
                  <a:gd name="connsiteY6" fmla="*/ 76386 h 15277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30944" h="152771">
                    <a:moveTo>
                      <a:pt x="130944" y="76386"/>
                    </a:moveTo>
                    <a:lnTo>
                      <a:pt x="65480" y="114571"/>
                    </a:lnTo>
                    <a:lnTo>
                      <a:pt x="0" y="152771"/>
                    </a:lnTo>
                    <a:lnTo>
                      <a:pt x="0" y="76386"/>
                    </a:lnTo>
                    <a:lnTo>
                      <a:pt x="0" y="0"/>
                    </a:lnTo>
                    <a:lnTo>
                      <a:pt x="65480" y="38201"/>
                    </a:lnTo>
                    <a:lnTo>
                      <a:pt x="130944" y="76386"/>
                    </a:lnTo>
                    <a:close/>
                  </a:path>
                </a:pathLst>
              </a:custGeom>
              <a:solidFill>
                <a:srgbClr val="FFFFFF"/>
              </a:solidFill>
              <a:ln w="153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ko-KR" altLang="en-US"/>
              </a:p>
            </p:txBody>
          </p:sp>
          <p:sp>
            <p:nvSpPr>
              <p:cNvPr id="26" name="자유형: 도형 25">
                <a:extLst>
                  <a:ext uri="{FF2B5EF4-FFF2-40B4-BE49-F238E27FC236}">
                    <a16:creationId xmlns:a16="http://schemas.microsoft.com/office/drawing/2014/main" id="{0D05CE19-A948-B11A-E22E-BD06860C1CFB}"/>
                  </a:ext>
                </a:extLst>
              </p:cNvPr>
              <p:cNvSpPr/>
              <p:nvPr/>
            </p:nvSpPr>
            <p:spPr>
              <a:xfrm>
                <a:off x="1451610" y="5964555"/>
                <a:ext cx="27940" cy="165735"/>
              </a:xfrm>
              <a:custGeom>
                <a:avLst/>
                <a:gdLst>
                  <a:gd name="connsiteX0" fmla="*/ 0 w 27648"/>
                  <a:gd name="connsiteY0" fmla="*/ 0 h 165888"/>
                  <a:gd name="connsiteX1" fmla="*/ 27648 w 27648"/>
                  <a:gd name="connsiteY1" fmla="*/ 0 h 165888"/>
                  <a:gd name="connsiteX2" fmla="*/ 27648 w 27648"/>
                  <a:gd name="connsiteY2" fmla="*/ 165889 h 165888"/>
                  <a:gd name="connsiteX3" fmla="*/ 0 w 27648"/>
                  <a:gd name="connsiteY3" fmla="*/ 165889 h 16588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7648" h="165888">
                    <a:moveTo>
                      <a:pt x="0" y="0"/>
                    </a:moveTo>
                    <a:lnTo>
                      <a:pt x="27648" y="0"/>
                    </a:lnTo>
                    <a:lnTo>
                      <a:pt x="27648" y="165889"/>
                    </a:lnTo>
                    <a:lnTo>
                      <a:pt x="0" y="165889"/>
                    </a:lnTo>
                    <a:close/>
                  </a:path>
                </a:pathLst>
              </a:custGeom>
              <a:solidFill>
                <a:srgbClr val="FFFFFF"/>
              </a:solidFill>
              <a:ln w="153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ko-KR" altLang="en-US"/>
              </a:p>
            </p:txBody>
          </p:sp>
          <p:sp>
            <p:nvSpPr>
              <p:cNvPr id="28" name="자유형: 도형 27">
                <a:extLst>
                  <a:ext uri="{FF2B5EF4-FFF2-40B4-BE49-F238E27FC236}">
                    <a16:creationId xmlns:a16="http://schemas.microsoft.com/office/drawing/2014/main" id="{0C76B84F-157A-C856-0A4E-341D2B3D7D61}"/>
                  </a:ext>
                </a:extLst>
              </p:cNvPr>
              <p:cNvSpPr/>
              <p:nvPr/>
            </p:nvSpPr>
            <p:spPr>
              <a:xfrm>
                <a:off x="1685925" y="6021705"/>
                <a:ext cx="448310" cy="45720"/>
              </a:xfrm>
              <a:custGeom>
                <a:avLst/>
                <a:gdLst>
                  <a:gd name="connsiteX0" fmla="*/ 0 w 446977"/>
                  <a:gd name="connsiteY0" fmla="*/ 0 h 35328"/>
                  <a:gd name="connsiteX1" fmla="*/ 446978 w 446977"/>
                  <a:gd name="connsiteY1" fmla="*/ 0 h 35328"/>
                  <a:gd name="connsiteX2" fmla="*/ 446978 w 446977"/>
                  <a:gd name="connsiteY2" fmla="*/ 35328 h 35328"/>
                  <a:gd name="connsiteX3" fmla="*/ 0 w 446977"/>
                  <a:gd name="connsiteY3" fmla="*/ 35328 h 3532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446977" h="35328">
                    <a:moveTo>
                      <a:pt x="0" y="0"/>
                    </a:moveTo>
                    <a:lnTo>
                      <a:pt x="446978" y="0"/>
                    </a:lnTo>
                    <a:lnTo>
                      <a:pt x="446978" y="35328"/>
                    </a:lnTo>
                    <a:lnTo>
                      <a:pt x="0" y="35328"/>
                    </a:lnTo>
                    <a:close/>
                  </a:path>
                </a:pathLst>
              </a:custGeom>
              <a:solidFill>
                <a:srgbClr val="3378C8"/>
              </a:solidFill>
              <a:ln w="153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ko-KR" altLang="en-US"/>
              </a:p>
            </p:txBody>
          </p:sp>
          <p:grpSp>
            <p:nvGrpSpPr>
              <p:cNvPr id="90" name="그룹 89">
                <a:extLst>
                  <a:ext uri="{FF2B5EF4-FFF2-40B4-BE49-F238E27FC236}">
                    <a16:creationId xmlns:a16="http://schemas.microsoft.com/office/drawing/2014/main" id="{D0AF9004-B8E3-38F2-1B8C-048B4B9C2A0B}"/>
                  </a:ext>
                </a:extLst>
              </p:cNvPr>
              <p:cNvGrpSpPr/>
              <p:nvPr/>
            </p:nvGrpSpPr>
            <p:grpSpPr>
              <a:xfrm>
                <a:off x="2133600" y="6021705"/>
                <a:ext cx="6057265" cy="45720"/>
                <a:chOff x="2133600" y="6021705"/>
                <a:chExt cx="6057265" cy="45720"/>
              </a:xfrm>
            </p:grpSpPr>
            <p:sp>
              <p:nvSpPr>
                <p:cNvPr id="29" name="자유형: 도형 28">
                  <a:extLst>
                    <a:ext uri="{FF2B5EF4-FFF2-40B4-BE49-F238E27FC236}">
                      <a16:creationId xmlns:a16="http://schemas.microsoft.com/office/drawing/2014/main" id="{C7A9F584-AF98-050E-B6FA-1515DDFD0050}"/>
                    </a:ext>
                  </a:extLst>
                </p:cNvPr>
                <p:cNvSpPr/>
                <p:nvPr/>
              </p:nvSpPr>
              <p:spPr>
                <a:xfrm>
                  <a:off x="2133600" y="6021705"/>
                  <a:ext cx="5230495" cy="45720"/>
                </a:xfrm>
                <a:custGeom>
                  <a:avLst/>
                  <a:gdLst>
                    <a:gd name="connsiteX0" fmla="*/ 0 w 3012106"/>
                    <a:gd name="connsiteY0" fmla="*/ 0 h 35328"/>
                    <a:gd name="connsiteX1" fmla="*/ 3012106 w 3012106"/>
                    <a:gd name="connsiteY1" fmla="*/ 0 h 35328"/>
                    <a:gd name="connsiteX2" fmla="*/ 3012106 w 3012106"/>
                    <a:gd name="connsiteY2" fmla="*/ 35328 h 35328"/>
                    <a:gd name="connsiteX3" fmla="*/ 0 w 3012106"/>
                    <a:gd name="connsiteY3" fmla="*/ 35328 h 3532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012106" h="35328">
                      <a:moveTo>
                        <a:pt x="0" y="0"/>
                      </a:moveTo>
                      <a:lnTo>
                        <a:pt x="3012106" y="0"/>
                      </a:lnTo>
                      <a:lnTo>
                        <a:pt x="3012106" y="35328"/>
                      </a:lnTo>
                      <a:lnTo>
                        <a:pt x="0" y="35328"/>
                      </a:lnTo>
                      <a:close/>
                    </a:path>
                  </a:pathLst>
                </a:custGeom>
                <a:solidFill>
                  <a:srgbClr val="FFFFFF">
                    <a:alpha val="70000"/>
                  </a:srgbClr>
                </a:solidFill>
                <a:ln w="153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ko-KR" altLang="en-US"/>
                </a:p>
              </p:txBody>
            </p:sp>
            <p:sp>
              <p:nvSpPr>
                <p:cNvPr id="32" name="자유형: 도형 31">
                  <a:extLst>
                    <a:ext uri="{FF2B5EF4-FFF2-40B4-BE49-F238E27FC236}">
                      <a16:creationId xmlns:a16="http://schemas.microsoft.com/office/drawing/2014/main" id="{D750F111-1A77-70A6-ACBB-AD340CA930FE}"/>
                    </a:ext>
                  </a:extLst>
                </p:cNvPr>
                <p:cNvSpPr/>
                <p:nvPr/>
              </p:nvSpPr>
              <p:spPr>
                <a:xfrm>
                  <a:off x="7364095" y="6021705"/>
                  <a:ext cx="826770" cy="45720"/>
                </a:xfrm>
                <a:custGeom>
                  <a:avLst/>
                  <a:gdLst>
                    <a:gd name="connsiteX0" fmla="*/ 0 w 476161"/>
                    <a:gd name="connsiteY0" fmla="*/ 0 h 35328"/>
                    <a:gd name="connsiteX1" fmla="*/ 476162 w 476161"/>
                    <a:gd name="connsiteY1" fmla="*/ 0 h 35328"/>
                    <a:gd name="connsiteX2" fmla="*/ 476162 w 476161"/>
                    <a:gd name="connsiteY2" fmla="*/ 35328 h 35328"/>
                    <a:gd name="connsiteX3" fmla="*/ 0 w 476161"/>
                    <a:gd name="connsiteY3" fmla="*/ 35328 h 3532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476161" h="35328">
                      <a:moveTo>
                        <a:pt x="0" y="0"/>
                      </a:moveTo>
                      <a:lnTo>
                        <a:pt x="476162" y="0"/>
                      </a:lnTo>
                      <a:lnTo>
                        <a:pt x="476162" y="35328"/>
                      </a:lnTo>
                      <a:lnTo>
                        <a:pt x="0" y="35328"/>
                      </a:lnTo>
                      <a:close/>
                    </a:path>
                  </a:pathLst>
                </a:custGeom>
                <a:solidFill>
                  <a:srgbClr val="FFFFFF">
                    <a:alpha val="30000"/>
                  </a:srgbClr>
                </a:solidFill>
                <a:ln w="153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ko-KR" altLang="en-US"/>
                </a:p>
              </p:txBody>
            </p:sp>
          </p:grpSp>
          <p:sp>
            <p:nvSpPr>
              <p:cNvPr id="62" name="자유형: 도형 61">
                <a:extLst>
                  <a:ext uri="{FF2B5EF4-FFF2-40B4-BE49-F238E27FC236}">
                    <a16:creationId xmlns:a16="http://schemas.microsoft.com/office/drawing/2014/main" id="{505961D4-E04B-A933-7DA1-BD5BC5283652}"/>
                  </a:ext>
                </a:extLst>
              </p:cNvPr>
              <p:cNvSpPr/>
              <p:nvPr/>
            </p:nvSpPr>
            <p:spPr>
              <a:xfrm>
                <a:off x="2096135" y="6005195"/>
                <a:ext cx="79375" cy="79375"/>
              </a:xfrm>
              <a:custGeom>
                <a:avLst/>
                <a:gdLst>
                  <a:gd name="connsiteX0" fmla="*/ 79381 w 79380"/>
                  <a:gd name="connsiteY0" fmla="*/ 39691 h 79381"/>
                  <a:gd name="connsiteX1" fmla="*/ 39690 w 79380"/>
                  <a:gd name="connsiteY1" fmla="*/ 79381 h 79381"/>
                  <a:gd name="connsiteX2" fmla="*/ 0 w 79380"/>
                  <a:gd name="connsiteY2" fmla="*/ 39691 h 79381"/>
                  <a:gd name="connsiteX3" fmla="*/ 39690 w 79380"/>
                  <a:gd name="connsiteY3" fmla="*/ 0 h 79381"/>
                  <a:gd name="connsiteX4" fmla="*/ 79381 w 79380"/>
                  <a:gd name="connsiteY4" fmla="*/ 39691 h 7938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79380" h="79381">
                    <a:moveTo>
                      <a:pt x="79381" y="39691"/>
                    </a:moveTo>
                    <a:cubicBezTo>
                      <a:pt x="79381" y="61609"/>
                      <a:pt x="61609" y="79381"/>
                      <a:pt x="39690" y="79381"/>
                    </a:cubicBezTo>
                    <a:cubicBezTo>
                      <a:pt x="17772" y="79381"/>
                      <a:pt x="0" y="61609"/>
                      <a:pt x="0" y="39691"/>
                    </a:cubicBezTo>
                    <a:cubicBezTo>
                      <a:pt x="0" y="17772"/>
                      <a:pt x="17772" y="0"/>
                      <a:pt x="39690" y="0"/>
                    </a:cubicBezTo>
                    <a:cubicBezTo>
                      <a:pt x="61609" y="0"/>
                      <a:pt x="79381" y="17772"/>
                      <a:pt x="79381" y="39691"/>
                    </a:cubicBezTo>
                    <a:close/>
                  </a:path>
                </a:pathLst>
              </a:custGeom>
              <a:solidFill>
                <a:srgbClr val="3378C8"/>
              </a:solidFill>
              <a:ln w="153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ko-KR" altLang="en-US"/>
              </a:p>
            </p:txBody>
          </p:sp>
          <p:grpSp>
            <p:nvGrpSpPr>
              <p:cNvPr id="78" name="그래픽 18">
                <a:extLst>
                  <a:ext uri="{FF2B5EF4-FFF2-40B4-BE49-F238E27FC236}">
                    <a16:creationId xmlns:a16="http://schemas.microsoft.com/office/drawing/2014/main" id="{BF05BA35-6313-532D-3FC8-2A7D4892FED7}"/>
                  </a:ext>
                </a:extLst>
              </p:cNvPr>
              <p:cNvGrpSpPr/>
              <p:nvPr/>
            </p:nvGrpSpPr>
            <p:grpSpPr>
              <a:xfrm>
                <a:off x="8539480" y="5992495"/>
                <a:ext cx="648970" cy="101600"/>
                <a:chOff x="8539480" y="5992495"/>
                <a:chExt cx="648970" cy="101600"/>
              </a:xfrm>
              <a:solidFill>
                <a:srgbClr val="FFFFFF"/>
              </a:solidFill>
            </p:grpSpPr>
            <p:sp>
              <p:nvSpPr>
                <p:cNvPr id="79" name="자유형: 도형 78">
                  <a:extLst>
                    <a:ext uri="{FF2B5EF4-FFF2-40B4-BE49-F238E27FC236}">
                      <a16:creationId xmlns:a16="http://schemas.microsoft.com/office/drawing/2014/main" id="{0CE6A38B-96EE-222B-25E0-6CACA035E03F}"/>
                    </a:ext>
                  </a:extLst>
                </p:cNvPr>
                <p:cNvSpPr/>
                <p:nvPr/>
              </p:nvSpPr>
              <p:spPr>
                <a:xfrm>
                  <a:off x="8539480" y="5995670"/>
                  <a:ext cx="62230" cy="94615"/>
                </a:xfrm>
                <a:custGeom>
                  <a:avLst/>
                  <a:gdLst>
                    <a:gd name="connsiteX0" fmla="*/ 61916 w 61916"/>
                    <a:gd name="connsiteY0" fmla="*/ 46188 h 94357"/>
                    <a:gd name="connsiteX1" fmla="*/ 30183 w 61916"/>
                    <a:gd name="connsiteY1" fmla="*/ 94357 h 94357"/>
                    <a:gd name="connsiteX2" fmla="*/ 0 w 61916"/>
                    <a:gd name="connsiteY2" fmla="*/ 47463 h 94357"/>
                    <a:gd name="connsiteX3" fmla="*/ 31734 w 61916"/>
                    <a:gd name="connsiteY3" fmla="*/ 0 h 94357"/>
                    <a:gd name="connsiteX4" fmla="*/ 61916 w 61916"/>
                    <a:gd name="connsiteY4" fmla="*/ 46203 h 94357"/>
                    <a:gd name="connsiteX5" fmla="*/ 12350 w 61916"/>
                    <a:gd name="connsiteY5" fmla="*/ 47586 h 94357"/>
                    <a:gd name="connsiteX6" fmla="*/ 30889 w 61916"/>
                    <a:gd name="connsiteY6" fmla="*/ 84788 h 94357"/>
                    <a:gd name="connsiteX7" fmla="*/ 49567 w 61916"/>
                    <a:gd name="connsiteY7" fmla="*/ 46741 h 94357"/>
                    <a:gd name="connsiteX8" fmla="*/ 31027 w 61916"/>
                    <a:gd name="connsiteY8" fmla="*/ 9539 h 94357"/>
                    <a:gd name="connsiteX9" fmla="*/ 12350 w 61916"/>
                    <a:gd name="connsiteY9" fmla="*/ 47586 h 9435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61916" h="94357">
                      <a:moveTo>
                        <a:pt x="61916" y="46188"/>
                      </a:moveTo>
                      <a:cubicBezTo>
                        <a:pt x="61916" y="77215"/>
                        <a:pt x="50396" y="94357"/>
                        <a:pt x="30183" y="94357"/>
                      </a:cubicBezTo>
                      <a:cubicBezTo>
                        <a:pt x="12350" y="94357"/>
                        <a:pt x="276" y="77645"/>
                        <a:pt x="0" y="47463"/>
                      </a:cubicBezTo>
                      <a:cubicBezTo>
                        <a:pt x="0" y="16850"/>
                        <a:pt x="13194" y="0"/>
                        <a:pt x="31734" y="0"/>
                      </a:cubicBezTo>
                      <a:cubicBezTo>
                        <a:pt x="50273" y="0"/>
                        <a:pt x="61916" y="17127"/>
                        <a:pt x="61916" y="46203"/>
                      </a:cubicBezTo>
                      <a:close/>
                      <a:moveTo>
                        <a:pt x="12350" y="47586"/>
                      </a:moveTo>
                      <a:cubicBezTo>
                        <a:pt x="12350" y="71317"/>
                        <a:pt x="19646" y="84788"/>
                        <a:pt x="30889" y="84788"/>
                      </a:cubicBezTo>
                      <a:cubicBezTo>
                        <a:pt x="43531" y="84788"/>
                        <a:pt x="49567" y="70042"/>
                        <a:pt x="49567" y="46741"/>
                      </a:cubicBezTo>
                      <a:cubicBezTo>
                        <a:pt x="49567" y="23439"/>
                        <a:pt x="43807" y="9539"/>
                        <a:pt x="31027" y="9539"/>
                      </a:cubicBezTo>
                      <a:cubicBezTo>
                        <a:pt x="20214" y="9539"/>
                        <a:pt x="12350" y="22733"/>
                        <a:pt x="12350" y="47586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 w="153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ko-KR" altLang="en-US"/>
                </a:p>
              </p:txBody>
            </p:sp>
            <p:sp>
              <p:nvSpPr>
                <p:cNvPr id="80" name="자유형: 도형 79">
                  <a:extLst>
                    <a:ext uri="{FF2B5EF4-FFF2-40B4-BE49-F238E27FC236}">
                      <a16:creationId xmlns:a16="http://schemas.microsoft.com/office/drawing/2014/main" id="{8C021E82-C812-6AF2-60C6-D72FAD945CB4}"/>
                    </a:ext>
                  </a:extLst>
                </p:cNvPr>
                <p:cNvSpPr/>
                <p:nvPr/>
              </p:nvSpPr>
              <p:spPr>
                <a:xfrm>
                  <a:off x="8613775" y="6022975"/>
                  <a:ext cx="16510" cy="67310"/>
                </a:xfrm>
                <a:custGeom>
                  <a:avLst/>
                  <a:gdLst>
                    <a:gd name="connsiteX0" fmla="*/ 0 w 16696"/>
                    <a:gd name="connsiteY0" fmla="*/ 8847 h 67123"/>
                    <a:gd name="connsiteX1" fmla="*/ 8417 w 16696"/>
                    <a:gd name="connsiteY1" fmla="*/ 0 h 67123"/>
                    <a:gd name="connsiteX2" fmla="*/ 16696 w 16696"/>
                    <a:gd name="connsiteY2" fmla="*/ 8847 h 67123"/>
                    <a:gd name="connsiteX3" fmla="*/ 8279 w 16696"/>
                    <a:gd name="connsiteY3" fmla="*/ 17556 h 67123"/>
                    <a:gd name="connsiteX4" fmla="*/ 0 w 16696"/>
                    <a:gd name="connsiteY4" fmla="*/ 8847 h 67123"/>
                    <a:gd name="connsiteX5" fmla="*/ 0 w 16696"/>
                    <a:gd name="connsiteY5" fmla="*/ 58414 h 67123"/>
                    <a:gd name="connsiteX6" fmla="*/ 8417 w 16696"/>
                    <a:gd name="connsiteY6" fmla="*/ 49567 h 67123"/>
                    <a:gd name="connsiteX7" fmla="*/ 16696 w 16696"/>
                    <a:gd name="connsiteY7" fmla="*/ 58414 h 67123"/>
                    <a:gd name="connsiteX8" fmla="*/ 8279 w 16696"/>
                    <a:gd name="connsiteY8" fmla="*/ 67123 h 67123"/>
                    <a:gd name="connsiteX9" fmla="*/ 0 w 16696"/>
                    <a:gd name="connsiteY9" fmla="*/ 58414 h 6712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16696" h="67123">
                      <a:moveTo>
                        <a:pt x="0" y="8847"/>
                      </a:moveTo>
                      <a:cubicBezTo>
                        <a:pt x="0" y="3656"/>
                        <a:pt x="3518" y="0"/>
                        <a:pt x="8417" y="0"/>
                      </a:cubicBezTo>
                      <a:cubicBezTo>
                        <a:pt x="13317" y="0"/>
                        <a:pt x="16558" y="3656"/>
                        <a:pt x="16696" y="8847"/>
                      </a:cubicBezTo>
                      <a:cubicBezTo>
                        <a:pt x="16696" y="13763"/>
                        <a:pt x="13471" y="17556"/>
                        <a:pt x="8279" y="17556"/>
                      </a:cubicBezTo>
                      <a:cubicBezTo>
                        <a:pt x="3364" y="17556"/>
                        <a:pt x="0" y="13763"/>
                        <a:pt x="0" y="8847"/>
                      </a:cubicBezTo>
                      <a:close/>
                      <a:moveTo>
                        <a:pt x="0" y="58414"/>
                      </a:moveTo>
                      <a:cubicBezTo>
                        <a:pt x="0" y="53222"/>
                        <a:pt x="3518" y="49567"/>
                        <a:pt x="8417" y="49567"/>
                      </a:cubicBezTo>
                      <a:cubicBezTo>
                        <a:pt x="13317" y="49567"/>
                        <a:pt x="16558" y="53222"/>
                        <a:pt x="16696" y="58414"/>
                      </a:cubicBezTo>
                      <a:cubicBezTo>
                        <a:pt x="16696" y="63329"/>
                        <a:pt x="13471" y="67123"/>
                        <a:pt x="8279" y="67123"/>
                      </a:cubicBezTo>
                      <a:cubicBezTo>
                        <a:pt x="3364" y="67123"/>
                        <a:pt x="0" y="63329"/>
                        <a:pt x="0" y="58414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 w="153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ko-KR" altLang="en-US"/>
                </a:p>
              </p:txBody>
            </p:sp>
            <p:sp>
              <p:nvSpPr>
                <p:cNvPr id="81" name="자유형: 도형 80">
                  <a:extLst>
                    <a:ext uri="{FF2B5EF4-FFF2-40B4-BE49-F238E27FC236}">
                      <a16:creationId xmlns:a16="http://schemas.microsoft.com/office/drawing/2014/main" id="{85E7CECF-CCBA-8475-F082-44280EE02975}"/>
                    </a:ext>
                  </a:extLst>
                </p:cNvPr>
                <p:cNvSpPr/>
                <p:nvPr/>
              </p:nvSpPr>
              <p:spPr>
                <a:xfrm>
                  <a:off x="8650605" y="5996940"/>
                  <a:ext cx="30480" cy="91440"/>
                </a:xfrm>
                <a:custGeom>
                  <a:avLst/>
                  <a:gdLst>
                    <a:gd name="connsiteX0" fmla="*/ 18524 w 30474"/>
                    <a:gd name="connsiteY0" fmla="*/ 11505 h 91269"/>
                    <a:gd name="connsiteX1" fmla="*/ 18248 w 30474"/>
                    <a:gd name="connsiteY1" fmla="*/ 11505 h 91269"/>
                    <a:gd name="connsiteX2" fmla="*/ 2381 w 30474"/>
                    <a:gd name="connsiteY2" fmla="*/ 20076 h 91269"/>
                    <a:gd name="connsiteX3" fmla="*/ 0 w 30474"/>
                    <a:gd name="connsiteY3" fmla="*/ 10676 h 91269"/>
                    <a:gd name="connsiteX4" fmla="*/ 19937 w 30474"/>
                    <a:gd name="connsiteY4" fmla="*/ 0 h 91269"/>
                    <a:gd name="connsiteX5" fmla="*/ 30474 w 30474"/>
                    <a:gd name="connsiteY5" fmla="*/ 0 h 91269"/>
                    <a:gd name="connsiteX6" fmla="*/ 30474 w 30474"/>
                    <a:gd name="connsiteY6" fmla="*/ 91270 h 91269"/>
                    <a:gd name="connsiteX7" fmla="*/ 18540 w 30474"/>
                    <a:gd name="connsiteY7" fmla="*/ 91270 h 91269"/>
                    <a:gd name="connsiteX8" fmla="*/ 18540 w 30474"/>
                    <a:gd name="connsiteY8" fmla="*/ 11520 h 9126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30474" h="91269">
                      <a:moveTo>
                        <a:pt x="18524" y="11505"/>
                      </a:moveTo>
                      <a:lnTo>
                        <a:pt x="18248" y="11505"/>
                      </a:lnTo>
                      <a:lnTo>
                        <a:pt x="2381" y="20076"/>
                      </a:lnTo>
                      <a:lnTo>
                        <a:pt x="0" y="10676"/>
                      </a:lnTo>
                      <a:lnTo>
                        <a:pt x="19937" y="0"/>
                      </a:lnTo>
                      <a:lnTo>
                        <a:pt x="30474" y="0"/>
                      </a:lnTo>
                      <a:lnTo>
                        <a:pt x="30474" y="91270"/>
                      </a:lnTo>
                      <a:lnTo>
                        <a:pt x="18540" y="91270"/>
                      </a:lnTo>
                      <a:lnTo>
                        <a:pt x="18540" y="11520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 w="153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ko-KR" altLang="en-US"/>
                </a:p>
              </p:txBody>
            </p:sp>
            <p:sp>
              <p:nvSpPr>
                <p:cNvPr id="82" name="자유형: 도형 81">
                  <a:extLst>
                    <a:ext uri="{FF2B5EF4-FFF2-40B4-BE49-F238E27FC236}">
                      <a16:creationId xmlns:a16="http://schemas.microsoft.com/office/drawing/2014/main" id="{E73478F4-7F4F-AE31-209C-A8DCF092B7E9}"/>
                    </a:ext>
                  </a:extLst>
                </p:cNvPr>
                <p:cNvSpPr/>
                <p:nvPr/>
              </p:nvSpPr>
              <p:spPr>
                <a:xfrm>
                  <a:off x="8712835" y="5995670"/>
                  <a:ext cx="62230" cy="94615"/>
                </a:xfrm>
                <a:custGeom>
                  <a:avLst/>
                  <a:gdLst>
                    <a:gd name="connsiteX0" fmla="*/ 61916 w 61916"/>
                    <a:gd name="connsiteY0" fmla="*/ 46188 h 94357"/>
                    <a:gd name="connsiteX1" fmla="*/ 30183 w 61916"/>
                    <a:gd name="connsiteY1" fmla="*/ 94357 h 94357"/>
                    <a:gd name="connsiteX2" fmla="*/ 0 w 61916"/>
                    <a:gd name="connsiteY2" fmla="*/ 47463 h 94357"/>
                    <a:gd name="connsiteX3" fmla="*/ 31734 w 61916"/>
                    <a:gd name="connsiteY3" fmla="*/ 0 h 94357"/>
                    <a:gd name="connsiteX4" fmla="*/ 61916 w 61916"/>
                    <a:gd name="connsiteY4" fmla="*/ 46203 h 94357"/>
                    <a:gd name="connsiteX5" fmla="*/ 12350 w 61916"/>
                    <a:gd name="connsiteY5" fmla="*/ 47586 h 94357"/>
                    <a:gd name="connsiteX6" fmla="*/ 30889 w 61916"/>
                    <a:gd name="connsiteY6" fmla="*/ 84788 h 94357"/>
                    <a:gd name="connsiteX7" fmla="*/ 49567 w 61916"/>
                    <a:gd name="connsiteY7" fmla="*/ 46741 h 94357"/>
                    <a:gd name="connsiteX8" fmla="*/ 31027 w 61916"/>
                    <a:gd name="connsiteY8" fmla="*/ 9539 h 94357"/>
                    <a:gd name="connsiteX9" fmla="*/ 12350 w 61916"/>
                    <a:gd name="connsiteY9" fmla="*/ 47586 h 9435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61916" h="94357">
                      <a:moveTo>
                        <a:pt x="61916" y="46188"/>
                      </a:moveTo>
                      <a:cubicBezTo>
                        <a:pt x="61916" y="77215"/>
                        <a:pt x="50396" y="94357"/>
                        <a:pt x="30183" y="94357"/>
                      </a:cubicBezTo>
                      <a:cubicBezTo>
                        <a:pt x="12350" y="94357"/>
                        <a:pt x="277" y="77645"/>
                        <a:pt x="0" y="47463"/>
                      </a:cubicBezTo>
                      <a:cubicBezTo>
                        <a:pt x="0" y="16850"/>
                        <a:pt x="13194" y="0"/>
                        <a:pt x="31734" y="0"/>
                      </a:cubicBezTo>
                      <a:cubicBezTo>
                        <a:pt x="50273" y="0"/>
                        <a:pt x="61916" y="17127"/>
                        <a:pt x="61916" y="46203"/>
                      </a:cubicBezTo>
                      <a:close/>
                      <a:moveTo>
                        <a:pt x="12350" y="47586"/>
                      </a:moveTo>
                      <a:cubicBezTo>
                        <a:pt x="12350" y="71317"/>
                        <a:pt x="19646" y="84788"/>
                        <a:pt x="30889" y="84788"/>
                      </a:cubicBezTo>
                      <a:cubicBezTo>
                        <a:pt x="43531" y="84788"/>
                        <a:pt x="49567" y="70042"/>
                        <a:pt x="49567" y="46741"/>
                      </a:cubicBezTo>
                      <a:cubicBezTo>
                        <a:pt x="49567" y="23439"/>
                        <a:pt x="43807" y="9539"/>
                        <a:pt x="31027" y="9539"/>
                      </a:cubicBezTo>
                      <a:cubicBezTo>
                        <a:pt x="20214" y="9539"/>
                        <a:pt x="12350" y="22733"/>
                        <a:pt x="12350" y="47586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 w="153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ko-KR" altLang="en-US"/>
                </a:p>
              </p:txBody>
            </p:sp>
            <p:sp>
              <p:nvSpPr>
                <p:cNvPr id="83" name="자유형: 도형 82">
                  <a:extLst>
                    <a:ext uri="{FF2B5EF4-FFF2-40B4-BE49-F238E27FC236}">
                      <a16:creationId xmlns:a16="http://schemas.microsoft.com/office/drawing/2014/main" id="{4E5BAE43-B4F1-2428-DFC8-C082E5D4491E}"/>
                    </a:ext>
                  </a:extLst>
                </p:cNvPr>
                <p:cNvSpPr/>
                <p:nvPr/>
              </p:nvSpPr>
              <p:spPr>
                <a:xfrm>
                  <a:off x="8839835" y="5992495"/>
                  <a:ext cx="48895" cy="101600"/>
                </a:xfrm>
                <a:custGeom>
                  <a:avLst/>
                  <a:gdLst>
                    <a:gd name="connsiteX0" fmla="*/ 0 w 48722"/>
                    <a:gd name="connsiteY0" fmla="*/ 101806 h 101806"/>
                    <a:gd name="connsiteX1" fmla="*/ 39168 w 48722"/>
                    <a:gd name="connsiteY1" fmla="*/ 0 h 101806"/>
                    <a:gd name="connsiteX2" fmla="*/ 48722 w 48722"/>
                    <a:gd name="connsiteY2" fmla="*/ 0 h 101806"/>
                    <a:gd name="connsiteX3" fmla="*/ 9401 w 48722"/>
                    <a:gd name="connsiteY3" fmla="*/ 101806 h 101806"/>
                    <a:gd name="connsiteX4" fmla="*/ 0 w 48722"/>
                    <a:gd name="connsiteY4" fmla="*/ 101806 h 10180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48722" h="101806">
                      <a:moveTo>
                        <a:pt x="0" y="101806"/>
                      </a:moveTo>
                      <a:lnTo>
                        <a:pt x="39168" y="0"/>
                      </a:lnTo>
                      <a:lnTo>
                        <a:pt x="48722" y="0"/>
                      </a:lnTo>
                      <a:lnTo>
                        <a:pt x="9401" y="101806"/>
                      </a:lnTo>
                      <a:lnTo>
                        <a:pt x="0" y="101806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 w="153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ko-KR" altLang="en-US"/>
                </a:p>
              </p:txBody>
            </p:sp>
            <p:sp>
              <p:nvSpPr>
                <p:cNvPr id="84" name="자유형: 도형 83">
                  <a:extLst>
                    <a:ext uri="{FF2B5EF4-FFF2-40B4-BE49-F238E27FC236}">
                      <a16:creationId xmlns:a16="http://schemas.microsoft.com/office/drawing/2014/main" id="{6CFEA4C4-F492-0879-CBCC-0B5928AE11C5}"/>
                    </a:ext>
                  </a:extLst>
                </p:cNvPr>
                <p:cNvSpPr/>
                <p:nvPr/>
              </p:nvSpPr>
              <p:spPr>
                <a:xfrm>
                  <a:off x="8954135" y="5995670"/>
                  <a:ext cx="58420" cy="92710"/>
                </a:xfrm>
                <a:custGeom>
                  <a:avLst/>
                  <a:gdLst>
                    <a:gd name="connsiteX0" fmla="*/ 15 w 58275"/>
                    <a:gd name="connsiteY0" fmla="*/ 92806 h 92805"/>
                    <a:gd name="connsiteX1" fmla="*/ 15 w 58275"/>
                    <a:gd name="connsiteY1" fmla="*/ 85218 h 92805"/>
                    <a:gd name="connsiteX2" fmla="*/ 9708 w 58275"/>
                    <a:gd name="connsiteY2" fmla="*/ 75817 h 92805"/>
                    <a:gd name="connsiteX3" fmla="*/ 43684 w 58275"/>
                    <a:gd name="connsiteY3" fmla="*/ 28078 h 92805"/>
                    <a:gd name="connsiteX4" fmla="*/ 25574 w 58275"/>
                    <a:gd name="connsiteY4" fmla="*/ 10245 h 92805"/>
                    <a:gd name="connsiteX5" fmla="*/ 6190 w 58275"/>
                    <a:gd name="connsiteY5" fmla="*/ 17972 h 92805"/>
                    <a:gd name="connsiteX6" fmla="*/ 2258 w 58275"/>
                    <a:gd name="connsiteY6" fmla="*/ 9262 h 92805"/>
                    <a:gd name="connsiteX7" fmla="*/ 28094 w 58275"/>
                    <a:gd name="connsiteY7" fmla="*/ 0 h 92805"/>
                    <a:gd name="connsiteX8" fmla="*/ 56033 w 58275"/>
                    <a:gd name="connsiteY8" fmla="*/ 26542 h 92805"/>
                    <a:gd name="connsiteX9" fmla="*/ 24576 w 58275"/>
                    <a:gd name="connsiteY9" fmla="*/ 75541 h 92805"/>
                    <a:gd name="connsiteX10" fmla="*/ 17280 w 58275"/>
                    <a:gd name="connsiteY10" fmla="*/ 82284 h 92805"/>
                    <a:gd name="connsiteX11" fmla="*/ 17280 w 58275"/>
                    <a:gd name="connsiteY11" fmla="*/ 82560 h 92805"/>
                    <a:gd name="connsiteX12" fmla="*/ 58276 w 58275"/>
                    <a:gd name="connsiteY12" fmla="*/ 82560 h 92805"/>
                    <a:gd name="connsiteX13" fmla="*/ 58276 w 58275"/>
                    <a:gd name="connsiteY13" fmla="*/ 92806 h 92805"/>
                    <a:gd name="connsiteX14" fmla="*/ 0 w 58275"/>
                    <a:gd name="connsiteY14" fmla="*/ 92806 h 9280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</a:cxnLst>
                  <a:rect l="l" t="t" r="r" b="b"/>
                  <a:pathLst>
                    <a:path w="58275" h="92805">
                      <a:moveTo>
                        <a:pt x="15" y="92806"/>
                      </a:moveTo>
                      <a:lnTo>
                        <a:pt x="15" y="85218"/>
                      </a:lnTo>
                      <a:lnTo>
                        <a:pt x="9708" y="75817"/>
                      </a:lnTo>
                      <a:cubicBezTo>
                        <a:pt x="33024" y="53638"/>
                        <a:pt x="43546" y="41841"/>
                        <a:pt x="43684" y="28078"/>
                      </a:cubicBezTo>
                      <a:cubicBezTo>
                        <a:pt x="43684" y="18816"/>
                        <a:pt x="39184" y="10245"/>
                        <a:pt x="25574" y="10245"/>
                      </a:cubicBezTo>
                      <a:cubicBezTo>
                        <a:pt x="17295" y="10245"/>
                        <a:pt x="10414" y="14454"/>
                        <a:pt x="6190" y="17972"/>
                      </a:cubicBezTo>
                      <a:lnTo>
                        <a:pt x="2258" y="9262"/>
                      </a:lnTo>
                      <a:cubicBezTo>
                        <a:pt x="8571" y="3932"/>
                        <a:pt x="17556" y="0"/>
                        <a:pt x="28094" y="0"/>
                      </a:cubicBezTo>
                      <a:cubicBezTo>
                        <a:pt x="47755" y="0"/>
                        <a:pt x="56033" y="13486"/>
                        <a:pt x="56033" y="26542"/>
                      </a:cubicBezTo>
                      <a:cubicBezTo>
                        <a:pt x="56033" y="43392"/>
                        <a:pt x="43822" y="57017"/>
                        <a:pt x="24576" y="75541"/>
                      </a:cubicBezTo>
                      <a:lnTo>
                        <a:pt x="17280" y="82284"/>
                      </a:lnTo>
                      <a:lnTo>
                        <a:pt x="17280" y="82560"/>
                      </a:lnTo>
                      <a:lnTo>
                        <a:pt x="58276" y="82560"/>
                      </a:lnTo>
                      <a:lnTo>
                        <a:pt x="58276" y="92806"/>
                      </a:lnTo>
                      <a:lnTo>
                        <a:pt x="0" y="92806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 w="153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ko-KR" altLang="en-US"/>
                </a:p>
              </p:txBody>
            </p:sp>
            <p:sp>
              <p:nvSpPr>
                <p:cNvPr id="85" name="자유형: 도형 84">
                  <a:extLst>
                    <a:ext uri="{FF2B5EF4-FFF2-40B4-BE49-F238E27FC236}">
                      <a16:creationId xmlns:a16="http://schemas.microsoft.com/office/drawing/2014/main" id="{F1DF3DE4-2F9E-0C82-7D8C-54886FAA488B}"/>
                    </a:ext>
                  </a:extLst>
                </p:cNvPr>
                <p:cNvSpPr/>
                <p:nvPr/>
              </p:nvSpPr>
              <p:spPr>
                <a:xfrm>
                  <a:off x="9027160" y="6022975"/>
                  <a:ext cx="16510" cy="67310"/>
                </a:xfrm>
                <a:custGeom>
                  <a:avLst/>
                  <a:gdLst>
                    <a:gd name="connsiteX0" fmla="*/ 0 w 16696"/>
                    <a:gd name="connsiteY0" fmla="*/ 8847 h 67123"/>
                    <a:gd name="connsiteX1" fmla="*/ 8417 w 16696"/>
                    <a:gd name="connsiteY1" fmla="*/ 0 h 67123"/>
                    <a:gd name="connsiteX2" fmla="*/ 16696 w 16696"/>
                    <a:gd name="connsiteY2" fmla="*/ 8847 h 67123"/>
                    <a:gd name="connsiteX3" fmla="*/ 8279 w 16696"/>
                    <a:gd name="connsiteY3" fmla="*/ 17556 h 67123"/>
                    <a:gd name="connsiteX4" fmla="*/ 0 w 16696"/>
                    <a:gd name="connsiteY4" fmla="*/ 8847 h 67123"/>
                    <a:gd name="connsiteX5" fmla="*/ 0 w 16696"/>
                    <a:gd name="connsiteY5" fmla="*/ 58414 h 67123"/>
                    <a:gd name="connsiteX6" fmla="*/ 8417 w 16696"/>
                    <a:gd name="connsiteY6" fmla="*/ 49567 h 67123"/>
                    <a:gd name="connsiteX7" fmla="*/ 16696 w 16696"/>
                    <a:gd name="connsiteY7" fmla="*/ 58414 h 67123"/>
                    <a:gd name="connsiteX8" fmla="*/ 8279 w 16696"/>
                    <a:gd name="connsiteY8" fmla="*/ 67123 h 67123"/>
                    <a:gd name="connsiteX9" fmla="*/ 0 w 16696"/>
                    <a:gd name="connsiteY9" fmla="*/ 58414 h 6712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16696" h="67123">
                      <a:moveTo>
                        <a:pt x="0" y="8847"/>
                      </a:moveTo>
                      <a:cubicBezTo>
                        <a:pt x="0" y="3656"/>
                        <a:pt x="3518" y="0"/>
                        <a:pt x="8417" y="0"/>
                      </a:cubicBezTo>
                      <a:cubicBezTo>
                        <a:pt x="13317" y="0"/>
                        <a:pt x="16558" y="3656"/>
                        <a:pt x="16696" y="8847"/>
                      </a:cubicBezTo>
                      <a:cubicBezTo>
                        <a:pt x="16696" y="13763"/>
                        <a:pt x="13471" y="17556"/>
                        <a:pt x="8279" y="17556"/>
                      </a:cubicBezTo>
                      <a:cubicBezTo>
                        <a:pt x="3364" y="17556"/>
                        <a:pt x="0" y="13763"/>
                        <a:pt x="0" y="8847"/>
                      </a:cubicBezTo>
                      <a:close/>
                      <a:moveTo>
                        <a:pt x="0" y="58414"/>
                      </a:moveTo>
                      <a:cubicBezTo>
                        <a:pt x="0" y="53222"/>
                        <a:pt x="3518" y="49567"/>
                        <a:pt x="8417" y="49567"/>
                      </a:cubicBezTo>
                      <a:cubicBezTo>
                        <a:pt x="13317" y="49567"/>
                        <a:pt x="16558" y="53222"/>
                        <a:pt x="16696" y="58414"/>
                      </a:cubicBezTo>
                      <a:cubicBezTo>
                        <a:pt x="16696" y="63329"/>
                        <a:pt x="13471" y="67123"/>
                        <a:pt x="8279" y="67123"/>
                      </a:cubicBezTo>
                      <a:cubicBezTo>
                        <a:pt x="3364" y="67123"/>
                        <a:pt x="0" y="63329"/>
                        <a:pt x="0" y="58414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 w="153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ko-KR" altLang="en-US"/>
                </a:p>
              </p:txBody>
            </p:sp>
            <p:sp>
              <p:nvSpPr>
                <p:cNvPr id="86" name="자유형: 도형 85">
                  <a:extLst>
                    <a:ext uri="{FF2B5EF4-FFF2-40B4-BE49-F238E27FC236}">
                      <a16:creationId xmlns:a16="http://schemas.microsoft.com/office/drawing/2014/main" id="{4B0E4B0B-10C2-5F9A-1E36-C0BD83E510C8}"/>
                    </a:ext>
                  </a:extLst>
                </p:cNvPr>
                <p:cNvSpPr/>
                <p:nvPr/>
              </p:nvSpPr>
              <p:spPr>
                <a:xfrm>
                  <a:off x="9055100" y="5995670"/>
                  <a:ext cx="57150" cy="94615"/>
                </a:xfrm>
                <a:custGeom>
                  <a:avLst/>
                  <a:gdLst>
                    <a:gd name="connsiteX0" fmla="*/ 3379 w 57016"/>
                    <a:gd name="connsiteY0" fmla="*/ 78628 h 94372"/>
                    <a:gd name="connsiteX1" fmla="*/ 23593 w 57016"/>
                    <a:gd name="connsiteY1" fmla="*/ 84388 h 94372"/>
                    <a:gd name="connsiteX2" fmla="*/ 44237 w 57016"/>
                    <a:gd name="connsiteY2" fmla="*/ 66694 h 94372"/>
                    <a:gd name="connsiteX3" fmla="*/ 20644 w 57016"/>
                    <a:gd name="connsiteY3" fmla="*/ 48446 h 94372"/>
                    <a:gd name="connsiteX4" fmla="*/ 13763 w 57016"/>
                    <a:gd name="connsiteY4" fmla="*/ 48446 h 94372"/>
                    <a:gd name="connsiteX5" fmla="*/ 13763 w 57016"/>
                    <a:gd name="connsiteY5" fmla="*/ 39184 h 94372"/>
                    <a:gd name="connsiteX6" fmla="*/ 20644 w 57016"/>
                    <a:gd name="connsiteY6" fmla="*/ 39184 h 94372"/>
                    <a:gd name="connsiteX7" fmla="*/ 41011 w 57016"/>
                    <a:gd name="connsiteY7" fmla="*/ 23732 h 94372"/>
                    <a:gd name="connsiteX8" fmla="*/ 25006 w 57016"/>
                    <a:gd name="connsiteY8" fmla="*/ 9969 h 94372"/>
                    <a:gd name="connsiteX9" fmla="*/ 6758 w 57016"/>
                    <a:gd name="connsiteY9" fmla="*/ 16005 h 94372"/>
                    <a:gd name="connsiteX10" fmla="*/ 3533 w 57016"/>
                    <a:gd name="connsiteY10" fmla="*/ 7020 h 94372"/>
                    <a:gd name="connsiteX11" fmla="*/ 27402 w 57016"/>
                    <a:gd name="connsiteY11" fmla="*/ 0 h 94372"/>
                    <a:gd name="connsiteX12" fmla="*/ 53514 w 57016"/>
                    <a:gd name="connsiteY12" fmla="*/ 21765 h 94372"/>
                    <a:gd name="connsiteX13" fmla="*/ 36664 w 57016"/>
                    <a:gd name="connsiteY13" fmla="*/ 43254 h 94372"/>
                    <a:gd name="connsiteX14" fmla="*/ 36664 w 57016"/>
                    <a:gd name="connsiteY14" fmla="*/ 43531 h 94372"/>
                    <a:gd name="connsiteX15" fmla="*/ 57016 w 57016"/>
                    <a:gd name="connsiteY15" fmla="*/ 66985 h 94372"/>
                    <a:gd name="connsiteX16" fmla="*/ 23731 w 57016"/>
                    <a:gd name="connsiteY16" fmla="*/ 94372 h 94372"/>
                    <a:gd name="connsiteX17" fmla="*/ 0 w 57016"/>
                    <a:gd name="connsiteY17" fmla="*/ 88198 h 94372"/>
                    <a:gd name="connsiteX18" fmla="*/ 3364 w 57016"/>
                    <a:gd name="connsiteY18" fmla="*/ 78644 h 9437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</a:cxnLst>
                  <a:rect l="l" t="t" r="r" b="b"/>
                  <a:pathLst>
                    <a:path w="57016" h="94372">
                      <a:moveTo>
                        <a:pt x="3379" y="78628"/>
                      </a:moveTo>
                      <a:cubicBezTo>
                        <a:pt x="6897" y="80871"/>
                        <a:pt x="15038" y="84388"/>
                        <a:pt x="23593" y="84388"/>
                      </a:cubicBezTo>
                      <a:cubicBezTo>
                        <a:pt x="39460" y="84388"/>
                        <a:pt x="44375" y="74281"/>
                        <a:pt x="44237" y="66694"/>
                      </a:cubicBezTo>
                      <a:cubicBezTo>
                        <a:pt x="44099" y="53914"/>
                        <a:pt x="32579" y="48446"/>
                        <a:pt x="20644" y="48446"/>
                      </a:cubicBezTo>
                      <a:lnTo>
                        <a:pt x="13763" y="48446"/>
                      </a:lnTo>
                      <a:lnTo>
                        <a:pt x="13763" y="39184"/>
                      </a:lnTo>
                      <a:lnTo>
                        <a:pt x="20644" y="39184"/>
                      </a:lnTo>
                      <a:cubicBezTo>
                        <a:pt x="29630" y="39184"/>
                        <a:pt x="41011" y="34545"/>
                        <a:pt x="41011" y="23732"/>
                      </a:cubicBezTo>
                      <a:cubicBezTo>
                        <a:pt x="41011" y="16436"/>
                        <a:pt x="36372" y="9969"/>
                        <a:pt x="25006" y="9969"/>
                      </a:cubicBezTo>
                      <a:cubicBezTo>
                        <a:pt x="17710" y="9969"/>
                        <a:pt x="10691" y="13194"/>
                        <a:pt x="6758" y="16005"/>
                      </a:cubicBezTo>
                      <a:lnTo>
                        <a:pt x="3533" y="7020"/>
                      </a:lnTo>
                      <a:cubicBezTo>
                        <a:pt x="8310" y="3502"/>
                        <a:pt x="17572" y="0"/>
                        <a:pt x="27402" y="0"/>
                      </a:cubicBezTo>
                      <a:cubicBezTo>
                        <a:pt x="45374" y="0"/>
                        <a:pt x="53514" y="10676"/>
                        <a:pt x="53514" y="21765"/>
                      </a:cubicBezTo>
                      <a:cubicBezTo>
                        <a:pt x="53514" y="31166"/>
                        <a:pt x="47893" y="39168"/>
                        <a:pt x="36664" y="43254"/>
                      </a:cubicBezTo>
                      <a:lnTo>
                        <a:pt x="36664" y="43531"/>
                      </a:lnTo>
                      <a:cubicBezTo>
                        <a:pt x="47893" y="45773"/>
                        <a:pt x="57016" y="54206"/>
                        <a:pt x="57016" y="66985"/>
                      </a:cubicBezTo>
                      <a:cubicBezTo>
                        <a:pt x="57016" y="81593"/>
                        <a:pt x="45650" y="94372"/>
                        <a:pt x="23731" y="94372"/>
                      </a:cubicBezTo>
                      <a:cubicBezTo>
                        <a:pt x="13486" y="94372"/>
                        <a:pt x="4500" y="91147"/>
                        <a:pt x="0" y="88198"/>
                      </a:cubicBezTo>
                      <a:lnTo>
                        <a:pt x="3364" y="78644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 w="153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ko-KR" altLang="en-US"/>
                </a:p>
              </p:txBody>
            </p:sp>
            <p:sp>
              <p:nvSpPr>
                <p:cNvPr id="87" name="자유형: 도형 86">
                  <a:extLst>
                    <a:ext uri="{FF2B5EF4-FFF2-40B4-BE49-F238E27FC236}">
                      <a16:creationId xmlns:a16="http://schemas.microsoft.com/office/drawing/2014/main" id="{F5184195-6967-CC0B-A9A5-0DDF296F1F0C}"/>
                    </a:ext>
                  </a:extLst>
                </p:cNvPr>
                <p:cNvSpPr/>
                <p:nvPr/>
              </p:nvSpPr>
              <p:spPr>
                <a:xfrm>
                  <a:off x="9126220" y="5995670"/>
                  <a:ext cx="62230" cy="94615"/>
                </a:xfrm>
                <a:custGeom>
                  <a:avLst/>
                  <a:gdLst>
                    <a:gd name="connsiteX0" fmla="*/ 61916 w 61916"/>
                    <a:gd name="connsiteY0" fmla="*/ 46188 h 94357"/>
                    <a:gd name="connsiteX1" fmla="*/ 30183 w 61916"/>
                    <a:gd name="connsiteY1" fmla="*/ 94357 h 94357"/>
                    <a:gd name="connsiteX2" fmla="*/ 0 w 61916"/>
                    <a:gd name="connsiteY2" fmla="*/ 47463 h 94357"/>
                    <a:gd name="connsiteX3" fmla="*/ 31734 w 61916"/>
                    <a:gd name="connsiteY3" fmla="*/ 0 h 94357"/>
                    <a:gd name="connsiteX4" fmla="*/ 61916 w 61916"/>
                    <a:gd name="connsiteY4" fmla="*/ 46203 h 94357"/>
                    <a:gd name="connsiteX5" fmla="*/ 12350 w 61916"/>
                    <a:gd name="connsiteY5" fmla="*/ 47586 h 94357"/>
                    <a:gd name="connsiteX6" fmla="*/ 30889 w 61916"/>
                    <a:gd name="connsiteY6" fmla="*/ 84788 h 94357"/>
                    <a:gd name="connsiteX7" fmla="*/ 49567 w 61916"/>
                    <a:gd name="connsiteY7" fmla="*/ 46741 h 94357"/>
                    <a:gd name="connsiteX8" fmla="*/ 31028 w 61916"/>
                    <a:gd name="connsiteY8" fmla="*/ 9539 h 94357"/>
                    <a:gd name="connsiteX9" fmla="*/ 12350 w 61916"/>
                    <a:gd name="connsiteY9" fmla="*/ 47586 h 9435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61916" h="94357">
                      <a:moveTo>
                        <a:pt x="61916" y="46188"/>
                      </a:moveTo>
                      <a:cubicBezTo>
                        <a:pt x="61916" y="77215"/>
                        <a:pt x="50396" y="94357"/>
                        <a:pt x="30183" y="94357"/>
                      </a:cubicBezTo>
                      <a:cubicBezTo>
                        <a:pt x="12350" y="94357"/>
                        <a:pt x="277" y="77645"/>
                        <a:pt x="0" y="47463"/>
                      </a:cubicBezTo>
                      <a:cubicBezTo>
                        <a:pt x="0" y="16850"/>
                        <a:pt x="13194" y="0"/>
                        <a:pt x="31734" y="0"/>
                      </a:cubicBezTo>
                      <a:cubicBezTo>
                        <a:pt x="50273" y="0"/>
                        <a:pt x="61916" y="17127"/>
                        <a:pt x="61916" y="46203"/>
                      </a:cubicBezTo>
                      <a:close/>
                      <a:moveTo>
                        <a:pt x="12350" y="47586"/>
                      </a:moveTo>
                      <a:cubicBezTo>
                        <a:pt x="12350" y="71317"/>
                        <a:pt x="19646" y="84788"/>
                        <a:pt x="30889" y="84788"/>
                      </a:cubicBezTo>
                      <a:cubicBezTo>
                        <a:pt x="43531" y="84788"/>
                        <a:pt x="49567" y="70042"/>
                        <a:pt x="49567" y="46741"/>
                      </a:cubicBezTo>
                      <a:cubicBezTo>
                        <a:pt x="49567" y="23439"/>
                        <a:pt x="43807" y="9539"/>
                        <a:pt x="31028" y="9539"/>
                      </a:cubicBezTo>
                      <a:cubicBezTo>
                        <a:pt x="20214" y="9539"/>
                        <a:pt x="12350" y="22733"/>
                        <a:pt x="12350" y="47586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 w="153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ko-KR" altLang="en-US"/>
                </a:p>
              </p:txBody>
            </p:sp>
          </p:grpSp>
        </p:grpSp>
        <p:grpSp>
          <p:nvGrpSpPr>
            <p:cNvPr id="96" name="그룹 95">
              <a:extLst>
                <a:ext uri="{FF2B5EF4-FFF2-40B4-BE49-F238E27FC236}">
                  <a16:creationId xmlns:a16="http://schemas.microsoft.com/office/drawing/2014/main" id="{11F4B78A-76DE-D60C-1B5B-96DBC37383B7}"/>
                </a:ext>
              </a:extLst>
            </p:cNvPr>
            <p:cNvGrpSpPr/>
            <p:nvPr/>
          </p:nvGrpSpPr>
          <p:grpSpPr>
            <a:xfrm>
              <a:off x="9827260" y="5947410"/>
              <a:ext cx="1635760" cy="196850"/>
              <a:chOff x="9827260" y="5947410"/>
              <a:chExt cx="1635760" cy="196850"/>
            </a:xfrm>
          </p:grpSpPr>
          <p:sp>
            <p:nvSpPr>
              <p:cNvPr id="38" name="자유형: 도형 37">
                <a:extLst>
                  <a:ext uri="{FF2B5EF4-FFF2-40B4-BE49-F238E27FC236}">
                    <a16:creationId xmlns:a16="http://schemas.microsoft.com/office/drawing/2014/main" id="{6AD06429-EF1B-918D-89C5-C61CC1A8B729}"/>
                  </a:ext>
                </a:extLst>
              </p:cNvPr>
              <p:cNvSpPr/>
              <p:nvPr/>
            </p:nvSpPr>
            <p:spPr>
              <a:xfrm>
                <a:off x="10180955" y="6026150"/>
                <a:ext cx="492760" cy="36830"/>
              </a:xfrm>
              <a:custGeom>
                <a:avLst/>
                <a:gdLst>
                  <a:gd name="connsiteX0" fmla="*/ 474288 w 491583"/>
                  <a:gd name="connsiteY0" fmla="*/ 0 h 36925"/>
                  <a:gd name="connsiteX1" fmla="*/ 491583 w 491583"/>
                  <a:gd name="connsiteY1" fmla="*/ 17295 h 36925"/>
                  <a:gd name="connsiteX2" fmla="*/ 491583 w 491583"/>
                  <a:gd name="connsiteY2" fmla="*/ 19630 h 36925"/>
                  <a:gd name="connsiteX3" fmla="*/ 474288 w 491583"/>
                  <a:gd name="connsiteY3" fmla="*/ 36926 h 36925"/>
                  <a:gd name="connsiteX4" fmla="*/ 17295 w 491583"/>
                  <a:gd name="connsiteY4" fmla="*/ 36926 h 36925"/>
                  <a:gd name="connsiteX5" fmla="*/ 0 w 491583"/>
                  <a:gd name="connsiteY5" fmla="*/ 19630 h 36925"/>
                  <a:gd name="connsiteX6" fmla="*/ 0 w 491583"/>
                  <a:gd name="connsiteY6" fmla="*/ 17295 h 36925"/>
                  <a:gd name="connsiteX7" fmla="*/ 17295 w 491583"/>
                  <a:gd name="connsiteY7" fmla="*/ 0 h 36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491583" h="36925">
                    <a:moveTo>
                      <a:pt x="474288" y="0"/>
                    </a:moveTo>
                    <a:cubicBezTo>
                      <a:pt x="483840" y="0"/>
                      <a:pt x="491583" y="7743"/>
                      <a:pt x="491583" y="17295"/>
                    </a:cubicBezTo>
                    <a:lnTo>
                      <a:pt x="491583" y="19630"/>
                    </a:lnTo>
                    <a:cubicBezTo>
                      <a:pt x="491583" y="29182"/>
                      <a:pt x="483839" y="36926"/>
                      <a:pt x="474288" y="36926"/>
                    </a:cubicBezTo>
                    <a:lnTo>
                      <a:pt x="17295" y="36926"/>
                    </a:lnTo>
                    <a:cubicBezTo>
                      <a:pt x="7743" y="36926"/>
                      <a:pt x="0" y="29182"/>
                      <a:pt x="0" y="19630"/>
                    </a:cubicBezTo>
                    <a:lnTo>
                      <a:pt x="0" y="17295"/>
                    </a:lnTo>
                    <a:cubicBezTo>
                      <a:pt x="0" y="7743"/>
                      <a:pt x="7743" y="0"/>
                      <a:pt x="17295" y="0"/>
                    </a:cubicBezTo>
                    <a:close/>
                  </a:path>
                </a:pathLst>
              </a:custGeom>
              <a:solidFill>
                <a:srgbClr val="3378C8"/>
              </a:solidFill>
              <a:ln w="153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ko-KR" altLang="en-US"/>
              </a:p>
            </p:txBody>
          </p:sp>
          <p:sp>
            <p:nvSpPr>
              <p:cNvPr id="42" name="자유형: 도형 41">
                <a:extLst>
                  <a:ext uri="{FF2B5EF4-FFF2-40B4-BE49-F238E27FC236}">
                    <a16:creationId xmlns:a16="http://schemas.microsoft.com/office/drawing/2014/main" id="{27EF28AA-06EA-AB06-F448-4A725AA644A1}"/>
                  </a:ext>
                </a:extLst>
              </p:cNvPr>
              <p:cNvSpPr/>
              <p:nvPr/>
            </p:nvSpPr>
            <p:spPr>
              <a:xfrm>
                <a:off x="10620375" y="6026150"/>
                <a:ext cx="124460" cy="36830"/>
              </a:xfrm>
              <a:custGeom>
                <a:avLst/>
                <a:gdLst>
                  <a:gd name="connsiteX0" fmla="*/ 124416 w 124447"/>
                  <a:gd name="connsiteY0" fmla="*/ 19169 h 36864"/>
                  <a:gd name="connsiteX1" fmla="*/ 109594 w 124447"/>
                  <a:gd name="connsiteY1" fmla="*/ 36864 h 36864"/>
                  <a:gd name="connsiteX2" fmla="*/ 8678 w 124447"/>
                  <a:gd name="connsiteY2" fmla="*/ 36864 h 36864"/>
                  <a:gd name="connsiteX3" fmla="*/ 0 w 124447"/>
                  <a:gd name="connsiteY3" fmla="*/ 28186 h 36864"/>
                  <a:gd name="connsiteX4" fmla="*/ 0 w 124447"/>
                  <a:gd name="connsiteY4" fmla="*/ 8678 h 36864"/>
                  <a:gd name="connsiteX5" fmla="*/ 8678 w 124447"/>
                  <a:gd name="connsiteY5" fmla="*/ 0 h 36864"/>
                  <a:gd name="connsiteX6" fmla="*/ 109594 w 124447"/>
                  <a:gd name="connsiteY6" fmla="*/ 0 h 36864"/>
                  <a:gd name="connsiteX7" fmla="*/ 124447 w 124447"/>
                  <a:gd name="connsiteY7" fmla="*/ 19031 h 36864"/>
                  <a:gd name="connsiteX8" fmla="*/ 124401 w 124447"/>
                  <a:gd name="connsiteY8" fmla="*/ 19169 h 3686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24447" h="36864">
                    <a:moveTo>
                      <a:pt x="124416" y="19169"/>
                    </a:moveTo>
                    <a:cubicBezTo>
                      <a:pt x="124416" y="23962"/>
                      <a:pt x="119901" y="36403"/>
                      <a:pt x="109594" y="36864"/>
                    </a:cubicBezTo>
                    <a:lnTo>
                      <a:pt x="8678" y="36864"/>
                    </a:lnTo>
                    <a:cubicBezTo>
                      <a:pt x="3886" y="36864"/>
                      <a:pt x="0" y="32978"/>
                      <a:pt x="0" y="28186"/>
                    </a:cubicBezTo>
                    <a:lnTo>
                      <a:pt x="0" y="8678"/>
                    </a:lnTo>
                    <a:cubicBezTo>
                      <a:pt x="0" y="3886"/>
                      <a:pt x="3886" y="0"/>
                      <a:pt x="8678" y="0"/>
                    </a:cubicBezTo>
                    <a:lnTo>
                      <a:pt x="109594" y="0"/>
                    </a:lnTo>
                    <a:cubicBezTo>
                      <a:pt x="121421" y="415"/>
                      <a:pt x="124447" y="14239"/>
                      <a:pt x="124447" y="19031"/>
                    </a:cubicBezTo>
                    <a:lnTo>
                      <a:pt x="124401" y="19169"/>
                    </a:lnTo>
                    <a:close/>
                  </a:path>
                </a:pathLst>
              </a:custGeom>
              <a:solidFill>
                <a:srgbClr val="FFFFFF">
                  <a:alpha val="30000"/>
                </a:srgbClr>
              </a:solidFill>
              <a:ln w="153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ko-KR" altLang="en-US"/>
              </a:p>
            </p:txBody>
          </p:sp>
          <p:sp>
            <p:nvSpPr>
              <p:cNvPr id="64" name="자유형: 도형 63">
                <a:extLst>
                  <a:ext uri="{FF2B5EF4-FFF2-40B4-BE49-F238E27FC236}">
                    <a16:creationId xmlns:a16="http://schemas.microsoft.com/office/drawing/2014/main" id="{409B17FE-DC66-435B-0922-099F06B8D270}"/>
                  </a:ext>
                </a:extLst>
              </p:cNvPr>
              <p:cNvSpPr/>
              <p:nvPr/>
            </p:nvSpPr>
            <p:spPr>
              <a:xfrm>
                <a:off x="9827260" y="6016625"/>
                <a:ext cx="46355" cy="61595"/>
              </a:xfrm>
              <a:custGeom>
                <a:avLst/>
                <a:gdLst>
                  <a:gd name="connsiteX0" fmla="*/ 0 w 46080"/>
                  <a:gd name="connsiteY0" fmla="*/ 0 h 61440"/>
                  <a:gd name="connsiteX1" fmla="*/ 46080 w 46080"/>
                  <a:gd name="connsiteY1" fmla="*/ 0 h 61440"/>
                  <a:gd name="connsiteX2" fmla="*/ 46080 w 46080"/>
                  <a:gd name="connsiteY2" fmla="*/ 61440 h 61440"/>
                  <a:gd name="connsiteX3" fmla="*/ 0 w 46080"/>
                  <a:gd name="connsiteY3" fmla="*/ 61440 h 614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46080" h="61440">
                    <a:moveTo>
                      <a:pt x="0" y="0"/>
                    </a:moveTo>
                    <a:lnTo>
                      <a:pt x="46080" y="0"/>
                    </a:lnTo>
                    <a:lnTo>
                      <a:pt x="46080" y="61440"/>
                    </a:lnTo>
                    <a:lnTo>
                      <a:pt x="0" y="61440"/>
                    </a:lnTo>
                    <a:close/>
                  </a:path>
                </a:pathLst>
              </a:custGeom>
              <a:solidFill>
                <a:srgbClr val="FFFFFF"/>
              </a:solidFill>
              <a:ln w="153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ko-KR" altLang="en-US"/>
              </a:p>
            </p:txBody>
          </p:sp>
          <p:sp>
            <p:nvSpPr>
              <p:cNvPr id="69" name="자유형: 도형 68">
                <a:extLst>
                  <a:ext uri="{FF2B5EF4-FFF2-40B4-BE49-F238E27FC236}">
                    <a16:creationId xmlns:a16="http://schemas.microsoft.com/office/drawing/2014/main" id="{6A70AD7E-3044-FCBC-F188-CBA62002C069}"/>
                  </a:ext>
                </a:extLst>
              </p:cNvPr>
              <p:cNvSpPr/>
              <p:nvPr/>
            </p:nvSpPr>
            <p:spPr>
              <a:xfrm>
                <a:off x="9873615" y="5965190"/>
                <a:ext cx="46355" cy="164465"/>
              </a:xfrm>
              <a:custGeom>
                <a:avLst/>
                <a:gdLst>
                  <a:gd name="connsiteX0" fmla="*/ 46080 w 46080"/>
                  <a:gd name="connsiteY0" fmla="*/ 164444 h 164444"/>
                  <a:gd name="connsiteX1" fmla="*/ 0 w 46080"/>
                  <a:gd name="connsiteY1" fmla="*/ 113403 h 164444"/>
                  <a:gd name="connsiteX2" fmla="*/ 0 w 46080"/>
                  <a:gd name="connsiteY2" fmla="*/ 51026 h 164444"/>
                  <a:gd name="connsiteX3" fmla="*/ 46080 w 46080"/>
                  <a:gd name="connsiteY3" fmla="*/ 0 h 164444"/>
                  <a:gd name="connsiteX4" fmla="*/ 46080 w 46080"/>
                  <a:gd name="connsiteY4" fmla="*/ 164444 h 1644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6080" h="164444">
                    <a:moveTo>
                      <a:pt x="46080" y="164444"/>
                    </a:moveTo>
                    <a:lnTo>
                      <a:pt x="0" y="113403"/>
                    </a:lnTo>
                    <a:lnTo>
                      <a:pt x="0" y="51026"/>
                    </a:lnTo>
                    <a:lnTo>
                      <a:pt x="46080" y="0"/>
                    </a:lnTo>
                    <a:lnTo>
                      <a:pt x="46080" y="164444"/>
                    </a:lnTo>
                    <a:close/>
                  </a:path>
                </a:pathLst>
              </a:custGeom>
              <a:solidFill>
                <a:srgbClr val="FFFFFF"/>
              </a:solidFill>
              <a:ln w="153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ko-KR" altLang="en-US"/>
              </a:p>
            </p:txBody>
          </p:sp>
          <p:sp>
            <p:nvSpPr>
              <p:cNvPr id="70" name="자유형: 도형 69">
                <a:extLst>
                  <a:ext uri="{FF2B5EF4-FFF2-40B4-BE49-F238E27FC236}">
                    <a16:creationId xmlns:a16="http://schemas.microsoft.com/office/drawing/2014/main" id="{1D73C4CA-FBBA-68CD-4135-02784D6B9CFC}"/>
                  </a:ext>
                </a:extLst>
              </p:cNvPr>
              <p:cNvSpPr/>
              <p:nvPr/>
            </p:nvSpPr>
            <p:spPr>
              <a:xfrm>
                <a:off x="9937115" y="5962650"/>
                <a:ext cx="71120" cy="168910"/>
              </a:xfrm>
              <a:custGeom>
                <a:avLst/>
                <a:gdLst>
                  <a:gd name="connsiteX0" fmla="*/ 0 w 70886"/>
                  <a:gd name="connsiteY0" fmla="*/ 0 h 168776"/>
                  <a:gd name="connsiteX1" fmla="*/ 0 w 70886"/>
                  <a:gd name="connsiteY1" fmla="*/ 20951 h 168776"/>
                  <a:gd name="connsiteX2" fmla="*/ 50320 w 70886"/>
                  <a:gd name="connsiteY2" fmla="*/ 84388 h 168776"/>
                  <a:gd name="connsiteX3" fmla="*/ 0 w 70886"/>
                  <a:gd name="connsiteY3" fmla="*/ 147825 h 168776"/>
                  <a:gd name="connsiteX4" fmla="*/ 0 w 70886"/>
                  <a:gd name="connsiteY4" fmla="*/ 168776 h 168776"/>
                  <a:gd name="connsiteX5" fmla="*/ 70886 w 70886"/>
                  <a:gd name="connsiteY5" fmla="*/ 84388 h 168776"/>
                  <a:gd name="connsiteX6" fmla="*/ 0 w 70886"/>
                  <a:gd name="connsiteY6" fmla="*/ 0 h 16877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70886" h="168776">
                    <a:moveTo>
                      <a:pt x="0" y="0"/>
                    </a:moveTo>
                    <a:lnTo>
                      <a:pt x="0" y="20951"/>
                    </a:lnTo>
                    <a:cubicBezTo>
                      <a:pt x="29184" y="27694"/>
                      <a:pt x="50320" y="53499"/>
                      <a:pt x="50320" y="84388"/>
                    </a:cubicBezTo>
                    <a:cubicBezTo>
                      <a:pt x="50320" y="115277"/>
                      <a:pt x="29184" y="141082"/>
                      <a:pt x="0" y="147825"/>
                    </a:cubicBezTo>
                    <a:lnTo>
                      <a:pt x="0" y="168776"/>
                    </a:lnTo>
                    <a:cubicBezTo>
                      <a:pt x="39936" y="161711"/>
                      <a:pt x="70886" y="126659"/>
                      <a:pt x="70886" y="84388"/>
                    </a:cubicBezTo>
                    <a:cubicBezTo>
                      <a:pt x="70886" y="42118"/>
                      <a:pt x="39936" y="7066"/>
                      <a:pt x="0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53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ko-KR" altLang="en-US"/>
              </a:p>
            </p:txBody>
          </p:sp>
          <p:grpSp>
            <p:nvGrpSpPr>
              <p:cNvPr id="71" name="그래픽 18">
                <a:extLst>
                  <a:ext uri="{FF2B5EF4-FFF2-40B4-BE49-F238E27FC236}">
                    <a16:creationId xmlns:a16="http://schemas.microsoft.com/office/drawing/2014/main" id="{340A4EA6-6A47-D08D-6C14-F1CC3865FD2C}"/>
                  </a:ext>
                </a:extLst>
              </p:cNvPr>
              <p:cNvGrpSpPr/>
              <p:nvPr/>
            </p:nvGrpSpPr>
            <p:grpSpPr>
              <a:xfrm>
                <a:off x="9884410" y="6006465"/>
                <a:ext cx="81280" cy="76835"/>
                <a:chOff x="9884410" y="6006465"/>
                <a:chExt cx="81280" cy="76835"/>
              </a:xfrm>
              <a:solidFill>
                <a:srgbClr val="FFFFFF"/>
              </a:solidFill>
            </p:grpSpPr>
            <p:sp>
              <p:nvSpPr>
                <p:cNvPr id="72" name="자유형: 도형 71">
                  <a:extLst>
                    <a:ext uri="{FF2B5EF4-FFF2-40B4-BE49-F238E27FC236}">
                      <a16:creationId xmlns:a16="http://schemas.microsoft.com/office/drawing/2014/main" id="{26E3BAD8-1171-3615-BA1F-FE544C1A5E89}"/>
                    </a:ext>
                  </a:extLst>
                </p:cNvPr>
                <p:cNvSpPr/>
                <p:nvPr/>
              </p:nvSpPr>
              <p:spPr>
                <a:xfrm>
                  <a:off x="9937115" y="6006465"/>
                  <a:ext cx="28575" cy="76835"/>
                </a:xfrm>
                <a:custGeom>
                  <a:avLst/>
                  <a:gdLst>
                    <a:gd name="connsiteX0" fmla="*/ 0 w 28707"/>
                    <a:gd name="connsiteY0" fmla="*/ 0 h 76784"/>
                    <a:gd name="connsiteX1" fmla="*/ 0 w 28707"/>
                    <a:gd name="connsiteY1" fmla="*/ 76785 h 76784"/>
                    <a:gd name="connsiteX2" fmla="*/ 28708 w 28707"/>
                    <a:gd name="connsiteY2" fmla="*/ 38385 h 76784"/>
                    <a:gd name="connsiteX3" fmla="*/ 0 w 28707"/>
                    <a:gd name="connsiteY3" fmla="*/ 0 h 767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28707" h="76784">
                      <a:moveTo>
                        <a:pt x="0" y="0"/>
                      </a:moveTo>
                      <a:lnTo>
                        <a:pt x="0" y="76785"/>
                      </a:lnTo>
                      <a:cubicBezTo>
                        <a:pt x="16896" y="71900"/>
                        <a:pt x="28708" y="56571"/>
                        <a:pt x="28708" y="38385"/>
                      </a:cubicBezTo>
                      <a:cubicBezTo>
                        <a:pt x="28708" y="20198"/>
                        <a:pt x="16896" y="4884"/>
                        <a:pt x="0" y="0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 w="153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ko-KR" altLang="en-US"/>
                </a:p>
              </p:txBody>
            </p:sp>
            <p:sp>
              <p:nvSpPr>
                <p:cNvPr id="73" name="자유형: 도형 72">
                  <a:extLst>
                    <a:ext uri="{FF2B5EF4-FFF2-40B4-BE49-F238E27FC236}">
                      <a16:creationId xmlns:a16="http://schemas.microsoft.com/office/drawing/2014/main" id="{60C27F5B-D310-6270-1087-FFA96BAD2938}"/>
                    </a:ext>
                  </a:extLst>
                </p:cNvPr>
                <p:cNvSpPr/>
                <p:nvPr/>
              </p:nvSpPr>
              <p:spPr>
                <a:xfrm>
                  <a:off x="9884410" y="6039485"/>
                  <a:ext cx="635" cy="10160"/>
                </a:xfrm>
                <a:custGeom>
                  <a:avLst/>
                  <a:gdLst>
                    <a:gd name="connsiteX0" fmla="*/ 353 w 353"/>
                    <a:gd name="connsiteY0" fmla="*/ 0 h 10122"/>
                    <a:gd name="connsiteX1" fmla="*/ 0 w 353"/>
                    <a:gd name="connsiteY1" fmla="*/ 5054 h 10122"/>
                    <a:gd name="connsiteX2" fmla="*/ 353 w 353"/>
                    <a:gd name="connsiteY2" fmla="*/ 10122 h 10122"/>
                    <a:gd name="connsiteX3" fmla="*/ 353 w 353"/>
                    <a:gd name="connsiteY3" fmla="*/ 0 h 1012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53" h="10122">
                      <a:moveTo>
                        <a:pt x="353" y="0"/>
                      </a:moveTo>
                      <a:cubicBezTo>
                        <a:pt x="353" y="1659"/>
                        <a:pt x="0" y="3348"/>
                        <a:pt x="0" y="5054"/>
                      </a:cubicBezTo>
                      <a:cubicBezTo>
                        <a:pt x="0" y="6759"/>
                        <a:pt x="353" y="8448"/>
                        <a:pt x="353" y="10122"/>
                      </a:cubicBezTo>
                      <a:lnTo>
                        <a:pt x="353" y="0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 w="153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ko-KR" altLang="en-US"/>
                </a:p>
              </p:txBody>
            </p:sp>
          </p:grpSp>
          <p:sp>
            <p:nvSpPr>
              <p:cNvPr id="74" name="자유형: 도형 73">
                <a:extLst>
                  <a:ext uri="{FF2B5EF4-FFF2-40B4-BE49-F238E27FC236}">
                    <a16:creationId xmlns:a16="http://schemas.microsoft.com/office/drawing/2014/main" id="{FF51C350-BF60-B688-D8F0-0FD2551166AE}"/>
                  </a:ext>
                </a:extLst>
              </p:cNvPr>
              <p:cNvSpPr/>
              <p:nvPr/>
            </p:nvSpPr>
            <p:spPr>
              <a:xfrm>
                <a:off x="11015980" y="5955665"/>
                <a:ext cx="91440" cy="90170"/>
              </a:xfrm>
              <a:custGeom>
                <a:avLst/>
                <a:gdLst>
                  <a:gd name="connsiteX0" fmla="*/ 91178 w 91177"/>
                  <a:gd name="connsiteY0" fmla="*/ 88843 h 89963"/>
                  <a:gd name="connsiteX1" fmla="*/ 64220 w 91177"/>
                  <a:gd name="connsiteY1" fmla="*/ 61901 h 89963"/>
                  <a:gd name="connsiteX2" fmla="*/ 36158 w 91177"/>
                  <a:gd name="connsiteY2" fmla="*/ 89964 h 89963"/>
                  <a:gd name="connsiteX3" fmla="*/ 0 w 91177"/>
                  <a:gd name="connsiteY3" fmla="*/ 53806 h 89963"/>
                  <a:gd name="connsiteX4" fmla="*/ 28109 w 91177"/>
                  <a:gd name="connsiteY4" fmla="*/ 25790 h 89963"/>
                  <a:gd name="connsiteX5" fmla="*/ 2320 w 91177"/>
                  <a:gd name="connsiteY5" fmla="*/ 0 h 89963"/>
                  <a:gd name="connsiteX6" fmla="*/ 44375 w 91177"/>
                  <a:gd name="connsiteY6" fmla="*/ 2366 h 89963"/>
                  <a:gd name="connsiteX7" fmla="*/ 86431 w 91177"/>
                  <a:gd name="connsiteY7" fmla="*/ 4808 h 89963"/>
                  <a:gd name="connsiteX8" fmla="*/ 88843 w 91177"/>
                  <a:gd name="connsiteY8" fmla="*/ 46833 h 89963"/>
                  <a:gd name="connsiteX9" fmla="*/ 91178 w 91177"/>
                  <a:gd name="connsiteY9" fmla="*/ 88843 h 8996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91177" h="89963">
                    <a:moveTo>
                      <a:pt x="91178" y="88843"/>
                    </a:moveTo>
                    <a:lnTo>
                      <a:pt x="64220" y="61901"/>
                    </a:lnTo>
                    <a:lnTo>
                      <a:pt x="36158" y="89964"/>
                    </a:lnTo>
                    <a:lnTo>
                      <a:pt x="0" y="53806"/>
                    </a:lnTo>
                    <a:lnTo>
                      <a:pt x="28109" y="25790"/>
                    </a:lnTo>
                    <a:lnTo>
                      <a:pt x="2320" y="0"/>
                    </a:lnTo>
                    <a:lnTo>
                      <a:pt x="44375" y="2366"/>
                    </a:lnTo>
                    <a:lnTo>
                      <a:pt x="86431" y="4808"/>
                    </a:lnTo>
                    <a:lnTo>
                      <a:pt x="88843" y="46833"/>
                    </a:lnTo>
                    <a:lnTo>
                      <a:pt x="91178" y="88843"/>
                    </a:lnTo>
                    <a:close/>
                  </a:path>
                </a:pathLst>
              </a:custGeom>
              <a:solidFill>
                <a:srgbClr val="FFFFFF"/>
              </a:solidFill>
              <a:ln w="153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ko-KR" altLang="en-US"/>
              </a:p>
            </p:txBody>
          </p:sp>
          <p:sp>
            <p:nvSpPr>
              <p:cNvPr id="75" name="자유형: 도형 74">
                <a:extLst>
                  <a:ext uri="{FF2B5EF4-FFF2-40B4-BE49-F238E27FC236}">
                    <a16:creationId xmlns:a16="http://schemas.microsoft.com/office/drawing/2014/main" id="{D722FE24-DD4A-1A11-0851-58521E46F42B}"/>
                  </a:ext>
                </a:extLst>
              </p:cNvPr>
              <p:cNvSpPr/>
              <p:nvPr/>
            </p:nvSpPr>
            <p:spPr>
              <a:xfrm>
                <a:off x="10934065" y="6037580"/>
                <a:ext cx="90170" cy="91440"/>
              </a:xfrm>
              <a:custGeom>
                <a:avLst/>
                <a:gdLst>
                  <a:gd name="connsiteX0" fmla="*/ 88612 w 89979"/>
                  <a:gd name="connsiteY0" fmla="*/ 91423 h 91423"/>
                  <a:gd name="connsiteX1" fmla="*/ 46433 w 89979"/>
                  <a:gd name="connsiteY1" fmla="*/ 89257 h 91423"/>
                  <a:gd name="connsiteX2" fmla="*/ 4378 w 89979"/>
                  <a:gd name="connsiteY2" fmla="*/ 86892 h 91423"/>
                  <a:gd name="connsiteX3" fmla="*/ 2166 w 89979"/>
                  <a:gd name="connsiteY3" fmla="*/ 44575 h 91423"/>
                  <a:gd name="connsiteX4" fmla="*/ 0 w 89979"/>
                  <a:gd name="connsiteY4" fmla="*/ 2335 h 91423"/>
                  <a:gd name="connsiteX5" fmla="*/ 25790 w 89979"/>
                  <a:gd name="connsiteY5" fmla="*/ 28109 h 91423"/>
                  <a:gd name="connsiteX6" fmla="*/ 53807 w 89979"/>
                  <a:gd name="connsiteY6" fmla="*/ 0 h 91423"/>
                  <a:gd name="connsiteX7" fmla="*/ 89979 w 89979"/>
                  <a:gd name="connsiteY7" fmla="*/ 36158 h 91423"/>
                  <a:gd name="connsiteX8" fmla="*/ 61916 w 89979"/>
                  <a:gd name="connsiteY8" fmla="*/ 64236 h 91423"/>
                  <a:gd name="connsiteX9" fmla="*/ 88612 w 89979"/>
                  <a:gd name="connsiteY9" fmla="*/ 91423 h 914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89979" h="91423">
                    <a:moveTo>
                      <a:pt x="88612" y="91423"/>
                    </a:moveTo>
                    <a:lnTo>
                      <a:pt x="46433" y="89257"/>
                    </a:lnTo>
                    <a:lnTo>
                      <a:pt x="4378" y="86892"/>
                    </a:lnTo>
                    <a:lnTo>
                      <a:pt x="2166" y="44575"/>
                    </a:lnTo>
                    <a:lnTo>
                      <a:pt x="0" y="2335"/>
                    </a:lnTo>
                    <a:lnTo>
                      <a:pt x="25790" y="28109"/>
                    </a:lnTo>
                    <a:lnTo>
                      <a:pt x="53807" y="0"/>
                    </a:lnTo>
                    <a:lnTo>
                      <a:pt x="89979" y="36158"/>
                    </a:lnTo>
                    <a:lnTo>
                      <a:pt x="61916" y="64236"/>
                    </a:lnTo>
                    <a:lnTo>
                      <a:pt x="88612" y="91423"/>
                    </a:lnTo>
                    <a:close/>
                  </a:path>
                </a:pathLst>
              </a:custGeom>
              <a:solidFill>
                <a:srgbClr val="FFFFFF"/>
              </a:solidFill>
              <a:ln w="153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ko-KR" altLang="en-US"/>
              </a:p>
            </p:txBody>
          </p:sp>
          <p:sp>
            <p:nvSpPr>
              <p:cNvPr id="76" name="자유형: 도형 75">
                <a:extLst>
                  <a:ext uri="{FF2B5EF4-FFF2-40B4-BE49-F238E27FC236}">
                    <a16:creationId xmlns:a16="http://schemas.microsoft.com/office/drawing/2014/main" id="{239C775B-952D-DB50-C18F-5C0BDE14C831}"/>
                  </a:ext>
                </a:extLst>
              </p:cNvPr>
              <p:cNvSpPr/>
              <p:nvPr/>
            </p:nvSpPr>
            <p:spPr>
              <a:xfrm>
                <a:off x="11265535" y="5947410"/>
                <a:ext cx="197485" cy="196850"/>
              </a:xfrm>
              <a:custGeom>
                <a:avLst/>
                <a:gdLst>
                  <a:gd name="connsiteX0" fmla="*/ 193598 w 197084"/>
                  <a:gd name="connsiteY0" fmla="*/ 134554 h 197115"/>
                  <a:gd name="connsiteX1" fmla="*/ 192907 w 197084"/>
                  <a:gd name="connsiteY1" fmla="*/ 134170 h 197115"/>
                  <a:gd name="connsiteX2" fmla="*/ 180327 w 197084"/>
                  <a:gd name="connsiteY2" fmla="*/ 108933 h 197115"/>
                  <a:gd name="connsiteX3" fmla="*/ 179636 w 197084"/>
                  <a:gd name="connsiteY3" fmla="*/ 109640 h 197115"/>
                  <a:gd name="connsiteX4" fmla="*/ 179866 w 197084"/>
                  <a:gd name="connsiteY4" fmla="*/ 100255 h 197115"/>
                  <a:gd name="connsiteX5" fmla="*/ 179928 w 197084"/>
                  <a:gd name="connsiteY5" fmla="*/ 100286 h 197115"/>
                  <a:gd name="connsiteX6" fmla="*/ 197085 w 197084"/>
                  <a:gd name="connsiteY6" fmla="*/ 74957 h 197115"/>
                  <a:gd name="connsiteX7" fmla="*/ 197054 w 197084"/>
                  <a:gd name="connsiteY7" fmla="*/ 74957 h 197115"/>
                  <a:gd name="connsiteX8" fmla="*/ 190372 w 197084"/>
                  <a:gd name="connsiteY8" fmla="*/ 56049 h 197115"/>
                  <a:gd name="connsiteX9" fmla="*/ 190249 w 197084"/>
                  <a:gd name="connsiteY9" fmla="*/ 56294 h 197115"/>
                  <a:gd name="connsiteX10" fmla="*/ 164076 w 197084"/>
                  <a:gd name="connsiteY10" fmla="*/ 47509 h 197115"/>
                  <a:gd name="connsiteX11" fmla="*/ 157134 w 197084"/>
                  <a:gd name="connsiteY11" fmla="*/ 39537 h 197115"/>
                  <a:gd name="connsiteX12" fmla="*/ 152648 w 197084"/>
                  <a:gd name="connsiteY12" fmla="*/ 12211 h 197115"/>
                  <a:gd name="connsiteX13" fmla="*/ 152863 w 197084"/>
                  <a:gd name="connsiteY13" fmla="*/ 11735 h 197115"/>
                  <a:gd name="connsiteX14" fmla="*/ 134538 w 197084"/>
                  <a:gd name="connsiteY14" fmla="*/ 2458 h 197115"/>
                  <a:gd name="connsiteX15" fmla="*/ 134262 w 197084"/>
                  <a:gd name="connsiteY15" fmla="*/ 2949 h 197115"/>
                  <a:gd name="connsiteX16" fmla="*/ 109824 w 197084"/>
                  <a:gd name="connsiteY16" fmla="*/ 15222 h 197115"/>
                  <a:gd name="connsiteX17" fmla="*/ 99195 w 197084"/>
                  <a:gd name="connsiteY17" fmla="*/ 14945 h 197115"/>
                  <a:gd name="connsiteX18" fmla="*/ 78060 w 197084"/>
                  <a:gd name="connsiteY18" fmla="*/ 0 h 197115"/>
                  <a:gd name="connsiteX19" fmla="*/ 78030 w 197084"/>
                  <a:gd name="connsiteY19" fmla="*/ 77 h 197115"/>
                  <a:gd name="connsiteX20" fmla="*/ 57508 w 197084"/>
                  <a:gd name="connsiteY20" fmla="*/ 4255 h 197115"/>
                  <a:gd name="connsiteX21" fmla="*/ 57446 w 197084"/>
                  <a:gd name="connsiteY21" fmla="*/ 4239 h 197115"/>
                  <a:gd name="connsiteX22" fmla="*/ 48369 w 197084"/>
                  <a:gd name="connsiteY22" fmla="*/ 30643 h 197115"/>
                  <a:gd name="connsiteX23" fmla="*/ 39675 w 197084"/>
                  <a:gd name="connsiteY23" fmla="*/ 38354 h 197115"/>
                  <a:gd name="connsiteX24" fmla="*/ 13931 w 197084"/>
                  <a:gd name="connsiteY24" fmla="*/ 43638 h 197115"/>
                  <a:gd name="connsiteX25" fmla="*/ 14777 w 197084"/>
                  <a:gd name="connsiteY25" fmla="*/ 44314 h 197115"/>
                  <a:gd name="connsiteX26" fmla="*/ 5499 w 197084"/>
                  <a:gd name="connsiteY26" fmla="*/ 62623 h 197115"/>
                  <a:gd name="connsiteX27" fmla="*/ 4547 w 197084"/>
                  <a:gd name="connsiteY27" fmla="*/ 62177 h 197115"/>
                  <a:gd name="connsiteX28" fmla="*/ 16266 w 197084"/>
                  <a:gd name="connsiteY28" fmla="*/ 86815 h 197115"/>
                  <a:gd name="connsiteX29" fmla="*/ 15683 w 197084"/>
                  <a:gd name="connsiteY29" fmla="*/ 96215 h 197115"/>
                  <a:gd name="connsiteX30" fmla="*/ 0 w 197084"/>
                  <a:gd name="connsiteY30" fmla="*/ 118042 h 197115"/>
                  <a:gd name="connsiteX31" fmla="*/ 47 w 197084"/>
                  <a:gd name="connsiteY31" fmla="*/ 118073 h 197115"/>
                  <a:gd name="connsiteX32" fmla="*/ 7281 w 197084"/>
                  <a:gd name="connsiteY32" fmla="*/ 139700 h 197115"/>
                  <a:gd name="connsiteX33" fmla="*/ 7281 w 197084"/>
                  <a:gd name="connsiteY33" fmla="*/ 139746 h 197115"/>
                  <a:gd name="connsiteX34" fmla="*/ 32917 w 197084"/>
                  <a:gd name="connsiteY34" fmla="*/ 148424 h 197115"/>
                  <a:gd name="connsiteX35" fmla="*/ 32579 w 197084"/>
                  <a:gd name="connsiteY35" fmla="*/ 147902 h 197115"/>
                  <a:gd name="connsiteX36" fmla="*/ 38999 w 197084"/>
                  <a:gd name="connsiteY36" fmla="*/ 155428 h 197115"/>
                  <a:gd name="connsiteX37" fmla="*/ 38661 w 197084"/>
                  <a:gd name="connsiteY37" fmla="*/ 155367 h 197115"/>
                  <a:gd name="connsiteX38" fmla="*/ 43945 w 197084"/>
                  <a:gd name="connsiteY38" fmla="*/ 182063 h 197115"/>
                  <a:gd name="connsiteX39" fmla="*/ 44314 w 197084"/>
                  <a:gd name="connsiteY39" fmla="*/ 181295 h 197115"/>
                  <a:gd name="connsiteX40" fmla="*/ 62623 w 197084"/>
                  <a:gd name="connsiteY40" fmla="*/ 190557 h 197115"/>
                  <a:gd name="connsiteX41" fmla="*/ 62255 w 197084"/>
                  <a:gd name="connsiteY41" fmla="*/ 191340 h 197115"/>
                  <a:gd name="connsiteX42" fmla="*/ 87138 w 197084"/>
                  <a:gd name="connsiteY42" fmla="*/ 179467 h 197115"/>
                  <a:gd name="connsiteX43" fmla="*/ 86631 w 197084"/>
                  <a:gd name="connsiteY43" fmla="*/ 179159 h 197115"/>
                  <a:gd name="connsiteX44" fmla="*/ 97060 w 197084"/>
                  <a:gd name="connsiteY44" fmla="*/ 180020 h 197115"/>
                  <a:gd name="connsiteX45" fmla="*/ 97429 w 197084"/>
                  <a:gd name="connsiteY45" fmla="*/ 180788 h 197115"/>
                  <a:gd name="connsiteX46" fmla="*/ 121114 w 197084"/>
                  <a:gd name="connsiteY46" fmla="*/ 197116 h 197115"/>
                  <a:gd name="connsiteX47" fmla="*/ 121114 w 197084"/>
                  <a:gd name="connsiteY47" fmla="*/ 197100 h 197115"/>
                  <a:gd name="connsiteX48" fmla="*/ 139854 w 197084"/>
                  <a:gd name="connsiteY48" fmla="*/ 190326 h 197115"/>
                  <a:gd name="connsiteX49" fmla="*/ 139500 w 197084"/>
                  <a:gd name="connsiteY49" fmla="*/ 190158 h 197115"/>
                  <a:gd name="connsiteX50" fmla="*/ 148363 w 197084"/>
                  <a:gd name="connsiteY50" fmla="*/ 163677 h 197115"/>
                  <a:gd name="connsiteX51" fmla="*/ 147672 w 197084"/>
                  <a:gd name="connsiteY51" fmla="*/ 163585 h 197115"/>
                  <a:gd name="connsiteX52" fmla="*/ 155536 w 197084"/>
                  <a:gd name="connsiteY52" fmla="*/ 156796 h 197115"/>
                  <a:gd name="connsiteX53" fmla="*/ 155490 w 197084"/>
                  <a:gd name="connsiteY53" fmla="*/ 157195 h 197115"/>
                  <a:gd name="connsiteX54" fmla="*/ 183645 w 197084"/>
                  <a:gd name="connsiteY54" fmla="*/ 152602 h 197115"/>
                  <a:gd name="connsiteX55" fmla="*/ 184336 w 197084"/>
                  <a:gd name="connsiteY55" fmla="*/ 152925 h 197115"/>
                  <a:gd name="connsiteX56" fmla="*/ 193614 w 197084"/>
                  <a:gd name="connsiteY56" fmla="*/ 134600 h 197115"/>
                  <a:gd name="connsiteX57" fmla="*/ 75049 w 197084"/>
                  <a:gd name="connsiteY57" fmla="*/ 142372 h 197115"/>
                  <a:gd name="connsiteX58" fmla="*/ 52838 w 197084"/>
                  <a:gd name="connsiteY58" fmla="*/ 74542 h 197115"/>
                  <a:gd name="connsiteX59" fmla="*/ 120669 w 197084"/>
                  <a:gd name="connsiteY59" fmla="*/ 52332 h 197115"/>
                  <a:gd name="connsiteX60" fmla="*/ 142879 w 197084"/>
                  <a:gd name="connsiteY60" fmla="*/ 120177 h 197115"/>
                  <a:gd name="connsiteX61" fmla="*/ 75065 w 197084"/>
                  <a:gd name="connsiteY61" fmla="*/ 142372 h 19711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</a:cxnLst>
                <a:rect l="l" t="t" r="r" b="b"/>
                <a:pathLst>
                  <a:path w="197084" h="197115">
                    <a:moveTo>
                      <a:pt x="193598" y="134554"/>
                    </a:moveTo>
                    <a:cubicBezTo>
                      <a:pt x="193598" y="134554"/>
                      <a:pt x="192907" y="134186"/>
                      <a:pt x="192907" y="134170"/>
                    </a:cubicBezTo>
                    <a:cubicBezTo>
                      <a:pt x="187684" y="126674"/>
                      <a:pt x="183184" y="118073"/>
                      <a:pt x="180327" y="108933"/>
                    </a:cubicBezTo>
                    <a:cubicBezTo>
                      <a:pt x="180265" y="108995"/>
                      <a:pt x="179698" y="109579"/>
                      <a:pt x="179636" y="109640"/>
                    </a:cubicBezTo>
                    <a:cubicBezTo>
                      <a:pt x="180097" y="106338"/>
                      <a:pt x="181126" y="100900"/>
                      <a:pt x="179866" y="100255"/>
                    </a:cubicBezTo>
                    <a:cubicBezTo>
                      <a:pt x="179866" y="100255"/>
                      <a:pt x="179912" y="100270"/>
                      <a:pt x="179928" y="100286"/>
                    </a:cubicBezTo>
                    <a:cubicBezTo>
                      <a:pt x="185304" y="89411"/>
                      <a:pt x="189251" y="84588"/>
                      <a:pt x="197085" y="74957"/>
                    </a:cubicBezTo>
                    <a:cubicBezTo>
                      <a:pt x="197085" y="74957"/>
                      <a:pt x="197054" y="74957"/>
                      <a:pt x="197054" y="74957"/>
                    </a:cubicBezTo>
                    <a:lnTo>
                      <a:pt x="190372" y="56049"/>
                    </a:lnTo>
                    <a:cubicBezTo>
                      <a:pt x="190372" y="56049"/>
                      <a:pt x="190249" y="56310"/>
                      <a:pt x="190249" y="56294"/>
                    </a:cubicBezTo>
                    <a:cubicBezTo>
                      <a:pt x="181356" y="54713"/>
                      <a:pt x="172478" y="51886"/>
                      <a:pt x="164076" y="47509"/>
                    </a:cubicBezTo>
                    <a:cubicBezTo>
                      <a:pt x="161972" y="44698"/>
                      <a:pt x="159637" y="42086"/>
                      <a:pt x="157134" y="39537"/>
                    </a:cubicBezTo>
                    <a:cubicBezTo>
                      <a:pt x="154169" y="30689"/>
                      <a:pt x="152863" y="21151"/>
                      <a:pt x="152648" y="12211"/>
                    </a:cubicBezTo>
                    <a:lnTo>
                      <a:pt x="152863" y="11735"/>
                    </a:lnTo>
                    <a:lnTo>
                      <a:pt x="134538" y="2458"/>
                    </a:lnTo>
                    <a:cubicBezTo>
                      <a:pt x="134538" y="2458"/>
                      <a:pt x="134277" y="2949"/>
                      <a:pt x="134262" y="2949"/>
                    </a:cubicBezTo>
                    <a:cubicBezTo>
                      <a:pt x="126966" y="8033"/>
                      <a:pt x="118672" y="12365"/>
                      <a:pt x="109824" y="15222"/>
                    </a:cubicBezTo>
                    <a:cubicBezTo>
                      <a:pt x="106031" y="14669"/>
                      <a:pt x="103005" y="14961"/>
                      <a:pt x="99195" y="14945"/>
                    </a:cubicBezTo>
                    <a:cubicBezTo>
                      <a:pt x="90993" y="10798"/>
                      <a:pt x="82330" y="5023"/>
                      <a:pt x="78060" y="0"/>
                    </a:cubicBezTo>
                    <a:cubicBezTo>
                      <a:pt x="78060" y="0"/>
                      <a:pt x="78030" y="77"/>
                      <a:pt x="78030" y="77"/>
                    </a:cubicBezTo>
                    <a:lnTo>
                      <a:pt x="57508" y="4255"/>
                    </a:lnTo>
                    <a:cubicBezTo>
                      <a:pt x="57508" y="4255"/>
                      <a:pt x="57462" y="4255"/>
                      <a:pt x="57446" y="4239"/>
                    </a:cubicBezTo>
                    <a:cubicBezTo>
                      <a:pt x="54251" y="16220"/>
                      <a:pt x="52639" y="22364"/>
                      <a:pt x="48369" y="30643"/>
                    </a:cubicBezTo>
                    <a:cubicBezTo>
                      <a:pt x="45404" y="32886"/>
                      <a:pt x="42363" y="35697"/>
                      <a:pt x="39675" y="38354"/>
                    </a:cubicBezTo>
                    <a:cubicBezTo>
                      <a:pt x="30905" y="41257"/>
                      <a:pt x="22763" y="43438"/>
                      <a:pt x="13931" y="43638"/>
                    </a:cubicBezTo>
                    <a:cubicBezTo>
                      <a:pt x="13931" y="43638"/>
                      <a:pt x="14777" y="44314"/>
                      <a:pt x="14777" y="44314"/>
                    </a:cubicBezTo>
                    <a:lnTo>
                      <a:pt x="5499" y="62623"/>
                    </a:lnTo>
                    <a:cubicBezTo>
                      <a:pt x="5499" y="62623"/>
                      <a:pt x="4562" y="62162"/>
                      <a:pt x="4547" y="62177"/>
                    </a:cubicBezTo>
                    <a:cubicBezTo>
                      <a:pt x="9738" y="69627"/>
                      <a:pt x="13409" y="77753"/>
                      <a:pt x="16266" y="86815"/>
                    </a:cubicBezTo>
                    <a:cubicBezTo>
                      <a:pt x="15821" y="90210"/>
                      <a:pt x="15698" y="92836"/>
                      <a:pt x="15683" y="96215"/>
                    </a:cubicBezTo>
                    <a:cubicBezTo>
                      <a:pt x="11505" y="104709"/>
                      <a:pt x="5084" y="113803"/>
                      <a:pt x="0" y="118042"/>
                    </a:cubicBezTo>
                    <a:cubicBezTo>
                      <a:pt x="0" y="118042"/>
                      <a:pt x="47" y="118058"/>
                      <a:pt x="47" y="118073"/>
                    </a:cubicBezTo>
                    <a:lnTo>
                      <a:pt x="7281" y="139700"/>
                    </a:lnTo>
                    <a:cubicBezTo>
                      <a:pt x="7281" y="139700"/>
                      <a:pt x="7281" y="139746"/>
                      <a:pt x="7281" y="139746"/>
                    </a:cubicBezTo>
                    <a:cubicBezTo>
                      <a:pt x="13886" y="140130"/>
                      <a:pt x="24422" y="143970"/>
                      <a:pt x="32917" y="148424"/>
                    </a:cubicBezTo>
                    <a:cubicBezTo>
                      <a:pt x="32917" y="148317"/>
                      <a:pt x="32564" y="148010"/>
                      <a:pt x="32579" y="147902"/>
                    </a:cubicBezTo>
                    <a:cubicBezTo>
                      <a:pt x="34607" y="150559"/>
                      <a:pt x="36618" y="153002"/>
                      <a:pt x="38999" y="155428"/>
                    </a:cubicBezTo>
                    <a:cubicBezTo>
                      <a:pt x="38907" y="155428"/>
                      <a:pt x="38753" y="155367"/>
                      <a:pt x="38661" y="155367"/>
                    </a:cubicBezTo>
                    <a:cubicBezTo>
                      <a:pt x="41764" y="164429"/>
                      <a:pt x="43715" y="172924"/>
                      <a:pt x="43945" y="182063"/>
                    </a:cubicBezTo>
                    <a:cubicBezTo>
                      <a:pt x="43945" y="182063"/>
                      <a:pt x="44298" y="181279"/>
                      <a:pt x="44314" y="181295"/>
                    </a:cubicBezTo>
                    <a:lnTo>
                      <a:pt x="62623" y="190557"/>
                    </a:lnTo>
                    <a:cubicBezTo>
                      <a:pt x="62623" y="190557"/>
                      <a:pt x="62255" y="191325"/>
                      <a:pt x="62255" y="191340"/>
                    </a:cubicBezTo>
                    <a:cubicBezTo>
                      <a:pt x="69750" y="186102"/>
                      <a:pt x="77999" y="182324"/>
                      <a:pt x="87138" y="179467"/>
                    </a:cubicBezTo>
                    <a:cubicBezTo>
                      <a:pt x="87000" y="179298"/>
                      <a:pt x="86784" y="179329"/>
                      <a:pt x="86631" y="179159"/>
                    </a:cubicBezTo>
                    <a:cubicBezTo>
                      <a:pt x="90117" y="179636"/>
                      <a:pt x="93573" y="179989"/>
                      <a:pt x="97060" y="180020"/>
                    </a:cubicBezTo>
                    <a:cubicBezTo>
                      <a:pt x="96937" y="180127"/>
                      <a:pt x="97552" y="180665"/>
                      <a:pt x="97429" y="180788"/>
                    </a:cubicBezTo>
                    <a:cubicBezTo>
                      <a:pt x="106015" y="184996"/>
                      <a:pt x="111483" y="189267"/>
                      <a:pt x="121114" y="197116"/>
                    </a:cubicBezTo>
                    <a:cubicBezTo>
                      <a:pt x="121114" y="197116"/>
                      <a:pt x="121114" y="197100"/>
                      <a:pt x="121114" y="197100"/>
                    </a:cubicBezTo>
                    <a:lnTo>
                      <a:pt x="139854" y="190326"/>
                    </a:lnTo>
                    <a:cubicBezTo>
                      <a:pt x="139854" y="190326"/>
                      <a:pt x="139500" y="190173"/>
                      <a:pt x="139500" y="190158"/>
                    </a:cubicBezTo>
                    <a:cubicBezTo>
                      <a:pt x="141113" y="181156"/>
                      <a:pt x="143939" y="172171"/>
                      <a:pt x="148363" y="163677"/>
                    </a:cubicBezTo>
                    <a:cubicBezTo>
                      <a:pt x="148179" y="163677"/>
                      <a:pt x="147871" y="163600"/>
                      <a:pt x="147672" y="163585"/>
                    </a:cubicBezTo>
                    <a:cubicBezTo>
                      <a:pt x="150436" y="161511"/>
                      <a:pt x="153032" y="159222"/>
                      <a:pt x="155536" y="156796"/>
                    </a:cubicBezTo>
                    <a:cubicBezTo>
                      <a:pt x="155536" y="156934"/>
                      <a:pt x="155490" y="157041"/>
                      <a:pt x="155490" y="157195"/>
                    </a:cubicBezTo>
                    <a:cubicBezTo>
                      <a:pt x="164521" y="154092"/>
                      <a:pt x="174505" y="152817"/>
                      <a:pt x="183645" y="152602"/>
                    </a:cubicBezTo>
                    <a:cubicBezTo>
                      <a:pt x="183645" y="152602"/>
                      <a:pt x="184336" y="152925"/>
                      <a:pt x="184336" y="152925"/>
                    </a:cubicBezTo>
                    <a:lnTo>
                      <a:pt x="193614" y="134600"/>
                    </a:lnTo>
                    <a:close/>
                    <a:moveTo>
                      <a:pt x="75049" y="142372"/>
                    </a:moveTo>
                    <a:cubicBezTo>
                      <a:pt x="50181" y="129777"/>
                      <a:pt x="40244" y="99410"/>
                      <a:pt x="52838" y="74542"/>
                    </a:cubicBezTo>
                    <a:cubicBezTo>
                      <a:pt x="65434" y="49675"/>
                      <a:pt x="95816" y="39737"/>
                      <a:pt x="120669" y="52332"/>
                    </a:cubicBezTo>
                    <a:cubicBezTo>
                      <a:pt x="145536" y="64927"/>
                      <a:pt x="155459" y="95294"/>
                      <a:pt x="142879" y="120177"/>
                    </a:cubicBezTo>
                    <a:cubicBezTo>
                      <a:pt x="130284" y="145029"/>
                      <a:pt x="99918" y="154967"/>
                      <a:pt x="75065" y="142372"/>
                    </a:cubicBezTo>
                    <a:close/>
                  </a:path>
                </a:pathLst>
              </a:custGeom>
              <a:solidFill>
                <a:srgbClr val="FFFFFF"/>
              </a:solidFill>
              <a:ln w="153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ko-KR" altLang="en-US"/>
              </a:p>
            </p:txBody>
          </p:sp>
          <p:sp>
            <p:nvSpPr>
              <p:cNvPr id="88" name="자유형: 도형 87">
                <a:extLst>
                  <a:ext uri="{FF2B5EF4-FFF2-40B4-BE49-F238E27FC236}">
                    <a16:creationId xmlns:a16="http://schemas.microsoft.com/office/drawing/2014/main" id="{BC651BD1-CEAD-B780-2376-2D7707D8DF10}"/>
                  </a:ext>
                </a:extLst>
              </p:cNvPr>
              <p:cNvSpPr/>
              <p:nvPr/>
            </p:nvSpPr>
            <p:spPr>
              <a:xfrm>
                <a:off x="10608945" y="6005195"/>
                <a:ext cx="79375" cy="79375"/>
              </a:xfrm>
              <a:custGeom>
                <a:avLst/>
                <a:gdLst>
                  <a:gd name="connsiteX0" fmla="*/ 79381 w 79381"/>
                  <a:gd name="connsiteY0" fmla="*/ 39691 h 79381"/>
                  <a:gd name="connsiteX1" fmla="*/ 39691 w 79381"/>
                  <a:gd name="connsiteY1" fmla="*/ 79381 h 79381"/>
                  <a:gd name="connsiteX2" fmla="*/ 0 w 79381"/>
                  <a:gd name="connsiteY2" fmla="*/ 39691 h 79381"/>
                  <a:gd name="connsiteX3" fmla="*/ 39691 w 79381"/>
                  <a:gd name="connsiteY3" fmla="*/ 0 h 79381"/>
                  <a:gd name="connsiteX4" fmla="*/ 79381 w 79381"/>
                  <a:gd name="connsiteY4" fmla="*/ 39691 h 7938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79381" h="79381">
                    <a:moveTo>
                      <a:pt x="79381" y="39691"/>
                    </a:moveTo>
                    <a:cubicBezTo>
                      <a:pt x="79381" y="61609"/>
                      <a:pt x="61610" y="79381"/>
                      <a:pt x="39691" y="79381"/>
                    </a:cubicBezTo>
                    <a:cubicBezTo>
                      <a:pt x="17772" y="79381"/>
                      <a:pt x="0" y="61609"/>
                      <a:pt x="0" y="39691"/>
                    </a:cubicBezTo>
                    <a:cubicBezTo>
                      <a:pt x="0" y="17772"/>
                      <a:pt x="17772" y="0"/>
                      <a:pt x="39691" y="0"/>
                    </a:cubicBezTo>
                    <a:cubicBezTo>
                      <a:pt x="61610" y="0"/>
                      <a:pt x="79381" y="17772"/>
                      <a:pt x="79381" y="39691"/>
                    </a:cubicBezTo>
                    <a:close/>
                  </a:path>
                </a:pathLst>
              </a:custGeom>
              <a:solidFill>
                <a:srgbClr val="FFFFFF"/>
              </a:solidFill>
              <a:ln w="153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ko-KR" altLang="en-US"/>
              </a:p>
            </p:txBody>
          </p:sp>
        </p:grpSp>
      </p:grpSp>
      <p:grpSp>
        <p:nvGrpSpPr>
          <p:cNvPr id="5" name="그룹 4">
            <a:extLst>
              <a:ext uri="{FF2B5EF4-FFF2-40B4-BE49-F238E27FC236}">
                <a16:creationId xmlns:a16="http://schemas.microsoft.com/office/drawing/2014/main" id="{4DB48F3C-3BCF-D43D-84DB-CE2CA8820C34}"/>
              </a:ext>
            </a:extLst>
          </p:cNvPr>
          <p:cNvGrpSpPr/>
          <p:nvPr/>
        </p:nvGrpSpPr>
        <p:grpSpPr>
          <a:xfrm>
            <a:off x="10667365" y="6576695"/>
            <a:ext cx="1075690" cy="150495"/>
            <a:chOff x="10667365" y="6576695"/>
            <a:chExt cx="1075690" cy="150495"/>
          </a:xfrm>
        </p:grpSpPr>
        <p:pic>
          <p:nvPicPr>
            <p:cNvPr id="10" name="_x278651016">
              <a:extLst>
                <a:ext uri="{FF2B5EF4-FFF2-40B4-BE49-F238E27FC236}">
                  <a16:creationId xmlns:a16="http://schemas.microsoft.com/office/drawing/2014/main" id="{5E070F99-D12E-BEB5-DFD7-9F9657E21AA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269345" y="6576695"/>
              <a:ext cx="473710" cy="15049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2" name="그래픽 23">
              <a:extLst>
                <a:ext uri="{FF2B5EF4-FFF2-40B4-BE49-F238E27FC236}">
                  <a16:creationId xmlns:a16="http://schemas.microsoft.com/office/drawing/2014/main" id="{E88FF396-1557-AD97-37DA-46620B4D31D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10667365" y="6576695"/>
              <a:ext cx="477520" cy="14224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30044479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" name="그래픽 60">
            <a:extLst>
              <a:ext uri="{FF2B5EF4-FFF2-40B4-BE49-F238E27FC236}">
                <a16:creationId xmlns:a16="http://schemas.microsoft.com/office/drawing/2014/main" id="{625593F1-7D9F-57DB-9FA7-6FB47061698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56" name="그래픽 55">
            <a:extLst>
              <a:ext uri="{FF2B5EF4-FFF2-40B4-BE49-F238E27FC236}">
                <a16:creationId xmlns:a16="http://schemas.microsoft.com/office/drawing/2014/main" id="{6D81A8B2-BC62-48C9-5FB0-18C5E633AE23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 l="1" r="2096" b="22185"/>
          <a:stretch/>
        </p:blipFill>
        <p:spPr>
          <a:xfrm rot="16200000">
            <a:off x="10645775" y="3135630"/>
            <a:ext cx="2550795" cy="541655"/>
          </a:xfrm>
          <a:prstGeom prst="rect">
            <a:avLst/>
          </a:prstGeom>
        </p:spPr>
      </p:pic>
      <p:pic>
        <p:nvPicPr>
          <p:cNvPr id="54" name="그래픽 53">
            <a:extLst>
              <a:ext uri="{FF2B5EF4-FFF2-40B4-BE49-F238E27FC236}">
                <a16:creationId xmlns:a16="http://schemas.microsoft.com/office/drawing/2014/main" id="{BD4C7F95-5077-208A-7860-7A398744B57E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rcRect t="5760" r="51763"/>
          <a:stretch/>
        </p:blipFill>
        <p:spPr>
          <a:xfrm rot="10800000">
            <a:off x="0" y="5284470"/>
            <a:ext cx="1369695" cy="1573530"/>
          </a:xfrm>
          <a:prstGeom prst="rect">
            <a:avLst/>
          </a:prstGeom>
        </p:spPr>
      </p:pic>
      <p:sp>
        <p:nvSpPr>
          <p:cNvPr id="39" name="사각형: 둥근 한쪽 모서리 38">
            <a:extLst>
              <a:ext uri="{FF2B5EF4-FFF2-40B4-BE49-F238E27FC236}">
                <a16:creationId xmlns:a16="http://schemas.microsoft.com/office/drawing/2014/main" id="{5EADE06A-9DBC-11A8-5DF5-38CF63ECD050}"/>
              </a:ext>
            </a:extLst>
          </p:cNvPr>
          <p:cNvSpPr/>
          <p:nvPr/>
        </p:nvSpPr>
        <p:spPr>
          <a:xfrm flipH="1" flipV="1">
            <a:off x="173990" y="70485"/>
            <a:ext cx="12018010" cy="1221105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50000"/>
            </a:schemeClr>
          </a:solidFill>
          <a:ln w="10818" cap="flat">
            <a:noFill/>
            <a:prstDash val="solid"/>
            <a:miter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8B7C90AA-2C31-5C36-C37E-E6E813231056}"/>
              </a:ext>
            </a:extLst>
          </p:cNvPr>
          <p:cNvGrpSpPr/>
          <p:nvPr/>
        </p:nvGrpSpPr>
        <p:grpSpPr>
          <a:xfrm>
            <a:off x="375920" y="333375"/>
            <a:ext cx="5948680" cy="831215"/>
            <a:chOff x="375920" y="333375"/>
            <a:chExt cx="5948680" cy="831215"/>
          </a:xfrm>
        </p:grpSpPr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B3B4124F-4D0D-30C0-E721-EE580D127CC8}"/>
                </a:ext>
              </a:extLst>
            </p:cNvPr>
            <p:cNvSpPr txBox="1"/>
            <p:nvPr/>
          </p:nvSpPr>
          <p:spPr>
            <a:xfrm>
              <a:off x="1461770" y="366395"/>
              <a:ext cx="2252345" cy="2768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2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>
                      <a:alpha val="50000"/>
                    </a:srgb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K-Digital Training</a:t>
              </a:r>
              <a:endParaRPr lang="ko-KR" altLang="en-US" sz="12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>
                    <a:alpha val="50000"/>
                  </a:srgb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6C8DE4B1-0C6D-133C-80D8-F6968CBF60AC}"/>
                </a:ext>
              </a:extLst>
            </p:cNvPr>
            <p:cNvSpPr txBox="1"/>
            <p:nvPr/>
          </p:nvSpPr>
          <p:spPr>
            <a:xfrm>
              <a:off x="1461770" y="584835"/>
              <a:ext cx="4862830" cy="52324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r>
                <a:rPr lang="ko-KR" altLang="en-US" sz="2800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charset="0"/>
                  <a:ea typeface="세방고딕 Bold" charset="0"/>
                </a:rPr>
                <a:t>프로젝트 평가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E0E94AA3-A994-6AB2-870F-88DA16811E4D}"/>
                </a:ext>
              </a:extLst>
            </p:cNvPr>
            <p:cNvSpPr txBox="1"/>
            <p:nvPr/>
          </p:nvSpPr>
          <p:spPr>
            <a:xfrm>
              <a:off x="375920" y="333375"/>
              <a:ext cx="1266825" cy="831215"/>
            </a:xfrm>
            <a:prstGeom prst="rect">
              <a:avLst/>
            </a:prstGeom>
            <a:noFill/>
          </p:spPr>
          <p:txBody>
            <a:bodyPr wrap="square" tIns="0" bIns="0">
              <a:spAutoFit/>
            </a:bodyPr>
            <a:lstStyle/>
            <a:p>
              <a:pPr eaLnBrk="1" fontAlgn="auto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ko-KR" sz="54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06</a:t>
              </a:r>
              <a:endParaRPr lang="ko-KR" altLang="en-US" sz="4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</p:grpSp>
      <p:pic>
        <p:nvPicPr>
          <p:cNvPr id="35" name="그림 34">
            <a:extLst>
              <a:ext uri="{FF2B5EF4-FFF2-40B4-BE49-F238E27FC236}">
                <a16:creationId xmlns:a16="http://schemas.microsoft.com/office/drawing/2014/main" id="{753AFFF3-DFFD-86BD-A0E4-365D0D959218}"/>
              </a:ext>
            </a:extLst>
          </p:cNvPr>
          <p:cNvPicPr>
            <a:picLocks noChangeAspect="1"/>
          </p:cNvPicPr>
          <p:nvPr/>
        </p:nvPicPr>
        <p:blipFill rotWithShape="1">
          <a:blip r:embed="rId9" cstate="print">
            <a:duotone>
              <a:schemeClr val="accent5">
                <a:shade val="45000"/>
                <a:satMod val="135000"/>
              </a:schemeClr>
              <a:prstClr val="white"/>
            </a:duotone>
            <a:alphaModFix amt="27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10800000" flipV="1">
            <a:off x="0" y="2131060"/>
            <a:ext cx="12192000" cy="233680"/>
          </a:xfrm>
          <a:prstGeom prst="rect">
            <a:avLst/>
          </a:prstGeom>
        </p:spPr>
      </p:pic>
      <p:sp>
        <p:nvSpPr>
          <p:cNvPr id="45" name="그래픽 43">
            <a:extLst>
              <a:ext uri="{FF2B5EF4-FFF2-40B4-BE49-F238E27FC236}">
                <a16:creationId xmlns:a16="http://schemas.microsoft.com/office/drawing/2014/main" id="{512AEB8B-AA28-FDBA-00E7-D5D95C2F683D}"/>
              </a:ext>
            </a:extLst>
          </p:cNvPr>
          <p:cNvSpPr/>
          <p:nvPr/>
        </p:nvSpPr>
        <p:spPr>
          <a:xfrm>
            <a:off x="541655" y="1539240"/>
            <a:ext cx="100965" cy="113665"/>
          </a:xfrm>
          <a:custGeom>
            <a:avLst/>
            <a:gdLst>
              <a:gd name="connsiteX0" fmla="*/ 428021 w 450214"/>
              <a:gd name="connsiteY0" fmla="*/ 214932 h 506845"/>
              <a:gd name="connsiteX1" fmla="*/ 66705 w 450214"/>
              <a:gd name="connsiteY1" fmla="*/ 6045 h 506845"/>
              <a:gd name="connsiteX2" fmla="*/ 0 w 450214"/>
              <a:gd name="connsiteY2" fmla="*/ 44511 h 506845"/>
              <a:gd name="connsiteX3" fmla="*/ 0 w 450214"/>
              <a:gd name="connsiteY3" fmla="*/ 462326 h 506845"/>
              <a:gd name="connsiteX4" fmla="*/ 66705 w 450214"/>
              <a:gd name="connsiteY4" fmla="*/ 500812 h 506845"/>
              <a:gd name="connsiteX5" fmla="*/ 428021 w 450214"/>
              <a:gd name="connsiteY5" fmla="*/ 291905 h 506845"/>
              <a:gd name="connsiteX6" fmla="*/ 428021 w 450214"/>
              <a:gd name="connsiteY6" fmla="*/ 214932 h 5068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50214" h="506845">
                <a:moveTo>
                  <a:pt x="428021" y="214932"/>
                </a:moveTo>
                <a:lnTo>
                  <a:pt x="66705" y="6045"/>
                </a:lnTo>
                <a:cubicBezTo>
                  <a:pt x="37072" y="-11108"/>
                  <a:pt x="0" y="10287"/>
                  <a:pt x="0" y="44511"/>
                </a:cubicBezTo>
                <a:lnTo>
                  <a:pt x="0" y="462326"/>
                </a:lnTo>
                <a:cubicBezTo>
                  <a:pt x="0" y="496550"/>
                  <a:pt x="37072" y="517945"/>
                  <a:pt x="66705" y="500812"/>
                </a:cubicBezTo>
                <a:lnTo>
                  <a:pt x="428021" y="291905"/>
                </a:lnTo>
                <a:cubicBezTo>
                  <a:pt x="457613" y="274793"/>
                  <a:pt x="457613" y="232064"/>
                  <a:pt x="428021" y="214932"/>
                </a:cubicBezTo>
                <a:close/>
              </a:path>
            </a:pathLst>
          </a:custGeom>
          <a:solidFill>
            <a:srgbClr val="3378C8"/>
          </a:solidFill>
          <a:ln w="2035" cap="flat">
            <a:noFill/>
            <a:prstDash val="solid"/>
            <a:miter/>
          </a:ln>
          <a:effectLst>
            <a:outerShdw blurRad="50800" dist="38100" dir="5400000" algn="t" rotWithShape="0">
              <a:srgbClr val="3378C8">
                <a:alpha val="40000"/>
              </a:srgbClr>
            </a:outerShdw>
          </a:effectLst>
        </p:spPr>
        <p:txBody>
          <a:bodyPr rtlCol="0" anchor="ctr"/>
          <a:lstStyle/>
          <a:p>
            <a:endParaRPr lang="ko-KR" alt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2C2358E-3B03-27B5-CA0C-4BF0B1CDFADB}"/>
              </a:ext>
            </a:extLst>
          </p:cNvPr>
          <p:cNvSpPr txBox="1"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FFD85C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87E27BB-6406-EC3A-3BF4-56C8615BDA14}"/>
              </a:ext>
            </a:extLst>
          </p:cNvPr>
          <p:cNvSpPr txBox="1"/>
          <p:nvPr/>
        </p:nvSpPr>
        <p:spPr>
          <a:xfrm>
            <a:off x="0" y="0"/>
            <a:ext cx="1336675" cy="114300"/>
          </a:xfrm>
          <a:prstGeom prst="rect">
            <a:avLst/>
          </a:prstGeom>
          <a:solidFill>
            <a:srgbClr val="3378C8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5522619C-4947-3D41-24F0-88276CA5AB0C}"/>
              </a:ext>
            </a:extLst>
          </p:cNvPr>
          <p:cNvGrpSpPr/>
          <p:nvPr/>
        </p:nvGrpSpPr>
        <p:grpSpPr>
          <a:xfrm>
            <a:off x="541655" y="2407920"/>
            <a:ext cx="5363845" cy="1748790"/>
            <a:chOff x="541655" y="2407920"/>
            <a:chExt cx="5363845" cy="1748790"/>
          </a:xfrm>
        </p:grpSpPr>
        <p:sp>
          <p:nvSpPr>
            <p:cNvPr id="12" name="사각형: 둥근 모서리 11"/>
            <p:cNvSpPr>
              <a:spLocks/>
            </p:cNvSpPr>
            <p:nvPr/>
          </p:nvSpPr>
          <p:spPr>
            <a:xfrm>
              <a:off x="541655" y="2407920"/>
              <a:ext cx="5364480" cy="1749425"/>
            </a:xfrm>
            <a:prstGeom prst="roundRect">
              <a:avLst>
                <a:gd name="adj" fmla="val 6897"/>
              </a:avLst>
            </a:prstGeom>
            <a:solidFill>
              <a:schemeClr val="bg1">
                <a:alpha val="84780"/>
              </a:schemeClr>
            </a:solidFill>
            <a:ln w="0">
              <a:noFill/>
              <a:prstDash/>
            </a:ln>
            <a:effectLst>
              <a:outerShdw blurRad="63500" algn="ctr" rotWithShape="0">
                <a:srgbClr val="3378C8">
                  <a:alpha val="29803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algn="ctr" latinLnBrk="0">
                <a:buFontTx/>
                <a:buNone/>
              </a:pPr>
              <a:endParaRPr lang="ko-KR" altLang="en-US"/>
            </a:p>
          </p:txBody>
        </p:sp>
        <p:sp>
          <p:nvSpPr>
            <p:cNvPr id="20" name="직사각형 19"/>
            <p:cNvSpPr>
              <a:spLocks/>
            </p:cNvSpPr>
            <p:nvPr/>
          </p:nvSpPr>
          <p:spPr>
            <a:xfrm rot="5400000">
              <a:off x="3176905" y="234950"/>
              <a:ext cx="94615" cy="4440555"/>
            </a:xfrm>
            <a:prstGeom prst="rect">
              <a:avLst/>
            </a:prstGeom>
            <a:solidFill>
              <a:srgbClr val="3378C8"/>
            </a:solidFill>
            <a:ln w="0">
              <a:noFill/>
              <a:prstDash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algn="ctr" latinLnBrk="0">
                <a:buFontTx/>
                <a:buNone/>
              </a:pPr>
              <a:endParaRPr lang="ko-KR" altLang="en-US"/>
            </a:p>
          </p:txBody>
        </p:sp>
        <p:sp>
          <p:nvSpPr>
            <p:cNvPr id="40" name="TextBox 39"/>
            <p:cNvSpPr txBox="1">
              <a:spLocks/>
            </p:cNvSpPr>
            <p:nvPr/>
          </p:nvSpPr>
          <p:spPr>
            <a:xfrm>
              <a:off x="912495" y="2900045"/>
              <a:ext cx="4623435" cy="392430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algn="ctr" latinLnBrk="0">
                <a:lnSpc>
                  <a:spcPct val="120000"/>
                </a:lnSpc>
                <a:buFontTx/>
                <a:buNone/>
                <a:defRPr/>
              </a:pPr>
              <a:endParaRPr lang="ko-KR" altLang="en-US">
                <a:ln w="9525" cap="flat" cmpd="sng">
                  <a:solidFill>
                    <a:schemeClr val="bg1">
                      <a:alpha val="0"/>
                    </a:schemeClr>
                  </a:solidFill>
                  <a:prstDash val="solid"/>
                </a:ln>
                <a:solidFill>
                  <a:schemeClr val="bg2">
                    <a:lumMod val="25000"/>
                  </a:schemeClr>
                </a:solidFill>
                <a:latin typeface="세방고딕 Regular" charset="0"/>
                <a:ea typeface="세방고딕 Regular" charset="0"/>
              </a:endParaRPr>
            </a:p>
          </p:txBody>
        </p:sp>
      </p:grpSp>
      <p:grpSp>
        <p:nvGrpSpPr>
          <p:cNvPr id="10" name="그룹 9">
            <a:extLst>
              <a:ext uri="{FF2B5EF4-FFF2-40B4-BE49-F238E27FC236}">
                <a16:creationId xmlns:a16="http://schemas.microsoft.com/office/drawing/2014/main" id="{D159DDAF-8BBD-007D-3622-AD77BC218E24}"/>
              </a:ext>
            </a:extLst>
          </p:cNvPr>
          <p:cNvGrpSpPr/>
          <p:nvPr/>
        </p:nvGrpSpPr>
        <p:grpSpPr>
          <a:xfrm>
            <a:off x="541655" y="4328795"/>
            <a:ext cx="5365115" cy="1911985"/>
            <a:chOff x="541655" y="4328795"/>
            <a:chExt cx="5365115" cy="1911985"/>
          </a:xfrm>
        </p:grpSpPr>
        <p:sp>
          <p:nvSpPr>
            <p:cNvPr id="15" name="사각형: 둥근 모서리 14"/>
            <p:cNvSpPr>
              <a:spLocks/>
            </p:cNvSpPr>
            <p:nvPr/>
          </p:nvSpPr>
          <p:spPr>
            <a:xfrm>
              <a:off x="541655" y="4490720"/>
              <a:ext cx="5365115" cy="1750060"/>
            </a:xfrm>
            <a:prstGeom prst="roundRect">
              <a:avLst>
                <a:gd name="adj" fmla="val 6897"/>
              </a:avLst>
            </a:prstGeom>
            <a:solidFill>
              <a:schemeClr val="bg1">
                <a:alpha val="83995"/>
              </a:schemeClr>
            </a:solidFill>
            <a:ln w="0">
              <a:noFill/>
              <a:prstDash/>
            </a:ln>
            <a:effectLst>
              <a:outerShdw blurRad="63500" algn="ctr" rotWithShape="0">
                <a:srgbClr val="FFD85C">
                  <a:alpha val="54509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algn="ctr" latinLnBrk="0">
                <a:buFontTx/>
                <a:buNone/>
              </a:pPr>
              <a:endParaRPr lang="ko-KR" altLang="en-US"/>
            </a:p>
          </p:txBody>
        </p:sp>
        <p:sp>
          <p:nvSpPr>
            <p:cNvPr id="44" name="직사각형 43"/>
            <p:cNvSpPr>
              <a:spLocks/>
            </p:cNvSpPr>
            <p:nvPr/>
          </p:nvSpPr>
          <p:spPr>
            <a:xfrm rot="5400000">
              <a:off x="3176905" y="2317750"/>
              <a:ext cx="95250" cy="4441190"/>
            </a:xfrm>
            <a:prstGeom prst="rect">
              <a:avLst/>
            </a:prstGeom>
            <a:solidFill>
              <a:srgbClr val="FFD85C"/>
            </a:solidFill>
            <a:ln w="0">
              <a:noFill/>
              <a:prstDash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algn="ctr" latinLnBrk="0">
                <a:buFontTx/>
                <a:buNone/>
              </a:pPr>
              <a:endParaRPr lang="ko-KR" altLang="en-US"/>
            </a:p>
          </p:txBody>
        </p:sp>
        <p:sp>
          <p:nvSpPr>
            <p:cNvPr id="50" name="TextBox 49"/>
            <p:cNvSpPr txBox="1">
              <a:spLocks/>
            </p:cNvSpPr>
            <p:nvPr/>
          </p:nvSpPr>
          <p:spPr>
            <a:xfrm>
              <a:off x="912495" y="4328795"/>
              <a:ext cx="4624070" cy="1563698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algn="ctr" latinLnBrk="0">
                <a:lnSpc>
                  <a:spcPct val="300000"/>
                </a:lnSpc>
                <a:buFontTx/>
                <a:buNone/>
                <a:defRPr/>
              </a:pPr>
              <a:r>
                <a:rPr lang="ko-KR" altLang="en-US" sz="1800" b="1" dirty="0" err="1"/>
                <a:t>ㆍ</a:t>
              </a:r>
              <a:r>
                <a:rPr lang="ko-KR" altLang="en-US" dirty="0" err="1">
                  <a:ln w="9525" cap="flat" cmpd="sng">
                    <a:solidFill>
                      <a:schemeClr val="bg1">
                        <a:alpha val="0"/>
                      </a:schemeClr>
                    </a:solidFill>
                    <a:prstDash val="solid"/>
                  </a:ln>
                  <a:solidFill>
                    <a:schemeClr val="bg2">
                      <a:lumMod val="25000"/>
                    </a:schemeClr>
                  </a:solidFill>
                  <a:latin typeface="세방고딕 Regular" charset="0"/>
                  <a:ea typeface="세방고딕 Regular" charset="0"/>
                </a:rPr>
                <a:t>개인</a:t>
              </a:r>
              <a:r>
                <a:rPr lang="ko-KR" altLang="en-US" dirty="0">
                  <a:ln w="9525" cap="flat" cmpd="sng">
                    <a:solidFill>
                      <a:schemeClr val="bg1">
                        <a:alpha val="0"/>
                      </a:schemeClr>
                    </a:solidFill>
                    <a:prstDash val="solid"/>
                  </a:ln>
                  <a:solidFill>
                    <a:schemeClr val="bg2">
                      <a:lumMod val="25000"/>
                    </a:schemeClr>
                  </a:solidFill>
                  <a:latin typeface="세방고딕 Regular" charset="0"/>
                  <a:ea typeface="세방고딕 Regular" charset="0"/>
                </a:rPr>
                <a:t> / 팀 </a:t>
              </a:r>
              <a:r>
                <a:rPr lang="ko-KR" altLang="en-US" dirty="0">
                  <a:ln w="9525" cap="flat" cmpd="sng">
                    <a:solidFill>
                      <a:schemeClr val="bg1">
                        <a:alpha val="0"/>
                      </a:schemeClr>
                    </a:solidFill>
                    <a:prstDash val="solid"/>
                  </a:ln>
                  <a:solidFill>
                    <a:srgbClr val="FFC000"/>
                  </a:solidFill>
                  <a:latin typeface="세방고딕 Bold" charset="0"/>
                  <a:ea typeface="세방고딕 Bold" charset="0"/>
                </a:rPr>
                <a:t>아쉬운 점</a:t>
              </a:r>
            </a:p>
            <a:p>
              <a:pPr marL="0" indent="0" algn="ctr" latinLnBrk="0">
                <a:lnSpc>
                  <a:spcPct val="120000"/>
                </a:lnSpc>
                <a:buFontTx/>
                <a:buNone/>
                <a:defRPr/>
              </a:pPr>
              <a:r>
                <a:rPr lang="ko-KR" altLang="en-US" dirty="0">
                  <a:ln w="9525" cap="flat" cmpd="sng">
                    <a:solidFill>
                      <a:schemeClr val="bg1">
                        <a:alpha val="0"/>
                      </a:schemeClr>
                    </a:solidFill>
                    <a:prstDash val="solid"/>
                  </a:ln>
                  <a:solidFill>
                    <a:schemeClr val="bg2">
                      <a:lumMod val="25000"/>
                    </a:schemeClr>
                  </a:solidFill>
                  <a:latin typeface="세방고딕 Regular" charset="0"/>
                  <a:ea typeface="세방고딕 Regular" charset="0"/>
                </a:rPr>
                <a:t>이용자 검색 로그를 활용한 모델 학습 </a:t>
              </a:r>
              <a:r>
                <a:rPr lang="ko-KR" altLang="en-US" dirty="0" err="1">
                  <a:ln w="9525" cap="flat" cmpd="sng">
                    <a:solidFill>
                      <a:schemeClr val="bg1">
                        <a:alpha val="0"/>
                      </a:schemeClr>
                    </a:solidFill>
                    <a:prstDash val="solid"/>
                  </a:ln>
                  <a:solidFill>
                    <a:schemeClr val="bg2">
                      <a:lumMod val="25000"/>
                    </a:schemeClr>
                  </a:solidFill>
                  <a:latin typeface="세방고딕 Regular" charset="0"/>
                  <a:ea typeface="세방고딕 Regular" charset="0"/>
                </a:rPr>
                <a:t>미반영</a:t>
              </a:r>
              <a:endParaRPr lang="ko-KR" altLang="en-US" dirty="0">
                <a:ln w="9525" cap="flat" cmpd="sng">
                  <a:solidFill>
                    <a:schemeClr val="bg1">
                      <a:alpha val="0"/>
                    </a:schemeClr>
                  </a:solidFill>
                  <a:prstDash val="solid"/>
                </a:ln>
                <a:solidFill>
                  <a:schemeClr val="bg2">
                    <a:lumMod val="25000"/>
                  </a:schemeClr>
                </a:solidFill>
                <a:latin typeface="세방고딕 Regular" charset="0"/>
                <a:ea typeface="세방고딕 Regular" charset="0"/>
              </a:endParaRPr>
            </a:p>
            <a:p>
              <a:pPr marL="0" indent="0" algn="ctr" latinLnBrk="0">
                <a:lnSpc>
                  <a:spcPct val="120000"/>
                </a:lnSpc>
                <a:buFontTx/>
                <a:buNone/>
                <a:defRPr/>
              </a:pPr>
              <a:r>
                <a:rPr lang="ko-KR" altLang="en-US" dirty="0">
                  <a:ln w="9525" cap="flat" cmpd="sng">
                    <a:solidFill>
                      <a:schemeClr val="bg1">
                        <a:alpha val="0"/>
                      </a:schemeClr>
                    </a:solidFill>
                    <a:prstDash val="solid"/>
                  </a:ln>
                  <a:solidFill>
                    <a:schemeClr val="bg2">
                      <a:lumMod val="25000"/>
                    </a:schemeClr>
                  </a:solidFill>
                  <a:latin typeface="세방고딕 Regular" charset="0"/>
                  <a:ea typeface="세방고딕 Regular" charset="0"/>
                </a:rPr>
                <a:t>피드백 수행</a:t>
              </a:r>
              <a:r>
                <a:rPr lang="en-US" altLang="ko-KR" dirty="0">
                  <a:ln w="9525" cap="flat" cmpd="sng">
                    <a:solidFill>
                      <a:schemeClr val="bg1">
                        <a:alpha val="0"/>
                      </a:schemeClr>
                    </a:solidFill>
                    <a:prstDash val="solid"/>
                  </a:ln>
                  <a:solidFill>
                    <a:schemeClr val="bg2">
                      <a:lumMod val="25000"/>
                    </a:schemeClr>
                  </a:solidFill>
                  <a:latin typeface="세방고딕 Regular" charset="0"/>
                  <a:ea typeface="세방고딕 Regular" charset="0"/>
                </a:rPr>
                <a:t>, </a:t>
              </a:r>
              <a:r>
                <a:rPr lang="ko-KR" altLang="en-US" dirty="0">
                  <a:ln w="9525" cap="flat" cmpd="sng">
                    <a:solidFill>
                      <a:schemeClr val="bg1">
                        <a:alpha val="0"/>
                      </a:schemeClr>
                    </a:solidFill>
                    <a:prstDash val="solid"/>
                  </a:ln>
                  <a:solidFill>
                    <a:schemeClr val="bg2">
                      <a:lumMod val="25000"/>
                    </a:schemeClr>
                  </a:solidFill>
                  <a:latin typeface="세방고딕 Regular" charset="0"/>
                  <a:ea typeface="세방고딕 Regular" charset="0"/>
                </a:rPr>
                <a:t>디테일 보완</a:t>
              </a:r>
            </a:p>
          </p:txBody>
        </p:sp>
      </p:grp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46FCD1F8-01D8-9AAA-897B-273E7CA1C058}"/>
              </a:ext>
            </a:extLst>
          </p:cNvPr>
          <p:cNvGrpSpPr/>
          <p:nvPr/>
        </p:nvGrpSpPr>
        <p:grpSpPr>
          <a:xfrm>
            <a:off x="6396990" y="4490720"/>
            <a:ext cx="5363845" cy="1748790"/>
            <a:chOff x="6396990" y="4490720"/>
            <a:chExt cx="5363845" cy="1748790"/>
          </a:xfrm>
        </p:grpSpPr>
        <p:sp>
          <p:nvSpPr>
            <p:cNvPr id="17" name="사각형: 둥근 모서리 16">
              <a:extLst>
                <a:ext uri="{FF2B5EF4-FFF2-40B4-BE49-F238E27FC236}">
                  <a16:creationId xmlns:a16="http://schemas.microsoft.com/office/drawing/2014/main" id="{E521B70D-67A3-8111-1F80-FCA0E1856D70}"/>
                </a:ext>
              </a:extLst>
            </p:cNvPr>
            <p:cNvSpPr/>
            <p:nvPr/>
          </p:nvSpPr>
          <p:spPr>
            <a:xfrm>
              <a:off x="6396990" y="4490720"/>
              <a:ext cx="5363845" cy="1748790"/>
            </a:xfrm>
            <a:prstGeom prst="roundRect">
              <a:avLst>
                <a:gd name="adj" fmla="val 6897"/>
              </a:avLst>
            </a:prstGeom>
            <a:solidFill>
              <a:schemeClr val="bg1">
                <a:alpha val="85000"/>
              </a:schemeClr>
            </a:solidFill>
            <a:ln>
              <a:noFill/>
            </a:ln>
            <a:effectLst>
              <a:outerShdw blurRad="63500" algn="ctr" rotWithShape="0">
                <a:srgbClr val="3378C8">
                  <a:alpha val="3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6" name="직사각형 45">
              <a:extLst>
                <a:ext uri="{FF2B5EF4-FFF2-40B4-BE49-F238E27FC236}">
                  <a16:creationId xmlns:a16="http://schemas.microsoft.com/office/drawing/2014/main" id="{37E12C90-2C49-9FF1-E50E-2D4CA4336A95}"/>
                </a:ext>
              </a:extLst>
            </p:cNvPr>
            <p:cNvSpPr/>
            <p:nvPr/>
          </p:nvSpPr>
          <p:spPr>
            <a:xfrm rot="5400000">
              <a:off x="9032240" y="2317750"/>
              <a:ext cx="93980" cy="4439920"/>
            </a:xfrm>
            <a:prstGeom prst="rect">
              <a:avLst/>
            </a:prstGeom>
            <a:solidFill>
              <a:srgbClr val="3378C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A0DB3080-EE57-F502-B40D-20275D5DAF63}"/>
                </a:ext>
              </a:extLst>
            </p:cNvPr>
            <p:cNvSpPr txBox="1"/>
            <p:nvPr/>
          </p:nvSpPr>
          <p:spPr>
            <a:xfrm>
              <a:off x="6747510" y="5019040"/>
              <a:ext cx="4622800" cy="39179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>
                <a:lnSpc>
                  <a:spcPct val="120000"/>
                </a:lnSpc>
                <a:defRPr/>
              </a:pPr>
              <a:endParaRPr lang="en-US" altLang="ko-KR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</p:grpSp>
      <p:grpSp>
        <p:nvGrpSpPr>
          <p:cNvPr id="9" name="그룹 8">
            <a:extLst>
              <a:ext uri="{FF2B5EF4-FFF2-40B4-BE49-F238E27FC236}">
                <a16:creationId xmlns:a16="http://schemas.microsoft.com/office/drawing/2014/main" id="{3125D473-6822-3549-B009-40577C5E1CB8}"/>
              </a:ext>
            </a:extLst>
          </p:cNvPr>
          <p:cNvGrpSpPr/>
          <p:nvPr/>
        </p:nvGrpSpPr>
        <p:grpSpPr>
          <a:xfrm>
            <a:off x="6396355" y="2407920"/>
            <a:ext cx="5364480" cy="1749425"/>
            <a:chOff x="6396355" y="2407920"/>
            <a:chExt cx="5364480" cy="1749425"/>
          </a:xfrm>
        </p:grpSpPr>
        <p:sp>
          <p:nvSpPr>
            <p:cNvPr id="14" name="사각형: 둥근 모서리 13"/>
            <p:cNvSpPr>
              <a:spLocks/>
            </p:cNvSpPr>
            <p:nvPr/>
          </p:nvSpPr>
          <p:spPr>
            <a:xfrm>
              <a:off x="6396355" y="2407920"/>
              <a:ext cx="5364480" cy="1749425"/>
            </a:xfrm>
            <a:prstGeom prst="roundRect">
              <a:avLst>
                <a:gd name="adj" fmla="val 6897"/>
              </a:avLst>
            </a:prstGeom>
            <a:solidFill>
              <a:schemeClr val="bg1">
                <a:alpha val="84780"/>
              </a:schemeClr>
            </a:solidFill>
            <a:ln w="0">
              <a:noFill/>
              <a:prstDash/>
            </a:ln>
            <a:effectLst>
              <a:outerShdw blurRad="63500" algn="ctr" rotWithShape="0">
                <a:srgbClr val="FFD85C">
                  <a:alpha val="54901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algn="ctr" latinLnBrk="0">
                <a:buFontTx/>
                <a:buNone/>
              </a:pPr>
              <a:endParaRPr lang="ko-KR" altLang="en-US"/>
            </a:p>
          </p:txBody>
        </p:sp>
        <p:sp>
          <p:nvSpPr>
            <p:cNvPr id="43" name="직사각형 42"/>
            <p:cNvSpPr>
              <a:spLocks/>
            </p:cNvSpPr>
            <p:nvPr/>
          </p:nvSpPr>
          <p:spPr>
            <a:xfrm rot="5400000">
              <a:off x="9031605" y="234950"/>
              <a:ext cx="94615" cy="4440555"/>
            </a:xfrm>
            <a:prstGeom prst="rect">
              <a:avLst/>
            </a:prstGeom>
            <a:solidFill>
              <a:srgbClr val="FFD85C"/>
            </a:solidFill>
            <a:ln w="0">
              <a:noFill/>
              <a:prstDash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algn="ctr" latinLnBrk="0">
                <a:buFontTx/>
                <a:buNone/>
              </a:pPr>
              <a:endParaRPr lang="ko-KR" altLang="en-US"/>
            </a:p>
          </p:txBody>
        </p:sp>
      </p:grpSp>
      <p:pic>
        <p:nvPicPr>
          <p:cNvPr id="58" name="그래픽 57">
            <a:extLst>
              <a:ext uri="{FF2B5EF4-FFF2-40B4-BE49-F238E27FC236}">
                <a16:creationId xmlns:a16="http://schemas.microsoft.com/office/drawing/2014/main" id="{139E4CDD-1A9C-F6FA-D336-76FF37A49822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 rot="1800000">
            <a:off x="378460" y="4326890"/>
            <a:ext cx="138430" cy="138430"/>
          </a:xfrm>
          <a:prstGeom prst="rect">
            <a:avLst/>
          </a:prstGeom>
        </p:spPr>
      </p:pic>
      <p:grpSp>
        <p:nvGrpSpPr>
          <p:cNvPr id="18" name="그룹 17">
            <a:extLst>
              <a:ext uri="{FF2B5EF4-FFF2-40B4-BE49-F238E27FC236}">
                <a16:creationId xmlns:a16="http://schemas.microsoft.com/office/drawing/2014/main" id="{A971983B-2C57-1016-A72B-8000F1218B9C}"/>
              </a:ext>
            </a:extLst>
          </p:cNvPr>
          <p:cNvGrpSpPr/>
          <p:nvPr/>
        </p:nvGrpSpPr>
        <p:grpSpPr>
          <a:xfrm>
            <a:off x="10667365" y="6576695"/>
            <a:ext cx="1075690" cy="150495"/>
            <a:chOff x="10667365" y="6576695"/>
            <a:chExt cx="1075690" cy="150495"/>
          </a:xfrm>
        </p:grpSpPr>
        <p:pic>
          <p:nvPicPr>
            <p:cNvPr id="19" name="_x278651016">
              <a:extLst>
                <a:ext uri="{FF2B5EF4-FFF2-40B4-BE49-F238E27FC236}">
                  <a16:creationId xmlns:a16="http://schemas.microsoft.com/office/drawing/2014/main" id="{054461DC-C6BD-2B2B-9550-F9F4558EEF9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269345" y="6576695"/>
              <a:ext cx="473710" cy="15049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1" name="그래픽 23">
              <a:extLst>
                <a:ext uri="{FF2B5EF4-FFF2-40B4-BE49-F238E27FC236}">
                  <a16:creationId xmlns:a16="http://schemas.microsoft.com/office/drawing/2014/main" id="{7D0E42EB-7E79-83A5-8BEC-B55888EE225F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 cstate="print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/>
            </a:stretch>
          </p:blipFill>
          <p:spPr>
            <a:xfrm>
              <a:off x="10667365" y="6576695"/>
              <a:ext cx="477520" cy="142240"/>
            </a:xfrm>
            <a:prstGeom prst="rect">
              <a:avLst/>
            </a:prstGeom>
          </p:spPr>
        </p:pic>
      </p:grpSp>
      <p:sp>
        <p:nvSpPr>
          <p:cNvPr id="62" name="텍스트 상자 1"/>
          <p:cNvSpPr txBox="1">
            <a:spLocks/>
          </p:cNvSpPr>
          <p:nvPr/>
        </p:nvSpPr>
        <p:spPr>
          <a:xfrm>
            <a:off x="6708140" y="2232660"/>
            <a:ext cx="4623435" cy="1564005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>
            <a:spAutoFit/>
          </a:bodyPr>
          <a:lstStyle/>
          <a:p>
            <a:pPr marL="0" indent="0" algn="ctr" latinLnBrk="0">
              <a:lnSpc>
                <a:spcPct val="300000"/>
              </a:lnSpc>
              <a:buFontTx/>
              <a:buNone/>
              <a:defRPr/>
            </a:pPr>
            <a:r>
              <a:rPr lang="ko-KR" altLang="en-US" sz="1800" b="1" dirty="0" err="1"/>
              <a:t>ㆍ</a:t>
            </a:r>
            <a:r>
              <a:rPr lang="ko-KR" altLang="en-US" dirty="0" err="1">
                <a:ln w="9525" cap="flat" cmpd="sng">
                  <a:solidFill>
                    <a:schemeClr val="bg1">
                      <a:alpha val="0"/>
                    </a:schemeClr>
                  </a:solidFill>
                  <a:prstDash val="solid"/>
                </a:ln>
                <a:solidFill>
                  <a:srgbClr val="FFC000"/>
                </a:solidFill>
                <a:latin typeface="세방고딕 Regular" charset="0"/>
                <a:ea typeface="세방고딕 Regular" charset="0"/>
              </a:rPr>
              <a:t>기대</a:t>
            </a:r>
            <a:r>
              <a:rPr lang="ko-KR" altLang="en-US" dirty="0">
                <a:ln w="9525" cap="flat" cmpd="sng">
                  <a:solidFill>
                    <a:schemeClr val="bg1">
                      <a:alpha val="0"/>
                    </a:schemeClr>
                  </a:solidFill>
                  <a:prstDash val="solid"/>
                </a:ln>
                <a:solidFill>
                  <a:srgbClr val="FFC000"/>
                </a:solidFill>
                <a:latin typeface="세방고딕 Regular" charset="0"/>
                <a:ea typeface="세방고딕 Regular" charset="0"/>
              </a:rPr>
              <a:t> 효과</a:t>
            </a:r>
            <a:endParaRPr lang="en-US" altLang="ko-KR" dirty="0">
              <a:ln w="9525" cap="flat" cmpd="sng">
                <a:solidFill>
                  <a:schemeClr val="bg1">
                    <a:alpha val="0"/>
                  </a:schemeClr>
                </a:solidFill>
                <a:prstDash val="solid"/>
              </a:ln>
              <a:solidFill>
                <a:srgbClr val="FFC000"/>
              </a:solidFill>
              <a:latin typeface="세방고딕 Regular" charset="0"/>
              <a:ea typeface="세방고딕 Regular" charset="0"/>
            </a:endParaRPr>
          </a:p>
          <a:p>
            <a:pPr marL="0" indent="0" algn="ctr" latinLnBrk="0">
              <a:lnSpc>
                <a:spcPct val="120000"/>
              </a:lnSpc>
              <a:buFontTx/>
              <a:buNone/>
              <a:defRPr/>
            </a:pPr>
            <a:r>
              <a:rPr lang="ko-KR" altLang="en-US" dirty="0">
                <a:ln w="9525" cap="flat" cmpd="sng">
                  <a:solidFill>
                    <a:schemeClr val="bg1">
                      <a:alpha val="0"/>
                    </a:schemeClr>
                  </a:solidFill>
                  <a:prstDash val="solid"/>
                </a:ln>
                <a:solidFill>
                  <a:schemeClr val="bg2">
                    <a:lumMod val="25000"/>
                  </a:schemeClr>
                </a:solidFill>
                <a:latin typeface="세방고딕 Regular" charset="0"/>
                <a:ea typeface="세방고딕 Regular" charset="0"/>
              </a:rPr>
              <a:t>사용자 결정 피로 감소</a:t>
            </a:r>
            <a:endParaRPr lang="en-US" altLang="ko-KR" dirty="0">
              <a:ln w="9525" cap="flat" cmpd="sng">
                <a:solidFill>
                  <a:schemeClr val="bg1">
                    <a:alpha val="0"/>
                  </a:schemeClr>
                </a:solidFill>
                <a:prstDash val="solid"/>
              </a:ln>
              <a:solidFill>
                <a:schemeClr val="bg2">
                  <a:lumMod val="25000"/>
                </a:schemeClr>
              </a:solidFill>
              <a:latin typeface="세방고딕 Regular" charset="0"/>
              <a:ea typeface="세방고딕 Regular" charset="0"/>
            </a:endParaRPr>
          </a:p>
          <a:p>
            <a:pPr marL="0" indent="0" algn="ctr" latinLnBrk="0">
              <a:lnSpc>
                <a:spcPct val="120000"/>
              </a:lnSpc>
              <a:buFontTx/>
              <a:buNone/>
              <a:defRPr/>
            </a:pPr>
            <a:r>
              <a:rPr lang="ko-KR" altLang="en-US" dirty="0">
                <a:ln w="9525" cap="flat" cmpd="sng">
                  <a:solidFill>
                    <a:schemeClr val="bg1">
                      <a:alpha val="0"/>
                    </a:schemeClr>
                  </a:solidFill>
                  <a:prstDash val="solid"/>
                </a:ln>
                <a:solidFill>
                  <a:schemeClr val="bg2">
                    <a:lumMod val="25000"/>
                  </a:schemeClr>
                </a:solidFill>
                <a:latin typeface="세방고딕 Regular" charset="0"/>
                <a:ea typeface="세방고딕 Regular" charset="0"/>
              </a:rPr>
              <a:t>상황 맞춤 추천으로 만족도 향상</a:t>
            </a:r>
          </a:p>
        </p:txBody>
      </p:sp>
      <p:sp>
        <p:nvSpPr>
          <p:cNvPr id="36" name="텍스트 상자 1">
            <a:extLst>
              <a:ext uri="{FF2B5EF4-FFF2-40B4-BE49-F238E27FC236}">
                <a16:creationId xmlns:a16="http://schemas.microsoft.com/office/drawing/2014/main" id="{436AA4A6-E79E-425B-94D2-873416323E19}"/>
              </a:ext>
            </a:extLst>
          </p:cNvPr>
          <p:cNvSpPr txBox="1">
            <a:spLocks/>
          </p:cNvSpPr>
          <p:nvPr/>
        </p:nvSpPr>
        <p:spPr>
          <a:xfrm>
            <a:off x="821055" y="2237105"/>
            <a:ext cx="4624070" cy="1477328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>
            <a:spAutoFit/>
          </a:bodyPr>
          <a:lstStyle/>
          <a:p>
            <a:pPr marL="0" indent="0" algn="ctr" latinLnBrk="0">
              <a:lnSpc>
                <a:spcPct val="300000"/>
              </a:lnSpc>
              <a:buFontTx/>
              <a:buNone/>
            </a:pPr>
            <a:r>
              <a:rPr lang="ko-KR" altLang="en-US" sz="1800" b="1" dirty="0" err="1"/>
              <a:t>ㆍ</a:t>
            </a:r>
            <a:r>
              <a:rPr lang="ko-KR" altLang="en-US" dirty="0" err="1">
                <a:ln w="9525" cap="flat" cmpd="sng">
                  <a:solidFill>
                    <a:schemeClr val="bg1">
                      <a:alpha val="0"/>
                    </a:schemeClr>
                  </a:solidFill>
                  <a:prstDash val="solid"/>
                </a:ln>
                <a:solidFill>
                  <a:srgbClr val="3378C8"/>
                </a:solidFill>
                <a:latin typeface="세방고딕 Bold" charset="0"/>
                <a:ea typeface="세방고딕 Bold" charset="0"/>
              </a:rPr>
              <a:t>완성도</a:t>
            </a:r>
            <a:r>
              <a:rPr lang="ko-KR" altLang="en-US" dirty="0">
                <a:ln w="9525" cap="flat" cmpd="sng">
                  <a:solidFill>
                    <a:schemeClr val="bg1">
                      <a:alpha val="0"/>
                    </a:schemeClr>
                  </a:solidFill>
                  <a:prstDash val="solid"/>
                </a:ln>
                <a:solidFill>
                  <a:srgbClr val="3378C8"/>
                </a:solidFill>
                <a:latin typeface="세방고딕 Bold" charset="0"/>
                <a:ea typeface="세방고딕 Bold" charset="0"/>
              </a:rPr>
              <a:t> 평가</a:t>
            </a:r>
          </a:p>
          <a:p>
            <a:pPr marL="0" indent="0" algn="ctr" latinLnBrk="0">
              <a:buFontTx/>
              <a:buNone/>
            </a:pPr>
            <a:r>
              <a:rPr lang="ko-KR" altLang="en-US" dirty="0">
                <a:solidFill>
                  <a:schemeClr val="bg2">
                    <a:lumMod val="25000"/>
                  </a:schemeClr>
                </a:solidFill>
                <a:ea typeface="세방고딕 Regular" charset="0"/>
              </a:rPr>
              <a:t>기능 단위로 분리된 시스템 구조</a:t>
            </a:r>
          </a:p>
          <a:p>
            <a:pPr marL="0" indent="0" algn="ctr" latinLnBrk="0">
              <a:buFontTx/>
              <a:buNone/>
            </a:pPr>
            <a:r>
              <a:rPr lang="ko-KR" altLang="en-US" dirty="0">
                <a:solidFill>
                  <a:schemeClr val="bg2">
                    <a:lumMod val="25000"/>
                  </a:schemeClr>
                </a:solidFill>
                <a:ea typeface="세방고딕 Regular" charset="0"/>
              </a:rPr>
              <a:t>명확한 흐름의 사용자 경험</a:t>
            </a:r>
            <a:endParaRPr lang="ko-KR" altLang="en-US" dirty="0">
              <a:ln w="9525" cap="flat" cmpd="sng">
                <a:solidFill>
                  <a:schemeClr val="bg1">
                    <a:alpha val="0"/>
                  </a:schemeClr>
                </a:solidFill>
                <a:prstDash val="solid"/>
              </a:ln>
              <a:solidFill>
                <a:schemeClr val="bg2">
                  <a:lumMod val="25000"/>
                </a:schemeClr>
              </a:solidFill>
              <a:latin typeface="세방고딕 Regular" charset="0"/>
              <a:ea typeface="세방고딕 Regular" charset="0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5296B687-73BF-4A6B-86BE-4205D82E3C6A}"/>
              </a:ext>
            </a:extLst>
          </p:cNvPr>
          <p:cNvSpPr txBox="1"/>
          <p:nvPr/>
        </p:nvSpPr>
        <p:spPr>
          <a:xfrm>
            <a:off x="6539865" y="4328795"/>
            <a:ext cx="4921250" cy="17545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300000"/>
              </a:lnSpc>
            </a:pPr>
            <a:r>
              <a:rPr lang="ko-KR" altLang="en-US" sz="1800" b="1" dirty="0" err="1"/>
              <a:t>ㆍ</a:t>
            </a:r>
            <a:r>
              <a:rPr lang="ko-KR" altLang="en-US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Bold" panose="00000800000000000000" pitchFamily="2" charset="-127"/>
                <a:ea typeface="세방고딕 Bold" panose="00000800000000000000" pitchFamily="2" charset="-127"/>
              </a:rPr>
              <a:t>프로젝트</a:t>
            </a:r>
            <a:r>
              <a:rPr lang="ko-KR" altLang="en-US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Bold" panose="00000800000000000000" pitchFamily="2" charset="-127"/>
                <a:ea typeface="세방고딕 Bold" panose="00000800000000000000" pitchFamily="2" charset="-127"/>
              </a:rPr>
              <a:t> 성과</a:t>
            </a:r>
            <a:endParaRPr lang="en-US" altLang="ko-KR" dirty="0">
              <a:solidFill>
                <a:schemeClr val="bg2">
                  <a:lumMod val="25000"/>
                </a:schemeClr>
              </a:solidFill>
              <a:ea typeface="세방고딕 Regular" panose="00000500000000000000"/>
            </a:endParaRPr>
          </a:p>
          <a:p>
            <a:pPr algn="ctr"/>
            <a:r>
              <a:rPr lang="ko-KR" altLang="en-US" dirty="0">
                <a:solidFill>
                  <a:schemeClr val="bg2">
                    <a:lumMod val="25000"/>
                  </a:schemeClr>
                </a:solidFill>
                <a:ea typeface="세방고딕 Regular" panose="00000500000000000000"/>
              </a:rPr>
              <a:t>다양한 데이터셋 적용 실험</a:t>
            </a:r>
          </a:p>
          <a:p>
            <a:pPr algn="ctr"/>
            <a:r>
              <a:rPr lang="ko-KR" altLang="en-US" dirty="0">
                <a:solidFill>
                  <a:schemeClr val="bg2">
                    <a:lumMod val="25000"/>
                  </a:schemeClr>
                </a:solidFill>
                <a:ea typeface="세방고딕 Regular" panose="00000500000000000000"/>
              </a:rPr>
              <a:t>모델 </a:t>
            </a:r>
            <a:r>
              <a:rPr lang="ko-KR" altLang="en-US" dirty="0" err="1">
                <a:solidFill>
                  <a:schemeClr val="bg2">
                    <a:lumMod val="25000"/>
                  </a:schemeClr>
                </a:solidFill>
                <a:ea typeface="세방고딕 Regular" panose="00000500000000000000"/>
              </a:rPr>
              <a:t>해석력</a:t>
            </a:r>
            <a:r>
              <a:rPr lang="ko-KR" altLang="en-US" dirty="0">
                <a:solidFill>
                  <a:schemeClr val="bg2">
                    <a:lumMod val="25000"/>
                  </a:schemeClr>
                </a:solidFill>
                <a:ea typeface="세방고딕 Regular" panose="00000500000000000000"/>
              </a:rPr>
              <a:t> 강화</a:t>
            </a:r>
          </a:p>
          <a:p>
            <a:pPr algn="ctr"/>
            <a:r>
              <a:rPr lang="ko-KR" altLang="en-US" dirty="0">
                <a:solidFill>
                  <a:schemeClr val="bg2">
                    <a:lumMod val="25000"/>
                  </a:schemeClr>
                </a:solidFill>
                <a:ea typeface="세방고딕 Regular" panose="00000500000000000000"/>
              </a:rPr>
              <a:t>사용자 맞춤형 기능 개발</a:t>
            </a:r>
          </a:p>
        </p:txBody>
      </p:sp>
      <p:sp>
        <p:nvSpPr>
          <p:cNvPr id="37" name="Rect 0">
            <a:extLst>
              <a:ext uri="{FF2B5EF4-FFF2-40B4-BE49-F238E27FC236}">
                <a16:creationId xmlns:a16="http://schemas.microsoft.com/office/drawing/2014/main" id="{BC37232F-D4AA-40CC-8C63-34BE21641E79}"/>
              </a:ext>
            </a:extLst>
          </p:cNvPr>
          <p:cNvSpPr txBox="1">
            <a:spLocks/>
          </p:cNvSpPr>
          <p:nvPr/>
        </p:nvSpPr>
        <p:spPr>
          <a:xfrm>
            <a:off x="741045" y="1356360"/>
            <a:ext cx="5794375" cy="492125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>
            <a:spAutoFit/>
          </a:bodyPr>
          <a:lstStyle/>
          <a:p>
            <a:pPr marL="0" indent="0" latinLnBrk="0">
              <a:buFontTx/>
              <a:buNone/>
              <a:defRPr/>
            </a:pPr>
            <a:r>
              <a:rPr lang="ko-KR" altLang="en-US" sz="26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자체 평가 의견</a:t>
            </a:r>
          </a:p>
        </p:txBody>
      </p:sp>
    </p:spTree>
    <p:extLst>
      <p:ext uri="{BB962C8B-B14F-4D97-AF65-F5344CB8AC3E}">
        <p14:creationId xmlns:p14="http://schemas.microsoft.com/office/powerpoint/2010/main" val="393158013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" name="그래픽 60">
            <a:extLst>
              <a:ext uri="{FF2B5EF4-FFF2-40B4-BE49-F238E27FC236}">
                <a16:creationId xmlns:a16="http://schemas.microsoft.com/office/drawing/2014/main" id="{625593F1-7D9F-57DB-9FA7-6FB47061698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9" name="사각형: 둥근 한쪽 모서리 38">
            <a:extLst>
              <a:ext uri="{FF2B5EF4-FFF2-40B4-BE49-F238E27FC236}">
                <a16:creationId xmlns:a16="http://schemas.microsoft.com/office/drawing/2014/main" id="{5EADE06A-9DBC-11A8-5DF5-38CF63ECD050}"/>
              </a:ext>
            </a:extLst>
          </p:cNvPr>
          <p:cNvSpPr/>
          <p:nvPr/>
        </p:nvSpPr>
        <p:spPr>
          <a:xfrm flipH="1" flipV="1">
            <a:off x="173990" y="70485"/>
            <a:ext cx="12018010" cy="1221105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50000"/>
            </a:schemeClr>
          </a:solidFill>
          <a:ln w="10818" cap="flat">
            <a:noFill/>
            <a:prstDash val="solid"/>
            <a:miter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8B7C90AA-2C31-5C36-C37E-E6E813231056}"/>
              </a:ext>
            </a:extLst>
          </p:cNvPr>
          <p:cNvGrpSpPr/>
          <p:nvPr/>
        </p:nvGrpSpPr>
        <p:grpSpPr>
          <a:xfrm>
            <a:off x="375920" y="333375"/>
            <a:ext cx="5948680" cy="831215"/>
            <a:chOff x="375920" y="333375"/>
            <a:chExt cx="5948680" cy="831215"/>
          </a:xfrm>
        </p:grpSpPr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B3B4124F-4D0D-30C0-E721-EE580D127CC8}"/>
                </a:ext>
              </a:extLst>
            </p:cNvPr>
            <p:cNvSpPr txBox="1"/>
            <p:nvPr/>
          </p:nvSpPr>
          <p:spPr>
            <a:xfrm>
              <a:off x="1461770" y="366395"/>
              <a:ext cx="2252345" cy="2768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2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>
                      <a:alpha val="50000"/>
                    </a:srgb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K-Digital Training</a:t>
              </a:r>
              <a:endParaRPr lang="ko-KR" altLang="en-US" sz="12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>
                    <a:alpha val="50000"/>
                  </a:srgb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6C8DE4B1-0C6D-133C-80D8-F6968CBF60AC}"/>
                </a:ext>
              </a:extLst>
            </p:cNvPr>
            <p:cNvSpPr txBox="1"/>
            <p:nvPr/>
          </p:nvSpPr>
          <p:spPr>
            <a:xfrm>
              <a:off x="1461770" y="584835"/>
              <a:ext cx="4862830" cy="52324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r>
                <a:rPr lang="ko-KR" altLang="en-US" sz="2800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charset="0"/>
                  <a:ea typeface="세방고딕 Bold" charset="0"/>
                </a:rPr>
                <a:t>프로젝트 평가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E0E94AA3-A994-6AB2-870F-88DA16811E4D}"/>
                </a:ext>
              </a:extLst>
            </p:cNvPr>
            <p:cNvSpPr txBox="1"/>
            <p:nvPr/>
          </p:nvSpPr>
          <p:spPr>
            <a:xfrm>
              <a:off x="375920" y="333375"/>
              <a:ext cx="1266825" cy="831215"/>
            </a:xfrm>
            <a:prstGeom prst="rect">
              <a:avLst/>
            </a:prstGeom>
            <a:noFill/>
          </p:spPr>
          <p:txBody>
            <a:bodyPr wrap="square" tIns="0" bIns="0">
              <a:spAutoFit/>
            </a:bodyPr>
            <a:lstStyle/>
            <a:p>
              <a:pPr eaLnBrk="1" fontAlgn="auto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ko-KR" sz="54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06</a:t>
              </a:r>
              <a:endParaRPr lang="ko-KR" altLang="en-US" sz="4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</p:grpSp>
      <p:sp>
        <p:nvSpPr>
          <p:cNvPr id="45" name="그래픽 43">
            <a:extLst>
              <a:ext uri="{FF2B5EF4-FFF2-40B4-BE49-F238E27FC236}">
                <a16:creationId xmlns:a16="http://schemas.microsoft.com/office/drawing/2014/main" id="{512AEB8B-AA28-FDBA-00E7-D5D95C2F683D}"/>
              </a:ext>
            </a:extLst>
          </p:cNvPr>
          <p:cNvSpPr/>
          <p:nvPr/>
        </p:nvSpPr>
        <p:spPr>
          <a:xfrm>
            <a:off x="541655" y="1539240"/>
            <a:ext cx="100965" cy="113665"/>
          </a:xfrm>
          <a:custGeom>
            <a:avLst/>
            <a:gdLst>
              <a:gd name="connsiteX0" fmla="*/ 428021 w 450214"/>
              <a:gd name="connsiteY0" fmla="*/ 214932 h 506845"/>
              <a:gd name="connsiteX1" fmla="*/ 66705 w 450214"/>
              <a:gd name="connsiteY1" fmla="*/ 6045 h 506845"/>
              <a:gd name="connsiteX2" fmla="*/ 0 w 450214"/>
              <a:gd name="connsiteY2" fmla="*/ 44511 h 506845"/>
              <a:gd name="connsiteX3" fmla="*/ 0 w 450214"/>
              <a:gd name="connsiteY3" fmla="*/ 462326 h 506845"/>
              <a:gd name="connsiteX4" fmla="*/ 66705 w 450214"/>
              <a:gd name="connsiteY4" fmla="*/ 500812 h 506845"/>
              <a:gd name="connsiteX5" fmla="*/ 428021 w 450214"/>
              <a:gd name="connsiteY5" fmla="*/ 291905 h 506845"/>
              <a:gd name="connsiteX6" fmla="*/ 428021 w 450214"/>
              <a:gd name="connsiteY6" fmla="*/ 214932 h 5068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50214" h="506845">
                <a:moveTo>
                  <a:pt x="428021" y="214932"/>
                </a:moveTo>
                <a:lnTo>
                  <a:pt x="66705" y="6045"/>
                </a:lnTo>
                <a:cubicBezTo>
                  <a:pt x="37072" y="-11108"/>
                  <a:pt x="0" y="10287"/>
                  <a:pt x="0" y="44511"/>
                </a:cubicBezTo>
                <a:lnTo>
                  <a:pt x="0" y="462326"/>
                </a:lnTo>
                <a:cubicBezTo>
                  <a:pt x="0" y="496550"/>
                  <a:pt x="37072" y="517945"/>
                  <a:pt x="66705" y="500812"/>
                </a:cubicBezTo>
                <a:lnTo>
                  <a:pt x="428021" y="291905"/>
                </a:lnTo>
                <a:cubicBezTo>
                  <a:pt x="457613" y="274793"/>
                  <a:pt x="457613" y="232064"/>
                  <a:pt x="428021" y="214932"/>
                </a:cubicBezTo>
                <a:close/>
              </a:path>
            </a:pathLst>
          </a:custGeom>
          <a:solidFill>
            <a:srgbClr val="3378C8"/>
          </a:solidFill>
          <a:ln w="2035" cap="flat">
            <a:noFill/>
            <a:prstDash val="solid"/>
            <a:miter/>
          </a:ln>
          <a:effectLst>
            <a:outerShdw blurRad="50800" dist="38100" dir="5400000" algn="t" rotWithShape="0">
              <a:srgbClr val="3378C8">
                <a:alpha val="40000"/>
              </a:srgbClr>
            </a:outerShdw>
          </a:effectLst>
        </p:spPr>
        <p:txBody>
          <a:bodyPr rtlCol="0" anchor="ctr"/>
          <a:lstStyle/>
          <a:p>
            <a:endParaRPr lang="ko-KR" alt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2C2358E-3B03-27B5-CA0C-4BF0B1CDFADB}"/>
              </a:ext>
            </a:extLst>
          </p:cNvPr>
          <p:cNvSpPr txBox="1"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FFD85C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87E27BB-6406-EC3A-3BF4-56C8615BDA14}"/>
              </a:ext>
            </a:extLst>
          </p:cNvPr>
          <p:cNvSpPr txBox="1"/>
          <p:nvPr/>
        </p:nvSpPr>
        <p:spPr>
          <a:xfrm>
            <a:off x="0" y="0"/>
            <a:ext cx="1336675" cy="114300"/>
          </a:xfrm>
          <a:prstGeom prst="rect">
            <a:avLst/>
          </a:prstGeom>
          <a:solidFill>
            <a:srgbClr val="3378C8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37" name="Rect 0">
            <a:extLst>
              <a:ext uri="{FF2B5EF4-FFF2-40B4-BE49-F238E27FC236}">
                <a16:creationId xmlns:a16="http://schemas.microsoft.com/office/drawing/2014/main" id="{BC37232F-D4AA-40CC-8C63-34BE21641E79}"/>
              </a:ext>
            </a:extLst>
          </p:cNvPr>
          <p:cNvSpPr txBox="1">
            <a:spLocks/>
          </p:cNvSpPr>
          <p:nvPr/>
        </p:nvSpPr>
        <p:spPr>
          <a:xfrm>
            <a:off x="741045" y="1356360"/>
            <a:ext cx="5794375" cy="492125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>
            <a:spAutoFit/>
          </a:bodyPr>
          <a:lstStyle/>
          <a:p>
            <a:pPr marL="0" indent="0" latinLnBrk="0">
              <a:buFontTx/>
              <a:buNone/>
              <a:defRPr/>
            </a:pPr>
            <a:r>
              <a:rPr lang="ko-KR" altLang="en-US" sz="26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자체 평가 의견</a:t>
            </a:r>
          </a:p>
        </p:txBody>
      </p:sp>
      <p:sp>
        <p:nvSpPr>
          <p:cNvPr id="38" name="Rect 0">
            <a:extLst>
              <a:ext uri="{FF2B5EF4-FFF2-40B4-BE49-F238E27FC236}">
                <a16:creationId xmlns:a16="http://schemas.microsoft.com/office/drawing/2014/main" id="{0BD2478D-844D-4D4E-AB2D-BBD81A62AA16}"/>
              </a:ext>
            </a:extLst>
          </p:cNvPr>
          <p:cNvSpPr txBox="1">
            <a:spLocks/>
          </p:cNvSpPr>
          <p:nvPr/>
        </p:nvSpPr>
        <p:spPr>
          <a:xfrm>
            <a:off x="683351" y="2282933"/>
            <a:ext cx="5794375" cy="169277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>
            <a:spAutoFit/>
          </a:bodyPr>
          <a:lstStyle/>
          <a:p>
            <a:pPr marL="0" indent="0" latinLnBrk="0">
              <a:buFontTx/>
              <a:buNone/>
              <a:defRPr/>
            </a:pPr>
            <a:r>
              <a:rPr lang="ko-KR" altLang="en-US" sz="26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발표자료</a:t>
            </a:r>
            <a:r>
              <a:rPr lang="en-US" altLang="ko-KR" sz="26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 before &amp; after</a:t>
            </a:r>
          </a:p>
          <a:p>
            <a:pPr marL="0" indent="0" latinLnBrk="0">
              <a:buFontTx/>
              <a:buNone/>
              <a:defRPr/>
            </a:pPr>
            <a:r>
              <a:rPr lang="ko-KR" altLang="en-US" sz="26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관리자 페이지 권한관리</a:t>
            </a:r>
            <a:endParaRPr lang="en-US" altLang="ko-KR" sz="2600" dirty="0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chemeClr val="tx1">
                  <a:lumMod val="65000"/>
                  <a:lumOff val="35000"/>
                </a:schemeClr>
              </a:solidFill>
              <a:latin typeface="맑은 고딕" charset="0"/>
              <a:ea typeface="세방고딕 Bold" charset="0"/>
            </a:endParaRPr>
          </a:p>
          <a:p>
            <a:pPr marL="0" indent="0" latinLnBrk="0">
              <a:buFontTx/>
              <a:buNone/>
              <a:defRPr/>
            </a:pPr>
            <a:endParaRPr lang="en-US" altLang="ko-KR" sz="2600" dirty="0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chemeClr val="tx1">
                  <a:lumMod val="65000"/>
                  <a:lumOff val="35000"/>
                </a:schemeClr>
              </a:solidFill>
              <a:latin typeface="맑은 고딕" charset="0"/>
              <a:ea typeface="세방고딕 Bold" charset="0"/>
            </a:endParaRPr>
          </a:p>
          <a:p>
            <a:pPr marL="0" indent="0" latinLnBrk="0">
              <a:buFontTx/>
              <a:buNone/>
              <a:defRPr/>
            </a:pPr>
            <a:endParaRPr lang="ko-KR" altLang="en-US" sz="2600" dirty="0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chemeClr val="tx1">
                  <a:lumMod val="65000"/>
                  <a:lumOff val="35000"/>
                </a:schemeClr>
              </a:solidFill>
              <a:latin typeface="맑은 고딕" charset="0"/>
              <a:ea typeface="세방고딕 Bold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166905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311</TotalTime>
  <Pages>30</Pages>
  <Words>1914</Words>
  <Characters>0</Characters>
  <Application>Microsoft Office PowerPoint</Application>
  <DocSecurity>0</DocSecurity>
  <PresentationFormat>와이드스크린</PresentationFormat>
  <Lines>0</Lines>
  <Paragraphs>437</Paragraphs>
  <Slides>30</Slides>
  <Notes>16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30</vt:i4>
      </vt:variant>
    </vt:vector>
  </HeadingPairs>
  <TitlesOfParts>
    <vt:vector size="37" baseType="lpstr">
      <vt:lpstr>-apple-system</vt:lpstr>
      <vt:lpstr>맑은 고딕</vt:lpstr>
      <vt:lpstr>세방고딕 Bold</vt:lpstr>
      <vt:lpstr>세방고딕 Regular</vt:lpstr>
      <vt:lpstr>Arial</vt:lpstr>
      <vt:lpstr>Wingdings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CharactersWithSpaces>0</CharactersWithSpaces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김준영</dc:creator>
  <cp:lastModifiedBy>MYCOM</cp:lastModifiedBy>
  <cp:revision>34</cp:revision>
  <dcterms:modified xsi:type="dcterms:W3CDTF">2025-12-19T06:12:02Z</dcterms:modified>
  <cp:version>9.103.82.44099</cp:version>
</cp:coreProperties>
</file>