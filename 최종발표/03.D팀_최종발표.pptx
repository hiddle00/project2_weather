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76" r:id="rId14"/>
  </p:sldMasterIdLst>
  <p:sldIdLst>
    <p:sldId id="289" r:id="rId16"/>
    <p:sldId id="291" r:id="rId17"/>
    <p:sldId id="365" r:id="rId18"/>
    <p:sldId id="372" r:id="rId19"/>
    <p:sldId id="364" r:id="rId20"/>
    <p:sldId id="294" r:id="rId21"/>
    <p:sldId id="333" r:id="rId22"/>
    <p:sldId id="295" r:id="rId23"/>
    <p:sldId id="361" r:id="rId24"/>
    <p:sldId id="360" r:id="rId25"/>
    <p:sldId id="368" r:id="rId26"/>
    <p:sldId id="344" r:id="rId27"/>
    <p:sldId id="350" r:id="rId28"/>
    <p:sldId id="340" r:id="rId29"/>
    <p:sldId id="351" r:id="rId30"/>
    <p:sldId id="341" r:id="rId31"/>
    <p:sldId id="342" r:id="rId32"/>
    <p:sldId id="354" r:id="rId33"/>
    <p:sldId id="355" r:id="rId34"/>
    <p:sldId id="369" r:id="rId35"/>
    <p:sldId id="370" r:id="rId36"/>
    <p:sldId id="371" r:id="rId37"/>
    <p:sldId id="363" r:id="rId38"/>
    <p:sldId id="334" r:id="rId39"/>
    <p:sldId id="335" r:id="rId40"/>
    <p:sldId id="303" r:id="rId41"/>
    <p:sldId id="373" r:id="rId42"/>
    <p:sldId id="374" r:id="rId43"/>
    <p:sldId id="348" r:id="rId44"/>
    <p:sldId id="345" r:id="rId45"/>
    <p:sldId id="347" r:id="rId46"/>
    <p:sldId id="366" r:id="rId47"/>
    <p:sldId id="346" r:id="rId48"/>
    <p:sldId id="367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8" userDrawn="1">
          <p15:clr>
            <a:srgbClr val="A4A3A4"/>
          </p15:clr>
        </p15:guide>
        <p15:guide id="2" pos="323" userDrawn="1">
          <p15:clr>
            <a:srgbClr val="A4A3A4"/>
          </p15:clr>
        </p15:guide>
        <p15:guide id="3" pos="7399" userDrawn="1">
          <p15:clr>
            <a:srgbClr val="A4A3A4"/>
          </p15:clr>
        </p15:guide>
        <p15:guide id="4" pos="3838" userDrawn="1">
          <p15:clr>
            <a:srgbClr val="A4A3A4"/>
          </p15:clr>
        </p15:guide>
        <p15:guide id="5" orient="horz" pos="40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6E66D0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7428" autoAdjust="0"/>
    <p:restoredTop sz="96344" autoAdjust="0"/>
  </p:normalViewPr>
  <p:slideViewPr>
    <p:cSldViewPr snapToGrid="1" snapToObjects="1">
      <p:cViewPr varScale="1">
        <p:scale>
          <a:sx n="114" d="100"/>
          <a:sy n="114" d="100"/>
        </p:scale>
        <p:origin x="906" y="96"/>
      </p:cViewPr>
      <p:guideLst>
        <p:guide orient="horz" pos="1568"/>
        <p:guide pos="323"/>
        <p:guide pos="7399"/>
        <p:guide pos="3838"/>
        <p:guide orient="horz" pos="401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4" Type="http://schemas.openxmlformats.org/officeDocument/2006/relationships/slideMaster" Target="slideMasters/slideMaster1.xml"></Relationship><Relationship Id="rId15" Type="http://schemas.openxmlformats.org/officeDocument/2006/relationships/theme" Target="theme/theme1.xml"></Relationship><Relationship Id="rId16" Type="http://schemas.openxmlformats.org/officeDocument/2006/relationships/slide" Target="slides/slide1.xml"></Relationship><Relationship Id="rId17" Type="http://schemas.openxmlformats.org/officeDocument/2006/relationships/slide" Target="slides/slide2.xml"></Relationship><Relationship Id="rId18" Type="http://schemas.openxmlformats.org/officeDocument/2006/relationships/slide" Target="slides/slide3.xml"></Relationship><Relationship Id="rId19" Type="http://schemas.openxmlformats.org/officeDocument/2006/relationships/slide" Target="slides/slide4.xml"></Relationship><Relationship Id="rId20" Type="http://schemas.openxmlformats.org/officeDocument/2006/relationships/slide" Target="slides/slide5.xml"></Relationship><Relationship Id="rId21" Type="http://schemas.openxmlformats.org/officeDocument/2006/relationships/slide" Target="slides/slide6.xml"></Relationship><Relationship Id="rId22" Type="http://schemas.openxmlformats.org/officeDocument/2006/relationships/slide" Target="slides/slide7.xml"></Relationship><Relationship Id="rId23" Type="http://schemas.openxmlformats.org/officeDocument/2006/relationships/slide" Target="slides/slide8.xml"></Relationship><Relationship Id="rId24" Type="http://schemas.openxmlformats.org/officeDocument/2006/relationships/slide" Target="slides/slide9.xml"></Relationship><Relationship Id="rId25" Type="http://schemas.openxmlformats.org/officeDocument/2006/relationships/slide" Target="slides/slide10.xml"></Relationship><Relationship Id="rId26" Type="http://schemas.openxmlformats.org/officeDocument/2006/relationships/slide" Target="slides/slide11.xml"></Relationship><Relationship Id="rId27" Type="http://schemas.openxmlformats.org/officeDocument/2006/relationships/slide" Target="slides/slide12.xml"></Relationship><Relationship Id="rId28" Type="http://schemas.openxmlformats.org/officeDocument/2006/relationships/slide" Target="slides/slide13.xml"></Relationship><Relationship Id="rId29" Type="http://schemas.openxmlformats.org/officeDocument/2006/relationships/slide" Target="slides/slide14.xml"></Relationship><Relationship Id="rId30" Type="http://schemas.openxmlformats.org/officeDocument/2006/relationships/slide" Target="slides/slide15.xml"></Relationship><Relationship Id="rId31" Type="http://schemas.openxmlformats.org/officeDocument/2006/relationships/slide" Target="slides/slide16.xml"></Relationship><Relationship Id="rId32" Type="http://schemas.openxmlformats.org/officeDocument/2006/relationships/slide" Target="slides/slide17.xml"></Relationship><Relationship Id="rId33" Type="http://schemas.openxmlformats.org/officeDocument/2006/relationships/slide" Target="slides/slide18.xml"></Relationship><Relationship Id="rId34" Type="http://schemas.openxmlformats.org/officeDocument/2006/relationships/slide" Target="slides/slide19.xml"></Relationship><Relationship Id="rId35" Type="http://schemas.openxmlformats.org/officeDocument/2006/relationships/slide" Target="slides/slide20.xml"></Relationship><Relationship Id="rId36" Type="http://schemas.openxmlformats.org/officeDocument/2006/relationships/slide" Target="slides/slide21.xml"></Relationship><Relationship Id="rId37" Type="http://schemas.openxmlformats.org/officeDocument/2006/relationships/slide" Target="slides/slide22.xml"></Relationship><Relationship Id="rId38" Type="http://schemas.openxmlformats.org/officeDocument/2006/relationships/slide" Target="slides/slide23.xml"></Relationship><Relationship Id="rId39" Type="http://schemas.openxmlformats.org/officeDocument/2006/relationships/slide" Target="slides/slide24.xml"></Relationship><Relationship Id="rId40" Type="http://schemas.openxmlformats.org/officeDocument/2006/relationships/slide" Target="slides/slide25.xml"></Relationship><Relationship Id="rId41" Type="http://schemas.openxmlformats.org/officeDocument/2006/relationships/slide" Target="slides/slide26.xml"></Relationship><Relationship Id="rId42" Type="http://schemas.openxmlformats.org/officeDocument/2006/relationships/slide" Target="slides/slide27.xml"></Relationship><Relationship Id="rId43" Type="http://schemas.openxmlformats.org/officeDocument/2006/relationships/slide" Target="slides/slide28.xml"></Relationship><Relationship Id="rId44" Type="http://schemas.openxmlformats.org/officeDocument/2006/relationships/slide" Target="slides/slide29.xml"></Relationship><Relationship Id="rId45" Type="http://schemas.openxmlformats.org/officeDocument/2006/relationships/slide" Target="slides/slide30.xml"></Relationship><Relationship Id="rId46" Type="http://schemas.openxmlformats.org/officeDocument/2006/relationships/slide" Target="slides/slide31.xml"></Relationship><Relationship Id="rId47" Type="http://schemas.openxmlformats.org/officeDocument/2006/relationships/slide" Target="slides/slide32.xml"></Relationship><Relationship Id="rId48" Type="http://schemas.openxmlformats.org/officeDocument/2006/relationships/slide" Target="slides/slide33.xml"></Relationship><Relationship Id="rId49" Type="http://schemas.openxmlformats.org/officeDocument/2006/relationships/slide" Target="slides/slide34.xml"></Relationship><Relationship Id="rId50" Type="http://schemas.openxmlformats.org/officeDocument/2006/relationships/viewProps" Target="viewProps.xml"></Relationship><Relationship Id="rId51" Type="http://schemas.openxmlformats.org/officeDocument/2006/relationships/presProps" Target="presProps.xml"></Relationship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18" Type="http://schemas.openxmlformats.org/officeDocument/2006/relationships/image" Target="../media/image34.png"/><Relationship Id="rId3" Type="http://schemas.openxmlformats.org/officeDocument/2006/relationships/image" Target="../media/image19.svg"/><Relationship Id="rId21" Type="http://schemas.openxmlformats.org/officeDocument/2006/relationships/image" Target="../media/image37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17" Type="http://schemas.openxmlformats.org/officeDocument/2006/relationships/image" Target="../media/image33.sv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5" Type="http://schemas.openxmlformats.org/officeDocument/2006/relationships/image" Target="../media/image31.svg"/><Relationship Id="rId23" Type="http://schemas.openxmlformats.org/officeDocument/2006/relationships/image" Target="../media/image39.svg"/><Relationship Id="rId10" Type="http://schemas.openxmlformats.org/officeDocument/2006/relationships/image" Target="../media/image26.png"/><Relationship Id="rId19" Type="http://schemas.openxmlformats.org/officeDocument/2006/relationships/image" Target="../media/image35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Relationship Id="rId14" Type="http://schemas.openxmlformats.org/officeDocument/2006/relationships/image" Target="../media/image30.png"/><Relationship Id="rId22" Type="http://schemas.openxmlformats.org/officeDocument/2006/relationships/image" Target="../media/image3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4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4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6.xml.rels><?xml version="1.0" encoding="UTF-8"?>
<Relationships xmlns="http://schemas.openxmlformats.org/package/2006/relationships"><Relationship Id="rId8" Type="http://schemas.openxmlformats.org/officeDocument/2006/relationships/image" Target="../media/image54.svg"></Relationship><Relationship Id="rId13" Type="http://schemas.openxmlformats.org/officeDocument/2006/relationships/image" Target="../media/image59.png"></Relationship><Relationship Id="rId18" Type="http://schemas.openxmlformats.org/officeDocument/2006/relationships/image" Target="../media/image62.svg"></Relationship><Relationship Id="rId26" Type="http://schemas.openxmlformats.org/officeDocument/2006/relationships/image" Target="../media/image67.png"></Relationship><Relationship Id="rId3" Type="http://schemas.openxmlformats.org/officeDocument/2006/relationships/image" Target="../media/image45.png"></Relationship><Relationship Id="rId21" Type="http://schemas.openxmlformats.org/officeDocument/2006/relationships/image" Target="../media/image7.svg"></Relationship><Relationship Id="rId7" Type="http://schemas.openxmlformats.org/officeDocument/2006/relationships/image" Target="../media/image53.png"></Relationship><Relationship Id="rId12" Type="http://schemas.openxmlformats.org/officeDocument/2006/relationships/image" Target="../media/image58.svg"></Relationship><Relationship Id="rId17" Type="http://schemas.openxmlformats.org/officeDocument/2006/relationships/image" Target="../media/image61.png"></Relationship><Relationship Id="rId25" Type="http://schemas.openxmlformats.org/officeDocument/2006/relationships/image" Target="../media/image66.svg"></Relationship><Relationship Id="rId2" Type="http://schemas.openxmlformats.org/officeDocument/2006/relationships/image" Target="../media/image44.png"></Relationship><Relationship Id="rId16" Type="http://schemas.openxmlformats.org/officeDocument/2006/relationships/image" Target="../media/image2.svg"></Relationship><Relationship Id="rId20" Type="http://schemas.openxmlformats.org/officeDocument/2006/relationships/image" Target="../media/image6.png"></Relationship><Relationship Id="rId6" Type="http://schemas.openxmlformats.org/officeDocument/2006/relationships/image" Target="../media/image52.svg"></Relationship><Relationship Id="rId11" Type="http://schemas.openxmlformats.org/officeDocument/2006/relationships/image" Target="../media/image57.png"></Relationship><Relationship Id="rId24" Type="http://schemas.openxmlformats.org/officeDocument/2006/relationships/image" Target="../media/image65.png"></Relationship><Relationship Id="rId5" Type="http://schemas.openxmlformats.org/officeDocument/2006/relationships/image" Target="../media/image51.png"></Relationship><Relationship Id="rId15" Type="http://schemas.openxmlformats.org/officeDocument/2006/relationships/image" Target="../media/image1.png"></Relationship><Relationship Id="rId23" Type="http://schemas.openxmlformats.org/officeDocument/2006/relationships/image" Target="../media/image64.svg"></Relationship><Relationship Id="rId10" Type="http://schemas.openxmlformats.org/officeDocument/2006/relationships/image" Target="../media/image56.svg"></Relationship><Relationship Id="rId19" Type="http://schemas.openxmlformats.org/officeDocument/2006/relationships/image" Target="../media/image47.png"></Relationship><Relationship Id="rId4" Type="http://schemas.openxmlformats.org/officeDocument/2006/relationships/image" Target="../media/image50.svg"></Relationship><Relationship Id="rId9" Type="http://schemas.openxmlformats.org/officeDocument/2006/relationships/image" Target="../media/image55.png"></Relationship><Relationship Id="rId14" Type="http://schemas.openxmlformats.org/officeDocument/2006/relationships/image" Target="../media/image60.svg"></Relationship><Relationship Id="rId22" Type="http://schemas.openxmlformats.org/officeDocument/2006/relationships/image" Target="../media/image63.png"></Relationship><Relationship Id="rId27" Type="http://schemas.openxmlformats.org/officeDocument/2006/relationships/image" Target="../media/image68.svg"></Relationship><Relationship Id="rId28" Type="http://schemas.openxmlformats.org/officeDocument/2006/relationships/slideLayout" Target="../slideLayouts/slideLayout12.xml"></Relationship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13" Type="http://schemas.openxmlformats.org/officeDocument/2006/relationships/image" Target="../media/image75.png"/><Relationship Id="rId18" Type="http://schemas.openxmlformats.org/officeDocument/2006/relationships/image" Target="../media/image80.svg"/><Relationship Id="rId26" Type="http://schemas.openxmlformats.org/officeDocument/2006/relationships/image" Target="../media/image83.png"/><Relationship Id="rId3" Type="http://schemas.openxmlformats.org/officeDocument/2006/relationships/image" Target="../media/image41.svg"/><Relationship Id="rId21" Type="http://schemas.openxmlformats.org/officeDocument/2006/relationships/image" Target="../media/image7.svg"/><Relationship Id="rId7" Type="http://schemas.openxmlformats.org/officeDocument/2006/relationships/image" Target="../media/image69.png"/><Relationship Id="rId12" Type="http://schemas.openxmlformats.org/officeDocument/2006/relationships/image" Target="../media/image74.svg"/><Relationship Id="rId17" Type="http://schemas.openxmlformats.org/officeDocument/2006/relationships/image" Target="../media/image79.png"/><Relationship Id="rId25" Type="http://schemas.openxmlformats.org/officeDocument/2006/relationships/image" Target="../media/image82.svg"/><Relationship Id="rId2" Type="http://schemas.openxmlformats.org/officeDocument/2006/relationships/image" Target="../media/image40.png"/><Relationship Id="rId16" Type="http://schemas.openxmlformats.org/officeDocument/2006/relationships/image" Target="../media/image78.svg"/><Relationship Id="rId20" Type="http://schemas.openxmlformats.org/officeDocument/2006/relationships/image" Target="../media/image6.png"/><Relationship Id="rId29" Type="http://schemas.openxmlformats.org/officeDocument/2006/relationships/image" Target="../media/image86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svg"/><Relationship Id="rId11" Type="http://schemas.openxmlformats.org/officeDocument/2006/relationships/image" Target="../media/image73.png"/><Relationship Id="rId24" Type="http://schemas.openxmlformats.org/officeDocument/2006/relationships/image" Target="../media/image81.png"/><Relationship Id="rId5" Type="http://schemas.openxmlformats.org/officeDocument/2006/relationships/image" Target="../media/image45.png"/><Relationship Id="rId15" Type="http://schemas.openxmlformats.org/officeDocument/2006/relationships/image" Target="../media/image77.png"/><Relationship Id="rId23" Type="http://schemas.openxmlformats.org/officeDocument/2006/relationships/image" Target="../media/image52.svg"/><Relationship Id="rId28" Type="http://schemas.openxmlformats.org/officeDocument/2006/relationships/image" Target="../media/image85.png"/><Relationship Id="rId10" Type="http://schemas.openxmlformats.org/officeDocument/2006/relationships/image" Target="../media/image72.svg"/><Relationship Id="rId19" Type="http://schemas.openxmlformats.org/officeDocument/2006/relationships/image" Target="../media/image47.png"/><Relationship Id="rId31" Type="http://schemas.openxmlformats.org/officeDocument/2006/relationships/image" Target="../media/image88.svg"/><Relationship Id="rId4" Type="http://schemas.openxmlformats.org/officeDocument/2006/relationships/image" Target="../media/image44.png"/><Relationship Id="rId9" Type="http://schemas.openxmlformats.org/officeDocument/2006/relationships/image" Target="../media/image71.png"/><Relationship Id="rId14" Type="http://schemas.openxmlformats.org/officeDocument/2006/relationships/image" Target="../media/image76.svg"/><Relationship Id="rId22" Type="http://schemas.openxmlformats.org/officeDocument/2006/relationships/image" Target="../media/image51.png"/><Relationship Id="rId27" Type="http://schemas.openxmlformats.org/officeDocument/2006/relationships/image" Target="../media/image84.svg"/><Relationship Id="rId30" Type="http://schemas.openxmlformats.org/officeDocument/2006/relationships/image" Target="../media/image8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94.png"/><Relationship Id="rId3" Type="http://schemas.openxmlformats.org/officeDocument/2006/relationships/image" Target="../media/image41.svg"/><Relationship Id="rId7" Type="http://schemas.openxmlformats.org/officeDocument/2006/relationships/image" Target="../media/image44.png"/><Relationship Id="rId12" Type="http://schemas.openxmlformats.org/officeDocument/2006/relationships/image" Target="../media/image93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1.png"/><Relationship Id="rId11" Type="http://schemas.openxmlformats.org/officeDocument/2006/relationships/image" Target="../media/image92.png"/><Relationship Id="rId5" Type="http://schemas.openxmlformats.org/officeDocument/2006/relationships/image" Target="../media/image90.svg"/><Relationship Id="rId15" Type="http://schemas.openxmlformats.org/officeDocument/2006/relationships/image" Target="../media/image96.png"/><Relationship Id="rId10" Type="http://schemas.openxmlformats.org/officeDocument/2006/relationships/image" Target="../media/image7.svg"/><Relationship Id="rId4" Type="http://schemas.openxmlformats.org/officeDocument/2006/relationships/image" Target="../media/image89.png"/><Relationship Id="rId9" Type="http://schemas.openxmlformats.org/officeDocument/2006/relationships/image" Target="../media/image6.png"/><Relationship Id="rId14" Type="http://schemas.openxmlformats.org/officeDocument/2006/relationships/image" Target="../media/image95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44.png"/><Relationship Id="rId4" Type="http://schemas.openxmlformats.org/officeDocument/2006/relationships/image" Target="../media/image10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0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0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0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105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10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36.png"/><Relationship Id="rId18" Type="http://schemas.openxmlformats.org/officeDocument/2006/relationships/image" Target="../media/image6.pn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12.svg"/><Relationship Id="rId17" Type="http://schemas.openxmlformats.org/officeDocument/2006/relationships/image" Target="../media/image47.png"/><Relationship Id="rId2" Type="http://schemas.openxmlformats.org/officeDocument/2006/relationships/image" Target="../media/image40.png"/><Relationship Id="rId16" Type="http://schemas.openxmlformats.org/officeDocument/2006/relationships/image" Target="../media/image114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111.png"/><Relationship Id="rId5" Type="http://schemas.openxmlformats.org/officeDocument/2006/relationships/image" Target="../media/image43.svg"/><Relationship Id="rId15" Type="http://schemas.openxmlformats.org/officeDocument/2006/relationships/image" Target="../media/image113.png"/><Relationship Id="rId10" Type="http://schemas.openxmlformats.org/officeDocument/2006/relationships/image" Target="../media/image110.svg"/><Relationship Id="rId19" Type="http://schemas.openxmlformats.org/officeDocument/2006/relationships/image" Target="../media/image7.svg"/><Relationship Id="rId4" Type="http://schemas.openxmlformats.org/officeDocument/2006/relationships/image" Target="../media/image42.png"/><Relationship Id="rId9" Type="http://schemas.openxmlformats.org/officeDocument/2006/relationships/image" Target="../media/image109.png"/><Relationship Id="rId14" Type="http://schemas.openxmlformats.org/officeDocument/2006/relationships/image" Target="../media/image37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47.png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7.svg"/><Relationship Id="rId3" Type="http://schemas.openxmlformats.org/officeDocument/2006/relationships/image" Target="../media/image41.svg"/><Relationship Id="rId7" Type="http://schemas.openxmlformats.org/officeDocument/2006/relationships/image" Target="../media/image118.svg"/><Relationship Id="rId12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7.png"/><Relationship Id="rId11" Type="http://schemas.openxmlformats.org/officeDocument/2006/relationships/image" Target="../media/image47.png"/><Relationship Id="rId5" Type="http://schemas.openxmlformats.org/officeDocument/2006/relationships/image" Target="../media/image116.svg"/><Relationship Id="rId10" Type="http://schemas.openxmlformats.org/officeDocument/2006/relationships/image" Target="../media/image120.svg"/><Relationship Id="rId4" Type="http://schemas.openxmlformats.org/officeDocument/2006/relationships/image" Target="../media/image115.png"/><Relationship Id="rId9" Type="http://schemas.openxmlformats.org/officeDocument/2006/relationships/image" Target="../media/image11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13" Type="http://schemas.openxmlformats.org/officeDocument/2006/relationships/image" Target="../media/image61.png"/><Relationship Id="rId3" Type="http://schemas.openxmlformats.org/officeDocument/2006/relationships/image" Target="../media/image45.png"/><Relationship Id="rId7" Type="http://schemas.openxmlformats.org/officeDocument/2006/relationships/image" Target="../media/image57.png"/><Relationship Id="rId12" Type="http://schemas.openxmlformats.org/officeDocument/2006/relationships/image" Target="../media/image2.svg"/><Relationship Id="rId17" Type="http://schemas.openxmlformats.org/officeDocument/2006/relationships/image" Target="../media/image7.svg"/><Relationship Id="rId2" Type="http://schemas.openxmlformats.org/officeDocument/2006/relationships/image" Target="../media/image44.png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svg"/><Relationship Id="rId11" Type="http://schemas.openxmlformats.org/officeDocument/2006/relationships/image" Target="../media/image1.png"/><Relationship Id="rId5" Type="http://schemas.openxmlformats.org/officeDocument/2006/relationships/image" Target="../media/image51.png"/><Relationship Id="rId15" Type="http://schemas.openxmlformats.org/officeDocument/2006/relationships/image" Target="../media/image47.png"/><Relationship Id="rId10" Type="http://schemas.openxmlformats.org/officeDocument/2006/relationships/image" Target="../media/image60.svg"/><Relationship Id="rId4" Type="http://schemas.openxmlformats.org/officeDocument/2006/relationships/image" Target="../media/image50.svg"/><Relationship Id="rId9" Type="http://schemas.openxmlformats.org/officeDocument/2006/relationships/image" Target="../media/image59.png"/><Relationship Id="rId14" Type="http://schemas.openxmlformats.org/officeDocument/2006/relationships/image" Target="../media/image62.sv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Relationship Id="rId9" Type="http://schemas.openxmlformats.org/officeDocument/2006/relationships/image" Target="../media/image126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355" y="-635"/>
            <a:ext cx="1858645" cy="217043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47510" y="1370330"/>
            <a:ext cx="5158740" cy="2654935"/>
            <a:chOff x="6747510" y="1370330"/>
            <a:chExt cx="5158740" cy="265493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340" y="1370330"/>
              <a:ext cx="2629535" cy="369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510" y="1809750"/>
              <a:ext cx="5158740" cy="2216150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EZEN </a:t>
              </a:r>
              <a:r>
                <a:rPr lang="ko-KR" altLang="en-US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뭐 먹지</a:t>
              </a:r>
              <a:b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날씨정보와 위치 정보를 활용한 음식점 추천 지능형 웹사이트</a:t>
              </a: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1165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920" y="6027420"/>
            <a:ext cx="2679700" cy="375920"/>
            <a:chOff x="8757920" y="6027420"/>
            <a:chExt cx="2679700" cy="375920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57790" y="6027420"/>
              <a:ext cx="1180465" cy="375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57920" y="6027420"/>
              <a:ext cx="1190625" cy="35369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20" y="3915410"/>
            <a:ext cx="7470140" cy="3683000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360"/>
            <a:ext cx="6616065" cy="5641340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240" y="2177415"/>
            <a:ext cx="1047115" cy="1047750"/>
            <a:chOff x="396240" y="2177415"/>
            <a:chExt cx="1047115" cy="1047750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396240" y="2177415"/>
              <a:ext cx="1047115" cy="1047750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720725" y="2501900"/>
              <a:ext cx="397510" cy="397510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20" y="5509260"/>
            <a:ext cx="335915" cy="335915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620" y="2615565"/>
            <a:ext cx="3935730" cy="4307840"/>
            <a:chOff x="1277620" y="2615565"/>
            <a:chExt cx="3935730" cy="4307840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136900" y="2615565"/>
              <a:ext cx="762635" cy="1329690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395345" y="3034665"/>
              <a:ext cx="358775" cy="10287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549015" y="3181985"/>
              <a:ext cx="304165" cy="446405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602355" y="3408045"/>
              <a:ext cx="199390" cy="93980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445510" y="2946400"/>
              <a:ext cx="114300" cy="175260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606800" y="3291840"/>
              <a:ext cx="291465" cy="114935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330700" y="2822575"/>
              <a:ext cx="845820" cy="1231900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4642485" y="3194685"/>
              <a:ext cx="260350" cy="396240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134870" y="3569970"/>
              <a:ext cx="1713230" cy="2122170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782445" y="2731770"/>
              <a:ext cx="1021715" cy="95631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134870" y="3002915"/>
              <a:ext cx="769620" cy="898525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635250" y="3086735"/>
              <a:ext cx="168910" cy="8890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2847975" y="3226435"/>
              <a:ext cx="62230" cy="179705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253615" y="3220720"/>
              <a:ext cx="220980" cy="207645"/>
              <a:chOff x="2253615" y="3220720"/>
              <a:chExt cx="220980" cy="207645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253615" y="3220720"/>
                <a:ext cx="220980" cy="207645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284730" y="3239770"/>
                <a:ext cx="136525" cy="64135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574290" y="3705860"/>
              <a:ext cx="130810" cy="52070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753360" y="3369945"/>
              <a:ext cx="131445" cy="113665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620" y="3713480"/>
              <a:ext cx="3935730" cy="3209925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693035" y="3910330"/>
              <a:ext cx="1303655" cy="84201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3951605" y="4706620"/>
              <a:ext cx="180975" cy="68770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2919730" y="5164455"/>
              <a:ext cx="741045" cy="600075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581910" y="3262630"/>
              <a:ext cx="152400" cy="152400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314190" y="2766060"/>
              <a:ext cx="473710" cy="473710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007870" y="3778250"/>
              <a:ext cx="883285" cy="197485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4619625" y="3200400"/>
              <a:ext cx="266065" cy="372110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4697095" y="3370580"/>
              <a:ext cx="90170" cy="97790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633470" y="378269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4949825" y="390207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733675" y="3194050"/>
              <a:ext cx="45085" cy="59055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115" y="5818505"/>
            <a:ext cx="321310" cy="32131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78625" y="4077335"/>
            <a:ext cx="5222240" cy="1102360"/>
            <a:chOff x="6778625" y="4077335"/>
            <a:chExt cx="5222240" cy="1102360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78625" y="4077335"/>
              <a:ext cx="1663700" cy="70485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42125" y="4223385"/>
              <a:ext cx="5158740" cy="956310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D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최연흠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이승준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유재욱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27522" b="23907"/>
          <a:stretch/>
        </p:blipFill>
        <p:spPr>
          <a:xfrm flipV="1">
            <a:off x="7546340" y="-635"/>
            <a:ext cx="4645660" cy="3296920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6585" y="5136515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b="11818"/>
          <a:stretch/>
        </p:blipFill>
        <p:spPr>
          <a:xfrm>
            <a:off x="45720" y="3369945"/>
            <a:ext cx="3592830" cy="344614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585" y="519430"/>
            <a:ext cx="2266950" cy="1224915"/>
            <a:chOff x="870585" y="519430"/>
            <a:chExt cx="2266950" cy="122491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825" y="913130"/>
              <a:ext cx="2252345" cy="8312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585" y="519430"/>
              <a:ext cx="225234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050" y="1880870"/>
            <a:ext cx="5255260" cy="789305"/>
            <a:chOff x="6242050" y="1880870"/>
            <a:chExt cx="5255260" cy="78930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154545" y="2067560"/>
              <a:ext cx="4342765" cy="307975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 및 목표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050" y="1880870"/>
              <a:ext cx="883920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050" y="2679700"/>
            <a:ext cx="4702175" cy="805418"/>
            <a:chOff x="6242050" y="2679700"/>
            <a:chExt cx="4702175" cy="80541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154545" y="2869565"/>
              <a:ext cx="3789680" cy="615553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처리 과정</a:t>
              </a:r>
            </a:p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ko-KR" altLang="en-US" sz="20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050" y="267970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050" y="3479165"/>
            <a:ext cx="4949190" cy="789305"/>
            <a:chOff x="6242050" y="3479165"/>
            <a:chExt cx="4949190" cy="78930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154545" y="3670935"/>
              <a:ext cx="4036695" cy="30797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핵심기능설계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050" y="3479165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050" y="4278630"/>
            <a:ext cx="3881755" cy="789305"/>
            <a:chOff x="6242050" y="4278630"/>
            <a:chExt cx="3881755" cy="789305"/>
          </a:xfrm>
        </p:grpSpPr>
        <p:sp>
          <p:nvSpPr>
            <p:cNvPr id="20" name="TextBox 19"/>
            <p:cNvSpPr txBox="1">
              <a:spLocks/>
            </p:cNvSpPr>
            <p:nvPr/>
          </p:nvSpPr>
          <p:spPr>
            <a:xfrm>
              <a:off x="7185660" y="4431030"/>
              <a:ext cx="2938780" cy="41592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수행 경과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1042670" y="4289425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073130" y="1555115"/>
            <a:ext cx="233045" cy="233045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700000">
            <a:off x="11933555" y="302895"/>
            <a:ext cx="343535" cy="34353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45" y="1043305"/>
            <a:ext cx="6160770" cy="4371340"/>
            <a:chOff x="296545" y="1043305"/>
            <a:chExt cx="6160770" cy="437134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6710" y="1043305"/>
              <a:ext cx="6111240" cy="3434080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709670" y="5176520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538345" y="4298315"/>
              <a:ext cx="106680" cy="106680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203325" y="2752090"/>
              <a:ext cx="320675" cy="32067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6545" y="1824355"/>
              <a:ext cx="320675" cy="3041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서비스의 한계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04F0E963-3F94-4208-9026-E61640E98D53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249"/>
          <a:stretch/>
        </p:blipFill>
        <p:spPr>
          <a:xfrm>
            <a:off x="1523492" y="2160093"/>
            <a:ext cx="8047619" cy="4367881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49953A2-487D-4B15-A7D8-97EFF3C397C4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5941512" y="3281471"/>
            <a:ext cx="766556" cy="147967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6708068" y="2804417"/>
            <a:ext cx="516223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/>
              <a:t>ㆍ카테고리와</a:t>
            </a:r>
            <a:r>
              <a:rPr lang="ko-KR" altLang="en-US" sz="2800" dirty="0"/>
              <a:t> 단순하게 반영된 </a:t>
            </a:r>
            <a:endParaRPr lang="en-US" altLang="ko-KR" sz="2800" dirty="0"/>
          </a:p>
          <a:p>
            <a:r>
              <a:rPr lang="en-US" altLang="ko-KR" sz="2800" dirty="0"/>
              <a:t>   </a:t>
            </a:r>
            <a:r>
              <a:rPr lang="ko-KR" altLang="en-US" sz="2800" dirty="0"/>
              <a:t>이용자의 상황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4A0E459-183C-46F0-8E06-EAEA330F9699}"/>
              </a:ext>
            </a:extLst>
          </p:cNvPr>
          <p:cNvSpPr/>
          <p:nvPr/>
        </p:nvSpPr>
        <p:spPr>
          <a:xfrm>
            <a:off x="1828728" y="2255878"/>
            <a:ext cx="4320480" cy="157141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778151-4D29-4EAC-98A9-642A7AEF8E15}"/>
              </a:ext>
            </a:extLst>
          </p:cNvPr>
          <p:cNvSpPr txBox="1"/>
          <p:nvPr/>
        </p:nvSpPr>
        <p:spPr>
          <a:xfrm>
            <a:off x="2528811" y="2748646"/>
            <a:ext cx="322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 err="1"/>
              <a:t>마파두부덮밥</a:t>
            </a:r>
            <a:endParaRPr lang="ko-KR" altLang="en-US" sz="3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92BD8F-601C-4244-9A0F-72AF0CC06F0C}"/>
              </a:ext>
            </a:extLst>
          </p:cNvPr>
          <p:cNvSpPr txBox="1"/>
          <p:nvPr/>
        </p:nvSpPr>
        <p:spPr>
          <a:xfrm>
            <a:off x="6672063" y="4068298"/>
            <a:ext cx="507099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800" dirty="0" err="1"/>
              <a:t>ㆍ</a:t>
            </a:r>
            <a:r>
              <a:rPr lang="ko-KR" altLang="en-US" sz="2800" dirty="0" err="1">
                <a:solidFill>
                  <a:schemeClr val="tx1"/>
                </a:solidFill>
              </a:rPr>
              <a:t>이용자의</a:t>
            </a:r>
            <a:r>
              <a:rPr lang="ko-KR" altLang="en-US" sz="2800" dirty="0">
                <a:solidFill>
                  <a:schemeClr val="tx1"/>
                </a:solidFill>
              </a:rPr>
              <a:t> 상황을 세부적으로 </a:t>
            </a:r>
            <a:endParaRPr lang="en-US" altLang="ko-KR" sz="2800" dirty="0">
              <a:solidFill>
                <a:schemeClr val="tx1"/>
              </a:solidFill>
            </a:endParaRPr>
          </a:p>
          <a:p>
            <a:r>
              <a:rPr lang="en-US" altLang="ko-KR" sz="2800" dirty="0"/>
              <a:t>   </a:t>
            </a:r>
            <a:r>
              <a:rPr lang="ko-KR" altLang="en-US" sz="2800" dirty="0">
                <a:solidFill>
                  <a:schemeClr val="tx1"/>
                </a:solidFill>
              </a:rPr>
              <a:t>반영하지 못함</a:t>
            </a:r>
          </a:p>
        </p:txBody>
      </p:sp>
    </p:spTree>
    <p:extLst>
      <p:ext uri="{BB962C8B-B14F-4D97-AF65-F5344CB8AC3E}">
        <p14:creationId xmlns:p14="http://schemas.microsoft.com/office/powerpoint/2010/main" val="699627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서비스의 한계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FD99DF44-0E61-429D-A93E-94E8E5351BFB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27"/>
          <a:stretch/>
        </p:blipFill>
        <p:spPr>
          <a:xfrm>
            <a:off x="319383" y="2174040"/>
            <a:ext cx="6761728" cy="46205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7247821" y="3001171"/>
            <a:ext cx="516223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/>
              <a:t>ㆍ매번</a:t>
            </a:r>
            <a:r>
              <a:rPr lang="ko-KR" altLang="en-US" sz="2800" dirty="0"/>
              <a:t> 이용자의 기호에 맡김</a:t>
            </a:r>
            <a:endParaRPr lang="en-US" altLang="ko-KR" sz="2800" dirty="0"/>
          </a:p>
          <a:p>
            <a:endParaRPr lang="en-US" altLang="ko-KR" sz="2800" dirty="0"/>
          </a:p>
          <a:p>
            <a:r>
              <a:rPr lang="en-US" altLang="ko-KR" sz="2800" dirty="0"/>
              <a:t> &gt; </a:t>
            </a:r>
            <a:r>
              <a:rPr lang="ko-KR" altLang="en-US" sz="2800" dirty="0"/>
              <a:t>선택에 따른 피로도 증가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2DDE47-F10F-4B5F-9412-CD6050E4C132}"/>
              </a:ext>
            </a:extLst>
          </p:cNvPr>
          <p:cNvSpPr/>
          <p:nvPr/>
        </p:nvSpPr>
        <p:spPr>
          <a:xfrm>
            <a:off x="319383" y="2212911"/>
            <a:ext cx="6761728" cy="4558430"/>
          </a:xfrm>
          <a:prstGeom prst="rect">
            <a:avLst/>
          </a:prstGeom>
          <a:noFill/>
          <a:ln w="698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751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기획 의도 및 목표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목표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41303"/>
              <a:ext cx="81768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매일 반복되는 음식 선택 과정에서 발생하는 고민과 결정 피로를 줄이는 서비스의 제공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32568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위치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시간 정보를 통합한 상황 인지형 음식점 추천 기능 구현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7609" y="2905199"/>
              <a:ext cx="81492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위치 정보와 실시간 날씨 데이터를 활용하여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이용자의 상황에 적합한 음식 선택을 돕는다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29" y="5713511"/>
              <a:ext cx="801941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추천 과정에서 발생하는 이용 이력을 수집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분석하여 향후 개인화 추천 및 서비스 고도화에 활용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9759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90350" y="3164840"/>
            <a:ext cx="178435" cy="178435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272352">
            <a:off x="386715" y="5443220"/>
            <a:ext cx="186690" cy="207645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 descr="C:/Users/HIDDLE/AppData/Roaming/PolarisOffice/ETemp/24964_19278568/image1.png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0" y="5934710"/>
            <a:ext cx="12192635" cy="923925"/>
          </a:xfrm>
          <a:prstGeom prst="rect"/>
          <a:noFill/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0ECFF9AA-B8BE-40FD-9C3B-6DBCEEE69F9E}"/>
              </a:ext>
            </a:extLst>
          </p:cNvPr>
          <p:cNvSpPr txBox="1"/>
          <p:nvPr/>
        </p:nvSpPr>
        <p:spPr>
          <a:xfrm>
            <a:off x="422910" y="4989830"/>
            <a:ext cx="2036445" cy="488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GeoLocation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으로 이용자의 좌표 획득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81D922-48EB-4362-BBD3-39CA7DDE51E7}"/>
              </a:ext>
            </a:extLst>
          </p:cNvPr>
          <p:cNvSpPr txBox="1"/>
          <p:nvPr/>
        </p:nvSpPr>
        <p:spPr>
          <a:xfrm>
            <a:off x="3216910" y="5048885"/>
            <a:ext cx="2122805" cy="48704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LCC DFS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좌표로 변환 후 기상청에 날씨 요청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서비스 개요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0" name="그래픽 9">
            <a:extLst>
              <a:ext uri="{FF2B5EF4-FFF2-40B4-BE49-F238E27FC236}">
                <a16:creationId xmlns:a16="http://schemas.microsoft.com/office/drawing/2014/main" id="{61C75D0F-C629-45FF-9672-63EAEFAD4AB5}"/>
              </a:ext>
            </a:extLst>
          </p:cNvPr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929890" y="2277110"/>
            <a:ext cx="2704465" cy="186944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5F235FE4-2D8A-41A8-90F6-8A48CC24C89D}"/>
              </a:ext>
            </a:extLst>
          </p:cNvPr>
          <p:cNvSpPr txBox="1"/>
          <p:nvPr/>
        </p:nvSpPr>
        <p:spPr>
          <a:xfrm>
            <a:off x="504825" y="4354195"/>
            <a:ext cx="177482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1.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이용자 좌표</a:t>
            </a:r>
          </a:p>
        </p:txBody>
      </p:sp>
      <p:sp>
        <p:nvSpPr>
          <p:cNvPr id="130" name="TextBox 129"/>
          <p:cNvSpPr txBox="1">
            <a:spLocks/>
          </p:cNvSpPr>
          <p:nvPr/>
        </p:nvSpPr>
        <p:spPr>
          <a:xfrm rot="0">
            <a:off x="3442335" y="4293235"/>
            <a:ext cx="1718310" cy="7346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2.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초단기예보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 </a:t>
            </a: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API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호출</a:t>
            </a:r>
            <a:endParaRPr lang="ko-KR" altLang="en-US" sz="19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5349C7"/>
              </a:solidFill>
              <a:latin typeface="세방고딕 Bold" charset="0"/>
              <a:ea typeface="세방고딕 Bold" charset="0"/>
            </a:endParaRPr>
          </a:p>
        </p:txBody>
      </p:sp>
      <p:pic>
        <p:nvPicPr>
          <p:cNvPr id="13" name="그래픽 12">
            <a:extLst>
              <a:ext uri="{FF2B5EF4-FFF2-40B4-BE49-F238E27FC236}">
                <a16:creationId xmlns:a16="http://schemas.microsoft.com/office/drawing/2014/main" id="{3D6C4C69-A727-4DEE-81F3-A65E346BF6D4}"/>
              </a:ext>
            </a:extLst>
          </p:cNvPr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52095" y="2277110"/>
            <a:ext cx="2386330" cy="1929765"/>
          </a:xfrm>
          <a:prstGeom prst="rect">
            <a:avLst/>
          </a:prstGeom>
        </p:spPr>
      </p:pic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2217562-97B7-43FD-AB54-46F8751A38C1}"/>
              </a:ext>
            </a:extLst>
          </p:cNvPr>
          <p:cNvGrpSpPr/>
          <p:nvPr/>
        </p:nvGrpSpPr>
        <p:grpSpPr>
          <a:xfrm>
            <a:off x="9020810" y="2380615"/>
            <a:ext cx="3041015" cy="1804035"/>
            <a:chOff x="9020810" y="2380615"/>
            <a:chExt cx="3041015" cy="1804035"/>
          </a:xfrm>
        </p:grpSpPr>
        <p:sp>
          <p:nvSpPr>
            <p:cNvPr id="212" name="자유형: 도형 211">
              <a:extLst>
                <a:ext uri="{FF2B5EF4-FFF2-40B4-BE49-F238E27FC236}">
                  <a16:creationId xmlns:a16="http://schemas.microsoft.com/office/drawing/2014/main" id="{83D821A6-3480-474D-9107-653311551F12}"/>
                </a:ext>
              </a:extLst>
            </p:cNvPr>
            <p:cNvSpPr/>
            <p:nvPr/>
          </p:nvSpPr>
          <p:spPr>
            <a:xfrm>
              <a:off x="10109200" y="2380615"/>
              <a:ext cx="1130935" cy="1495425"/>
            </a:xfrm>
            <a:custGeom>
              <a:avLst/>
              <a:gdLst>
                <a:gd name="connsiteX0" fmla="*/ 1141224 w 1141537"/>
                <a:gd name="connsiteY0" fmla="*/ 471352 h 1571168"/>
                <a:gd name="connsiteX1" fmla="*/ 684287 w 1141537"/>
                <a:gd name="connsiteY1" fmla="*/ 1503977 h 1571168"/>
                <a:gd name="connsiteX2" fmla="*/ 507059 w 1141537"/>
                <a:gd name="connsiteY2" fmla="*/ 1554413 h 1571168"/>
                <a:gd name="connsiteX3" fmla="*/ 456623 w 1141537"/>
                <a:gd name="connsiteY3" fmla="*/ 1503977 h 1571168"/>
                <a:gd name="connsiteX4" fmla="*/ -314 w 1141537"/>
                <a:gd name="connsiteY4" fmla="*/ 471352 h 1571168"/>
                <a:gd name="connsiteX5" fmla="*/ 570455 w 1141537"/>
                <a:gd name="connsiteY5" fmla="*/ -269 h 1571168"/>
                <a:gd name="connsiteX6" fmla="*/ 1141224 w 1141537"/>
                <a:gd name="connsiteY6" fmla="*/ 471352 h 15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537" h="1571168">
                  <a:moveTo>
                    <a:pt x="1141224" y="471352"/>
                  </a:moveTo>
                  <a:cubicBezTo>
                    <a:pt x="1141224" y="657149"/>
                    <a:pt x="850802" y="1205082"/>
                    <a:pt x="684287" y="1503977"/>
                  </a:cubicBezTo>
                  <a:cubicBezTo>
                    <a:pt x="649275" y="1566842"/>
                    <a:pt x="569925" y="1589426"/>
                    <a:pt x="507059" y="1554413"/>
                  </a:cubicBezTo>
                  <a:cubicBezTo>
                    <a:pt x="485885" y="1542617"/>
                    <a:pt x="468419" y="1525152"/>
                    <a:pt x="456623" y="1503977"/>
                  </a:cubicBezTo>
                  <a:cubicBezTo>
                    <a:pt x="290109" y="1205082"/>
                    <a:pt x="-314" y="657149"/>
                    <a:pt x="-314" y="471352"/>
                  </a:cubicBezTo>
                  <a:cubicBezTo>
                    <a:pt x="-314" y="210883"/>
                    <a:pt x="255230" y="-269"/>
                    <a:pt x="570455" y="-269"/>
                  </a:cubicBezTo>
                  <a:cubicBezTo>
                    <a:pt x="885680" y="-269"/>
                    <a:pt x="1141224" y="210883"/>
                    <a:pt x="1141224" y="471352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3" name="자유형: 도형 212">
              <a:extLst>
                <a:ext uri="{FF2B5EF4-FFF2-40B4-BE49-F238E27FC236}">
                  <a16:creationId xmlns:a16="http://schemas.microsoft.com/office/drawing/2014/main" id="{B553194A-D5B0-4E21-A145-693D9F1F0DD4}"/>
                </a:ext>
              </a:extLst>
            </p:cNvPr>
            <p:cNvSpPr/>
            <p:nvPr/>
          </p:nvSpPr>
          <p:spPr>
            <a:xfrm>
              <a:off x="10369550" y="2528570"/>
              <a:ext cx="615950" cy="591820"/>
            </a:xfrm>
            <a:custGeom>
              <a:avLst/>
              <a:gdLst>
                <a:gd name="connsiteX0" fmla="*/ 621682 w 621682"/>
                <a:gd name="connsiteY0" fmla="*/ 310841 h 621682"/>
                <a:gd name="connsiteX1" fmla="*/ 310841 w 621682"/>
                <a:gd name="connsiteY1" fmla="*/ 621682 h 621682"/>
                <a:gd name="connsiteX2" fmla="*/ 0 w 621682"/>
                <a:gd name="connsiteY2" fmla="*/ 310841 h 621682"/>
                <a:gd name="connsiteX3" fmla="*/ 310841 w 621682"/>
                <a:gd name="connsiteY3" fmla="*/ 0 h 621682"/>
                <a:gd name="connsiteX4" fmla="*/ 621682 w 621682"/>
                <a:gd name="connsiteY4" fmla="*/ 310841 h 62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1682" h="621682">
                  <a:moveTo>
                    <a:pt x="621682" y="310841"/>
                  </a:moveTo>
                  <a:cubicBezTo>
                    <a:pt x="621682" y="482514"/>
                    <a:pt x="482514" y="621682"/>
                    <a:pt x="310841" y="621682"/>
                  </a:cubicBezTo>
                  <a:cubicBezTo>
                    <a:pt x="139168" y="621682"/>
                    <a:pt x="0" y="482514"/>
                    <a:pt x="0" y="310841"/>
                  </a:cubicBezTo>
                  <a:cubicBezTo>
                    <a:pt x="0" y="139168"/>
                    <a:pt x="139168" y="0"/>
                    <a:pt x="310841" y="0"/>
                  </a:cubicBezTo>
                  <a:cubicBezTo>
                    <a:pt x="482514" y="0"/>
                    <a:pt x="621682" y="139168"/>
                    <a:pt x="621682" y="310841"/>
                  </a:cubicBezTo>
                  <a:close/>
                </a:path>
              </a:pathLst>
            </a:custGeom>
            <a:solidFill>
              <a:srgbClr val="FFFF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4" name="자유형: 도형 213">
              <a:extLst>
                <a:ext uri="{FF2B5EF4-FFF2-40B4-BE49-F238E27FC236}">
                  <a16:creationId xmlns:a16="http://schemas.microsoft.com/office/drawing/2014/main" id="{D967D472-B7BF-4807-A4D1-DE6A86F572DB}"/>
                </a:ext>
              </a:extLst>
            </p:cNvPr>
            <p:cNvSpPr/>
            <p:nvPr/>
          </p:nvSpPr>
          <p:spPr>
            <a:xfrm>
              <a:off x="9208135" y="2738120"/>
              <a:ext cx="368935" cy="354330"/>
            </a:xfrm>
            <a:custGeom>
              <a:avLst/>
              <a:gdLst>
                <a:gd name="connsiteX0" fmla="*/ 372362 w 372361"/>
                <a:gd name="connsiteY0" fmla="*/ 186181 h 372361"/>
                <a:gd name="connsiteX1" fmla="*/ 186181 w 372361"/>
                <a:gd name="connsiteY1" fmla="*/ 372362 h 372361"/>
                <a:gd name="connsiteX2" fmla="*/ 0 w 372361"/>
                <a:gd name="connsiteY2" fmla="*/ 186181 h 372361"/>
                <a:gd name="connsiteX3" fmla="*/ 186181 w 372361"/>
                <a:gd name="connsiteY3" fmla="*/ 0 h 372361"/>
                <a:gd name="connsiteX4" fmla="*/ 372362 w 372361"/>
                <a:gd name="connsiteY4" fmla="*/ 186181 h 37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2361" h="372361">
                  <a:moveTo>
                    <a:pt x="372362" y="186181"/>
                  </a:moveTo>
                  <a:cubicBezTo>
                    <a:pt x="372362" y="289006"/>
                    <a:pt x="289006" y="372362"/>
                    <a:pt x="186181" y="372362"/>
                  </a:cubicBezTo>
                  <a:cubicBezTo>
                    <a:pt x="83356" y="372362"/>
                    <a:pt x="0" y="289006"/>
                    <a:pt x="0" y="186181"/>
                  </a:cubicBezTo>
                  <a:cubicBezTo>
                    <a:pt x="0" y="83356"/>
                    <a:pt x="83356" y="0"/>
                    <a:pt x="186181" y="0"/>
                  </a:cubicBezTo>
                  <a:cubicBezTo>
                    <a:pt x="289006" y="0"/>
                    <a:pt x="372362" y="83356"/>
                    <a:pt x="372362" y="186181"/>
                  </a:cubicBezTo>
                  <a:close/>
                </a:path>
              </a:pathLst>
            </a:custGeom>
            <a:solidFill>
              <a:srgbClr val="FF6584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5" name="자유형: 도형 214">
              <a:extLst>
                <a:ext uri="{FF2B5EF4-FFF2-40B4-BE49-F238E27FC236}">
                  <a16:creationId xmlns:a16="http://schemas.microsoft.com/office/drawing/2014/main" id="{4B541338-A0BE-4F0A-9CDE-2D0400BF8729}"/>
                </a:ext>
              </a:extLst>
            </p:cNvPr>
            <p:cNvSpPr/>
            <p:nvPr/>
          </p:nvSpPr>
          <p:spPr>
            <a:xfrm rot="16753048">
              <a:off x="9148445" y="2950210"/>
              <a:ext cx="203835" cy="212090"/>
            </a:xfrm>
            <a:custGeom>
              <a:avLst/>
              <a:gdLst>
                <a:gd name="connsiteX0" fmla="*/ 213910 w 214223"/>
                <a:gd name="connsiteY0" fmla="*/ 106842 h 214223"/>
                <a:gd name="connsiteX1" fmla="*/ 106798 w 214223"/>
                <a:gd name="connsiteY1" fmla="*/ 213954 h 214223"/>
                <a:gd name="connsiteX2" fmla="*/ -313 w 214223"/>
                <a:gd name="connsiteY2" fmla="*/ 106842 h 214223"/>
                <a:gd name="connsiteX3" fmla="*/ 106798 w 214223"/>
                <a:gd name="connsiteY3" fmla="*/ -269 h 214223"/>
                <a:gd name="connsiteX4" fmla="*/ 213910 w 214223"/>
                <a:gd name="connsiteY4" fmla="*/ 106842 h 214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223" h="214223">
                  <a:moveTo>
                    <a:pt x="213910" y="106842"/>
                  </a:moveTo>
                  <a:cubicBezTo>
                    <a:pt x="213910" y="165998"/>
                    <a:pt x="165954" y="213954"/>
                    <a:pt x="106798" y="213954"/>
                  </a:cubicBezTo>
                  <a:cubicBezTo>
                    <a:pt x="47642" y="213954"/>
                    <a:pt x="-313" y="165998"/>
                    <a:pt x="-313" y="106842"/>
                  </a:cubicBezTo>
                  <a:cubicBezTo>
                    <a:pt x="-313" y="47686"/>
                    <a:pt x="47642" y="-269"/>
                    <a:pt x="106798" y="-269"/>
                  </a:cubicBezTo>
                  <a:cubicBezTo>
                    <a:pt x="165954" y="-269"/>
                    <a:pt x="213910" y="47686"/>
                    <a:pt x="213910" y="106842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2DC800BA-F5B4-47FF-9E79-A7768A88D1B9}"/>
                </a:ext>
              </a:extLst>
            </p:cNvPr>
            <p:cNvSpPr/>
            <p:nvPr/>
          </p:nvSpPr>
          <p:spPr>
            <a:xfrm>
              <a:off x="9271000" y="3451225"/>
              <a:ext cx="2461895" cy="734060"/>
            </a:xfrm>
            <a:custGeom>
              <a:avLst/>
              <a:gdLst>
                <a:gd name="connsiteX0" fmla="*/ 2485022 w 2485335"/>
                <a:gd name="connsiteY0" fmla="*/ 137697 h 771331"/>
                <a:gd name="connsiteX1" fmla="*/ 18766 w 2485335"/>
                <a:gd name="connsiteY1" fmla="*/ 760344 h 771331"/>
                <a:gd name="connsiteX2" fmla="*/ 8744 w 2485335"/>
                <a:gd name="connsiteY2" fmla="*/ 771062 h 771331"/>
                <a:gd name="connsiteX3" fmla="*/ -314 w 2485335"/>
                <a:gd name="connsiteY3" fmla="*/ 771062 h 771331"/>
                <a:gd name="connsiteX4" fmla="*/ 9172 w 2485335"/>
                <a:gd name="connsiteY4" fmla="*/ 760344 h 771331"/>
                <a:gd name="connsiteX5" fmla="*/ 2485022 w 2485335"/>
                <a:gd name="connsiteY5" fmla="*/ 137697 h 77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335" h="771331">
                  <a:moveTo>
                    <a:pt x="2485022" y="137697"/>
                  </a:moveTo>
                  <a:cubicBezTo>
                    <a:pt x="1641517" y="-178504"/>
                    <a:pt x="612740" y="129765"/>
                    <a:pt x="18766" y="760344"/>
                  </a:cubicBezTo>
                  <a:cubicBezTo>
                    <a:pt x="15389" y="763881"/>
                    <a:pt x="12013" y="767472"/>
                    <a:pt x="8744" y="771062"/>
                  </a:cubicBezTo>
                  <a:lnTo>
                    <a:pt x="-314" y="771062"/>
                  </a:lnTo>
                  <a:cubicBezTo>
                    <a:pt x="2795" y="767472"/>
                    <a:pt x="6010" y="763881"/>
                    <a:pt x="9172" y="760344"/>
                  </a:cubicBezTo>
                  <a:cubicBezTo>
                    <a:pt x="615473" y="81799"/>
                    <a:pt x="1630584" y="-188633"/>
                    <a:pt x="2485022" y="13769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7" name="자유형: 도형 216">
              <a:extLst>
                <a:ext uri="{FF2B5EF4-FFF2-40B4-BE49-F238E27FC236}">
                  <a16:creationId xmlns:a16="http://schemas.microsoft.com/office/drawing/2014/main" id="{BF966F7B-43B7-4852-9A0C-A73B107C35B8}"/>
                </a:ext>
              </a:extLst>
            </p:cNvPr>
            <p:cNvSpPr/>
            <p:nvPr/>
          </p:nvSpPr>
          <p:spPr>
            <a:xfrm>
              <a:off x="11732260" y="3582035"/>
              <a:ext cx="228600" cy="99695"/>
            </a:xfrm>
            <a:custGeom>
              <a:avLst/>
              <a:gdLst>
                <a:gd name="connsiteX0" fmla="*/ 230191 w 230504"/>
                <a:gd name="connsiteY0" fmla="*/ 104613 h 104882"/>
                <a:gd name="connsiteX1" fmla="*/ -314 w 230504"/>
                <a:gd name="connsiteY1" fmla="*/ -269 h 104882"/>
                <a:gd name="connsiteX2" fmla="*/ 230191 w 230504"/>
                <a:gd name="connsiteY2" fmla="*/ 104613 h 10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0504" h="104882">
                  <a:moveTo>
                    <a:pt x="230191" y="104613"/>
                  </a:moveTo>
                  <a:cubicBezTo>
                    <a:pt x="155632" y="64852"/>
                    <a:pt x="78645" y="29823"/>
                    <a:pt x="-314" y="-269"/>
                  </a:cubicBezTo>
                  <a:cubicBezTo>
                    <a:pt x="78854" y="29325"/>
                    <a:pt x="155873" y="64370"/>
                    <a:pt x="230191" y="104613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8" name="자유형: 도형 217">
              <a:extLst>
                <a:ext uri="{FF2B5EF4-FFF2-40B4-BE49-F238E27FC236}">
                  <a16:creationId xmlns:a16="http://schemas.microsoft.com/office/drawing/2014/main" id="{4867830D-9661-4296-BE1C-B9EF9F431C5B}"/>
                </a:ext>
              </a:extLst>
            </p:cNvPr>
            <p:cNvSpPr/>
            <p:nvPr/>
          </p:nvSpPr>
          <p:spPr>
            <a:xfrm>
              <a:off x="11387455" y="3157855"/>
              <a:ext cx="233045" cy="223520"/>
            </a:xfrm>
            <a:custGeom>
              <a:avLst/>
              <a:gdLst>
                <a:gd name="connsiteX0" fmla="*/ 234955 w 234955"/>
                <a:gd name="connsiteY0" fmla="*/ 117478 h 234955"/>
                <a:gd name="connsiteX1" fmla="*/ 117478 w 234955"/>
                <a:gd name="connsiteY1" fmla="*/ 234955 h 234955"/>
                <a:gd name="connsiteX2" fmla="*/ 0 w 234955"/>
                <a:gd name="connsiteY2" fmla="*/ 117478 h 234955"/>
                <a:gd name="connsiteX3" fmla="*/ 117478 w 234955"/>
                <a:gd name="connsiteY3" fmla="*/ 0 h 234955"/>
                <a:gd name="connsiteX4" fmla="*/ 234955 w 234955"/>
                <a:gd name="connsiteY4" fmla="*/ 117478 h 234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55" h="234955">
                  <a:moveTo>
                    <a:pt x="234955" y="117478"/>
                  </a:moveTo>
                  <a:cubicBezTo>
                    <a:pt x="234955" y="182359"/>
                    <a:pt x="182359" y="234955"/>
                    <a:pt x="117478" y="234955"/>
                  </a:cubicBezTo>
                  <a:cubicBezTo>
                    <a:pt x="52596" y="234955"/>
                    <a:pt x="0" y="182359"/>
                    <a:pt x="0" y="117478"/>
                  </a:cubicBezTo>
                  <a:cubicBezTo>
                    <a:pt x="0" y="52597"/>
                    <a:pt x="52596" y="0"/>
                    <a:pt x="117478" y="0"/>
                  </a:cubicBezTo>
                  <a:cubicBezTo>
                    <a:pt x="182359" y="0"/>
                    <a:pt x="234955" y="52597"/>
                    <a:pt x="234955" y="117478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9" name="자유형: 도형 218">
              <a:extLst>
                <a:ext uri="{FF2B5EF4-FFF2-40B4-BE49-F238E27FC236}">
                  <a16:creationId xmlns:a16="http://schemas.microsoft.com/office/drawing/2014/main" id="{1A737428-E473-4900-B719-ADF2ABB77838}"/>
                </a:ext>
              </a:extLst>
            </p:cNvPr>
            <p:cNvSpPr/>
            <p:nvPr/>
          </p:nvSpPr>
          <p:spPr>
            <a:xfrm>
              <a:off x="11513820" y="4065905"/>
              <a:ext cx="52705" cy="115570"/>
            </a:xfrm>
            <a:custGeom>
              <a:avLst/>
              <a:gdLst>
                <a:gd name="connsiteX0" fmla="*/ 2428 w 52956"/>
                <a:gd name="connsiteY0" fmla="*/ 66915 h 121528"/>
                <a:gd name="connsiteX1" fmla="*/ 42602 w 52956"/>
                <a:gd name="connsiteY1" fmla="*/ 121259 h 121528"/>
                <a:gd name="connsiteX2" fmla="*/ 49901 w 52956"/>
                <a:gd name="connsiteY2" fmla="*/ 54074 h 121528"/>
                <a:gd name="connsiteX3" fmla="*/ 9727 w 52956"/>
                <a:gd name="connsiteY3" fmla="*/ -269 h 121528"/>
                <a:gd name="connsiteX4" fmla="*/ 2428 w 52956"/>
                <a:gd name="connsiteY4" fmla="*/ 66915 h 121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956" h="121528">
                  <a:moveTo>
                    <a:pt x="2428" y="66915"/>
                  </a:moveTo>
                  <a:cubicBezTo>
                    <a:pt x="11507" y="100475"/>
                    <a:pt x="42602" y="121259"/>
                    <a:pt x="42602" y="121259"/>
                  </a:cubicBezTo>
                  <a:cubicBezTo>
                    <a:pt x="42602" y="121259"/>
                    <a:pt x="58980" y="87634"/>
                    <a:pt x="49901" y="54074"/>
                  </a:cubicBezTo>
                  <a:cubicBezTo>
                    <a:pt x="40822" y="20514"/>
                    <a:pt x="9727" y="-269"/>
                    <a:pt x="9727" y="-269"/>
                  </a:cubicBezTo>
                  <a:cubicBezTo>
                    <a:pt x="9727" y="-269"/>
                    <a:pt x="-6651" y="33361"/>
                    <a:pt x="2428" y="66915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0" name="자유형: 도형 219">
              <a:extLst>
                <a:ext uri="{FF2B5EF4-FFF2-40B4-BE49-F238E27FC236}">
                  <a16:creationId xmlns:a16="http://schemas.microsoft.com/office/drawing/2014/main" id="{8778CAE8-54D0-4828-BBD5-566501D655DD}"/>
                </a:ext>
              </a:extLst>
            </p:cNvPr>
            <p:cNvSpPr/>
            <p:nvPr/>
          </p:nvSpPr>
          <p:spPr>
            <a:xfrm>
              <a:off x="11468100" y="4098290"/>
              <a:ext cx="89535" cy="83820"/>
            </a:xfrm>
            <a:custGeom>
              <a:avLst/>
              <a:gdLst>
                <a:gd name="connsiteX0" fmla="*/ 61941 w 90208"/>
                <a:gd name="connsiteY0" fmla="*/ 26024 h 87818"/>
                <a:gd name="connsiteX1" fmla="*/ 89895 w 90208"/>
                <a:gd name="connsiteY1" fmla="*/ 87549 h 87818"/>
                <a:gd name="connsiteX2" fmla="*/ 27641 w 90208"/>
                <a:gd name="connsiteY2" fmla="*/ 61261 h 87818"/>
                <a:gd name="connsiteX3" fmla="*/ -314 w 90208"/>
                <a:gd name="connsiteY3" fmla="*/ -269 h 87818"/>
                <a:gd name="connsiteX4" fmla="*/ 61941 w 90208"/>
                <a:gd name="connsiteY4" fmla="*/ 26024 h 8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208" h="87818">
                  <a:moveTo>
                    <a:pt x="61941" y="26024"/>
                  </a:moveTo>
                  <a:cubicBezTo>
                    <a:pt x="86856" y="50275"/>
                    <a:pt x="89895" y="87549"/>
                    <a:pt x="89895" y="87549"/>
                  </a:cubicBezTo>
                  <a:cubicBezTo>
                    <a:pt x="89895" y="87549"/>
                    <a:pt x="52551" y="85512"/>
                    <a:pt x="27641" y="61261"/>
                  </a:cubicBezTo>
                  <a:cubicBezTo>
                    <a:pt x="2731" y="37010"/>
                    <a:pt x="-314" y="-269"/>
                    <a:pt x="-314" y="-269"/>
                  </a:cubicBezTo>
                  <a:cubicBezTo>
                    <a:pt x="-314" y="-269"/>
                    <a:pt x="37030" y="1773"/>
                    <a:pt x="61941" y="26024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1" name="자유형: 도형 220">
              <a:extLst>
                <a:ext uri="{FF2B5EF4-FFF2-40B4-BE49-F238E27FC236}">
                  <a16:creationId xmlns:a16="http://schemas.microsoft.com/office/drawing/2014/main" id="{874BB850-4FF7-41FA-B427-DEFBC07035A3}"/>
                </a:ext>
              </a:extLst>
            </p:cNvPr>
            <p:cNvSpPr/>
            <p:nvPr/>
          </p:nvSpPr>
          <p:spPr>
            <a:xfrm>
              <a:off x="9036050" y="3685540"/>
              <a:ext cx="2540" cy="52705"/>
            </a:xfrm>
            <a:custGeom>
              <a:avLst/>
              <a:gdLst>
                <a:gd name="connsiteX0" fmla="*/ 2259 w 2572"/>
                <a:gd name="connsiteY0" fmla="*/ 267 h 55094"/>
                <a:gd name="connsiteX1" fmla="*/ 2259 w 2572"/>
                <a:gd name="connsiteY1" fmla="*/ 52038 h 55094"/>
                <a:gd name="connsiteX2" fmla="*/ -314 w 2572"/>
                <a:gd name="connsiteY2" fmla="*/ 54825 h 55094"/>
                <a:gd name="connsiteX3" fmla="*/ -314 w 2572"/>
                <a:gd name="connsiteY3" fmla="*/ -269 h 55094"/>
                <a:gd name="connsiteX4" fmla="*/ 2259 w 2572"/>
                <a:gd name="connsiteY4" fmla="*/ 267 h 5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72" h="55094">
                  <a:moveTo>
                    <a:pt x="2259" y="267"/>
                  </a:moveTo>
                  <a:lnTo>
                    <a:pt x="2259" y="52038"/>
                  </a:lnTo>
                  <a:lnTo>
                    <a:pt x="-314" y="54825"/>
                  </a:lnTo>
                  <a:lnTo>
                    <a:pt x="-314" y="-269"/>
                  </a:lnTo>
                  <a:cubicBezTo>
                    <a:pt x="544" y="-108"/>
                    <a:pt x="1401" y="106"/>
                    <a:pt x="2259" y="26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2" name="자유형: 도형 221">
              <a:extLst>
                <a:ext uri="{FF2B5EF4-FFF2-40B4-BE49-F238E27FC236}">
                  <a16:creationId xmlns:a16="http://schemas.microsoft.com/office/drawing/2014/main" id="{FFC0418B-96D6-4794-9ABC-3AD56FA8FA22}"/>
                </a:ext>
              </a:extLst>
            </p:cNvPr>
            <p:cNvSpPr/>
            <p:nvPr/>
          </p:nvSpPr>
          <p:spPr>
            <a:xfrm>
              <a:off x="9036050" y="3674745"/>
              <a:ext cx="200660" cy="503555"/>
            </a:xfrm>
            <a:custGeom>
              <a:avLst/>
              <a:gdLst>
                <a:gd name="connsiteX0" fmla="*/ 167219 w 202436"/>
                <a:gd name="connsiteY0" fmla="*/ 524945 h 528912"/>
                <a:gd name="connsiteX1" fmla="*/ 164861 w 202436"/>
                <a:gd name="connsiteY1" fmla="*/ 528643 h 528912"/>
                <a:gd name="connsiteX2" fmla="*/ -314 w 202436"/>
                <a:gd name="connsiteY2" fmla="*/ 528643 h 528912"/>
                <a:gd name="connsiteX3" fmla="*/ -314 w 202436"/>
                <a:gd name="connsiteY3" fmla="*/ 13826 h 528912"/>
                <a:gd name="connsiteX4" fmla="*/ 2259 w 202436"/>
                <a:gd name="connsiteY4" fmla="*/ 11253 h 528912"/>
                <a:gd name="connsiteX5" fmla="*/ 24179 w 202436"/>
                <a:gd name="connsiteY5" fmla="*/ 36174 h 528912"/>
                <a:gd name="connsiteX6" fmla="*/ 24179 w 202436"/>
                <a:gd name="connsiteY6" fmla="*/ -269 h 528912"/>
                <a:gd name="connsiteX7" fmla="*/ 93850 w 202436"/>
                <a:gd name="connsiteY7" fmla="*/ -269 h 528912"/>
                <a:gd name="connsiteX8" fmla="*/ 93850 w 202436"/>
                <a:gd name="connsiteY8" fmla="*/ 115385 h 528912"/>
                <a:gd name="connsiteX9" fmla="*/ 164218 w 202436"/>
                <a:gd name="connsiteY9" fmla="*/ 195293 h 528912"/>
                <a:gd name="connsiteX10" fmla="*/ 164861 w 202436"/>
                <a:gd name="connsiteY10" fmla="*/ 196043 h 528912"/>
                <a:gd name="connsiteX11" fmla="*/ 167326 w 202436"/>
                <a:gd name="connsiteY11" fmla="*/ 204082 h 528912"/>
                <a:gd name="connsiteX12" fmla="*/ 167380 w 202436"/>
                <a:gd name="connsiteY12" fmla="*/ 204189 h 528912"/>
                <a:gd name="connsiteX13" fmla="*/ 193319 w 202436"/>
                <a:gd name="connsiteY13" fmla="*/ 307035 h 528912"/>
                <a:gd name="connsiteX14" fmla="*/ 167219 w 202436"/>
                <a:gd name="connsiteY14" fmla="*/ 524945 h 5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2436" h="528912">
                  <a:moveTo>
                    <a:pt x="167219" y="524945"/>
                  </a:moveTo>
                  <a:cubicBezTo>
                    <a:pt x="166469" y="526178"/>
                    <a:pt x="165665" y="527410"/>
                    <a:pt x="164861" y="528643"/>
                  </a:cubicBezTo>
                  <a:lnTo>
                    <a:pt x="-314" y="528643"/>
                  </a:lnTo>
                  <a:lnTo>
                    <a:pt x="-314" y="13826"/>
                  </a:lnTo>
                  <a:lnTo>
                    <a:pt x="2259" y="11253"/>
                  </a:lnTo>
                  <a:lnTo>
                    <a:pt x="24179" y="36174"/>
                  </a:lnTo>
                  <a:lnTo>
                    <a:pt x="24179" y="-269"/>
                  </a:lnTo>
                  <a:lnTo>
                    <a:pt x="93850" y="-269"/>
                  </a:lnTo>
                  <a:lnTo>
                    <a:pt x="93850" y="115385"/>
                  </a:lnTo>
                  <a:lnTo>
                    <a:pt x="164218" y="195293"/>
                  </a:lnTo>
                  <a:lnTo>
                    <a:pt x="164861" y="196043"/>
                  </a:lnTo>
                  <a:cubicBezTo>
                    <a:pt x="165719" y="198723"/>
                    <a:pt x="166522" y="201402"/>
                    <a:pt x="167326" y="204082"/>
                  </a:cubicBezTo>
                  <a:cubicBezTo>
                    <a:pt x="167332" y="204120"/>
                    <a:pt x="167348" y="204157"/>
                    <a:pt x="167380" y="204189"/>
                  </a:cubicBezTo>
                  <a:cubicBezTo>
                    <a:pt x="177932" y="237958"/>
                    <a:pt x="186593" y="272296"/>
                    <a:pt x="193319" y="307035"/>
                  </a:cubicBezTo>
                  <a:cubicBezTo>
                    <a:pt x="208647" y="388979"/>
                    <a:pt x="206342" y="464117"/>
                    <a:pt x="167219" y="52494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3" name="자유형: 도형 222">
              <a:extLst>
                <a:ext uri="{FF2B5EF4-FFF2-40B4-BE49-F238E27FC236}">
                  <a16:creationId xmlns:a16="http://schemas.microsoft.com/office/drawing/2014/main" id="{90820960-6D3D-47FE-93D8-F4E931844C7F}"/>
                </a:ext>
              </a:extLst>
            </p:cNvPr>
            <p:cNvSpPr/>
            <p:nvPr/>
          </p:nvSpPr>
          <p:spPr>
            <a:xfrm>
              <a:off x="9050020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4" name="자유형: 도형 223">
              <a:extLst>
                <a:ext uri="{FF2B5EF4-FFF2-40B4-BE49-F238E27FC236}">
                  <a16:creationId xmlns:a16="http://schemas.microsoft.com/office/drawing/2014/main" id="{3D9252F3-137F-4D28-83DD-D9B905AD0232}"/>
                </a:ext>
              </a:extLst>
            </p:cNvPr>
            <p:cNvSpPr/>
            <p:nvPr/>
          </p:nvSpPr>
          <p:spPr>
            <a:xfrm>
              <a:off x="9050020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DB7FC09-2E22-47DC-974A-CF50A37F9D1E}"/>
                </a:ext>
              </a:extLst>
            </p:cNvPr>
            <p:cNvSpPr/>
            <p:nvPr/>
          </p:nvSpPr>
          <p:spPr>
            <a:xfrm>
              <a:off x="10424795" y="3640455"/>
              <a:ext cx="732155" cy="334010"/>
            </a:xfrm>
            <a:custGeom>
              <a:avLst/>
              <a:gdLst>
                <a:gd name="connsiteX0" fmla="*/ 21858 w 739094"/>
                <a:gd name="connsiteY0" fmla="*/ 261661 h 350621"/>
                <a:gd name="connsiteX1" fmla="*/ -314 w 739094"/>
                <a:gd name="connsiteY1" fmla="*/ 224708 h 350621"/>
                <a:gd name="connsiteX2" fmla="*/ 206632 w 739094"/>
                <a:gd name="connsiteY2" fmla="*/ 47325 h 350621"/>
                <a:gd name="connsiteX3" fmla="*/ 738781 w 739094"/>
                <a:gd name="connsiteY3" fmla="*/ 47325 h 350621"/>
                <a:gd name="connsiteX4" fmla="*/ 738781 w 739094"/>
                <a:gd name="connsiteY4" fmla="*/ 99059 h 350621"/>
                <a:gd name="connsiteX5" fmla="*/ 546617 w 739094"/>
                <a:gd name="connsiteY5" fmla="*/ 306009 h 350621"/>
                <a:gd name="connsiteX6" fmla="*/ 324885 w 739094"/>
                <a:gd name="connsiteY6" fmla="*/ 350352 h 35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9094" h="350621">
                  <a:moveTo>
                    <a:pt x="21858" y="261661"/>
                  </a:moveTo>
                  <a:lnTo>
                    <a:pt x="-314" y="224708"/>
                  </a:lnTo>
                  <a:lnTo>
                    <a:pt x="206632" y="47325"/>
                  </a:lnTo>
                  <a:cubicBezTo>
                    <a:pt x="359624" y="-26317"/>
                    <a:pt x="544044" y="-5068"/>
                    <a:pt x="738781" y="47325"/>
                  </a:cubicBezTo>
                  <a:lnTo>
                    <a:pt x="738781" y="99059"/>
                  </a:lnTo>
                  <a:lnTo>
                    <a:pt x="546617" y="306009"/>
                  </a:lnTo>
                  <a:lnTo>
                    <a:pt x="324885" y="35035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6" name="자유형: 도형 225">
              <a:extLst>
                <a:ext uri="{FF2B5EF4-FFF2-40B4-BE49-F238E27FC236}">
                  <a16:creationId xmlns:a16="http://schemas.microsoft.com/office/drawing/2014/main" id="{1F35891B-A0AC-45EB-AE5D-4B73BD92656A}"/>
                </a:ext>
              </a:extLst>
            </p:cNvPr>
            <p:cNvSpPr/>
            <p:nvPr/>
          </p:nvSpPr>
          <p:spPr>
            <a:xfrm>
              <a:off x="10915650" y="3674745"/>
              <a:ext cx="402590" cy="503555"/>
            </a:xfrm>
            <a:custGeom>
              <a:avLst/>
              <a:gdLst>
                <a:gd name="connsiteX0" fmla="*/ 335191 w 406499"/>
                <a:gd name="connsiteY0" fmla="*/ 115369 h 528906"/>
                <a:gd name="connsiteX1" fmla="*/ 335191 w 406499"/>
                <a:gd name="connsiteY1" fmla="*/ -269 h 528906"/>
                <a:gd name="connsiteX2" fmla="*/ 265520 w 406499"/>
                <a:gd name="connsiteY2" fmla="*/ -269 h 528906"/>
                <a:gd name="connsiteX3" fmla="*/ 265520 w 406499"/>
                <a:gd name="connsiteY3" fmla="*/ 36196 h 528906"/>
                <a:gd name="connsiteX4" fmla="*/ 243590 w 406499"/>
                <a:gd name="connsiteY4" fmla="*/ 11275 h 528906"/>
                <a:gd name="connsiteX5" fmla="*/ 66206 w 406499"/>
                <a:gd name="connsiteY5" fmla="*/ 188658 h 528906"/>
                <a:gd name="connsiteX6" fmla="*/ 36639 w 406499"/>
                <a:gd name="connsiteY6" fmla="*/ 218220 h 528906"/>
                <a:gd name="connsiteX7" fmla="*/ -314 w 406499"/>
                <a:gd name="connsiteY7" fmla="*/ 366041 h 528906"/>
                <a:gd name="connsiteX8" fmla="*/ 66206 w 406499"/>
                <a:gd name="connsiteY8" fmla="*/ 528637 h 528906"/>
                <a:gd name="connsiteX9" fmla="*/ 406186 w 406499"/>
                <a:gd name="connsiteY9" fmla="*/ 528637 h 528906"/>
                <a:gd name="connsiteX10" fmla="*/ 406186 w 406499"/>
                <a:gd name="connsiteY10" fmla="*/ 196048 h 528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6499" h="528906">
                  <a:moveTo>
                    <a:pt x="335191" y="115369"/>
                  </a:moveTo>
                  <a:cubicBezTo>
                    <a:pt x="371940" y="74493"/>
                    <a:pt x="377048" y="35622"/>
                    <a:pt x="335191" y="-269"/>
                  </a:cubicBezTo>
                  <a:lnTo>
                    <a:pt x="265520" y="-269"/>
                  </a:lnTo>
                  <a:lnTo>
                    <a:pt x="265520" y="36196"/>
                  </a:lnTo>
                  <a:lnTo>
                    <a:pt x="243590" y="11275"/>
                  </a:lnTo>
                  <a:lnTo>
                    <a:pt x="66206" y="188658"/>
                  </a:lnTo>
                  <a:lnTo>
                    <a:pt x="36639" y="218220"/>
                  </a:lnTo>
                  <a:lnTo>
                    <a:pt x="-314" y="366041"/>
                  </a:lnTo>
                  <a:lnTo>
                    <a:pt x="66206" y="528637"/>
                  </a:lnTo>
                  <a:lnTo>
                    <a:pt x="406186" y="528637"/>
                  </a:lnTo>
                  <a:lnTo>
                    <a:pt x="406186" y="196048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7" name="자유형: 도형 226">
              <a:extLst>
                <a:ext uri="{FF2B5EF4-FFF2-40B4-BE49-F238E27FC236}">
                  <a16:creationId xmlns:a16="http://schemas.microsoft.com/office/drawing/2014/main" id="{074B7363-CD4E-417E-93E1-466AB181790F}"/>
                </a:ext>
              </a:extLst>
            </p:cNvPr>
            <p:cNvSpPr/>
            <p:nvPr/>
          </p:nvSpPr>
          <p:spPr>
            <a:xfrm>
              <a:off x="10386695" y="3855085"/>
              <a:ext cx="594995" cy="323850"/>
            </a:xfrm>
            <a:custGeom>
              <a:avLst/>
              <a:gdLst>
                <a:gd name="connsiteX0" fmla="*/ 38514 w 600538"/>
                <a:gd name="connsiteY0" fmla="*/ -269 h 339979"/>
                <a:gd name="connsiteX1" fmla="*/ 600225 w 600538"/>
                <a:gd name="connsiteY1" fmla="*/ -269 h 339979"/>
                <a:gd name="connsiteX2" fmla="*/ 600225 w 600538"/>
                <a:gd name="connsiteY2" fmla="*/ 339710 h 339979"/>
                <a:gd name="connsiteX3" fmla="*/ 38514 w 600538"/>
                <a:gd name="connsiteY3" fmla="*/ 339710 h 339979"/>
                <a:gd name="connsiteX4" fmla="*/ 38514 w 600538"/>
                <a:gd name="connsiteY4" fmla="*/ -269 h 33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0538" h="339979">
                  <a:moveTo>
                    <a:pt x="38514" y="-269"/>
                  </a:moveTo>
                  <a:lnTo>
                    <a:pt x="600225" y="-269"/>
                  </a:lnTo>
                  <a:lnTo>
                    <a:pt x="600225" y="339710"/>
                  </a:lnTo>
                  <a:lnTo>
                    <a:pt x="38514" y="339710"/>
                  </a:lnTo>
                  <a:cubicBezTo>
                    <a:pt x="-29443" y="266191"/>
                    <a:pt x="5859" y="132181"/>
                    <a:pt x="38514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8" name="자유형: 도형 227">
              <a:extLst>
                <a:ext uri="{FF2B5EF4-FFF2-40B4-BE49-F238E27FC236}">
                  <a16:creationId xmlns:a16="http://schemas.microsoft.com/office/drawing/2014/main" id="{D48781A4-1707-4B9A-81C1-B399A1E45A81}"/>
                </a:ext>
              </a:extLst>
            </p:cNvPr>
            <p:cNvSpPr/>
            <p:nvPr/>
          </p:nvSpPr>
          <p:spPr>
            <a:xfrm>
              <a:off x="10787380" y="3956685"/>
              <a:ext cx="116840" cy="98425"/>
            </a:xfrm>
            <a:custGeom>
              <a:avLst/>
              <a:gdLst>
                <a:gd name="connsiteX0" fmla="*/ 0 w 118254"/>
                <a:gd name="connsiteY0" fmla="*/ 0 h 103473"/>
                <a:gd name="connsiteX1" fmla="*/ 118255 w 118254"/>
                <a:gd name="connsiteY1" fmla="*/ 0 h 103473"/>
                <a:gd name="connsiteX2" fmla="*/ 118255 w 118254"/>
                <a:gd name="connsiteY2" fmla="*/ 103473 h 103473"/>
                <a:gd name="connsiteX3" fmla="*/ 0 w 118254"/>
                <a:gd name="connsiteY3" fmla="*/ 103473 h 103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254" h="103473">
                  <a:moveTo>
                    <a:pt x="0" y="0"/>
                  </a:moveTo>
                  <a:lnTo>
                    <a:pt x="118255" y="0"/>
                  </a:lnTo>
                  <a:lnTo>
                    <a:pt x="118255" y="103473"/>
                  </a:lnTo>
                  <a:lnTo>
                    <a:pt x="0" y="10347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9" name="자유형: 도형 228">
              <a:extLst>
                <a:ext uri="{FF2B5EF4-FFF2-40B4-BE49-F238E27FC236}">
                  <a16:creationId xmlns:a16="http://schemas.microsoft.com/office/drawing/2014/main" id="{8F829C31-54F3-453C-B247-126784822F19}"/>
                </a:ext>
              </a:extLst>
            </p:cNvPr>
            <p:cNvSpPr/>
            <p:nvPr/>
          </p:nvSpPr>
          <p:spPr>
            <a:xfrm>
              <a:off x="10637520" y="3953510"/>
              <a:ext cx="102235" cy="225425"/>
            </a:xfrm>
            <a:custGeom>
              <a:avLst/>
              <a:gdLst>
                <a:gd name="connsiteX0" fmla="*/ 0 w 103473"/>
                <a:gd name="connsiteY0" fmla="*/ 0 h 236509"/>
                <a:gd name="connsiteX1" fmla="*/ 103473 w 103473"/>
                <a:gd name="connsiteY1" fmla="*/ 0 h 236509"/>
                <a:gd name="connsiteX2" fmla="*/ 103473 w 103473"/>
                <a:gd name="connsiteY2" fmla="*/ 236509 h 236509"/>
                <a:gd name="connsiteX3" fmla="*/ 0 w 103473"/>
                <a:gd name="connsiteY3" fmla="*/ 236509 h 236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6509">
                  <a:moveTo>
                    <a:pt x="0" y="0"/>
                  </a:moveTo>
                  <a:lnTo>
                    <a:pt x="103473" y="0"/>
                  </a:lnTo>
                  <a:lnTo>
                    <a:pt x="103473" y="236509"/>
                  </a:lnTo>
                  <a:lnTo>
                    <a:pt x="0" y="236509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0" name="자유형: 도형 229">
              <a:extLst>
                <a:ext uri="{FF2B5EF4-FFF2-40B4-BE49-F238E27FC236}">
                  <a16:creationId xmlns:a16="http://schemas.microsoft.com/office/drawing/2014/main" id="{0AF6FF4D-2589-4CFF-974A-EEE8AF5AB5D0}"/>
                </a:ext>
              </a:extLst>
            </p:cNvPr>
            <p:cNvSpPr/>
            <p:nvPr/>
          </p:nvSpPr>
          <p:spPr>
            <a:xfrm>
              <a:off x="10476230" y="395351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45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45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1" name="자유형: 도형 230">
              <a:extLst>
                <a:ext uri="{FF2B5EF4-FFF2-40B4-BE49-F238E27FC236}">
                  <a16:creationId xmlns:a16="http://schemas.microsoft.com/office/drawing/2014/main" id="{2464DE78-113D-4F18-BBA1-77DC6A17996B}"/>
                </a:ext>
              </a:extLst>
            </p:cNvPr>
            <p:cNvSpPr/>
            <p:nvPr/>
          </p:nvSpPr>
          <p:spPr>
            <a:xfrm>
              <a:off x="10476230" y="4016375"/>
              <a:ext cx="43815" cy="34925"/>
            </a:xfrm>
            <a:custGeom>
              <a:avLst/>
              <a:gdLst>
                <a:gd name="connsiteX0" fmla="*/ 40645 w 44343"/>
                <a:gd name="connsiteY0" fmla="*/ 0 h 36958"/>
                <a:gd name="connsiteX1" fmla="*/ 0 w 44343"/>
                <a:gd name="connsiteY1" fmla="*/ 0 h 36958"/>
                <a:gd name="connsiteX2" fmla="*/ 0 w 44343"/>
                <a:gd name="connsiteY2" fmla="*/ 36958 h 36958"/>
                <a:gd name="connsiteX3" fmla="*/ 44343 w 44343"/>
                <a:gd name="connsiteY3" fmla="*/ 36958 h 36958"/>
                <a:gd name="connsiteX4" fmla="*/ 44343 w 44343"/>
                <a:gd name="connsiteY4" fmla="*/ 0 h 36958"/>
                <a:gd name="connsiteX5" fmla="*/ 40645 w 44343"/>
                <a:gd name="connsiteY5" fmla="*/ 0 h 36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8">
                  <a:moveTo>
                    <a:pt x="40645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45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2" name="자유형: 도형 231">
              <a:extLst>
                <a:ext uri="{FF2B5EF4-FFF2-40B4-BE49-F238E27FC236}">
                  <a16:creationId xmlns:a16="http://schemas.microsoft.com/office/drawing/2014/main" id="{93EBF5BF-DE0C-4BA3-8458-093A039CB222}"/>
                </a:ext>
              </a:extLst>
            </p:cNvPr>
            <p:cNvSpPr/>
            <p:nvPr/>
          </p:nvSpPr>
          <p:spPr>
            <a:xfrm>
              <a:off x="10549255" y="395351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2A7D5036-4769-4329-8D7A-81664F343096}"/>
                </a:ext>
              </a:extLst>
            </p:cNvPr>
            <p:cNvSpPr/>
            <p:nvPr/>
          </p:nvSpPr>
          <p:spPr>
            <a:xfrm>
              <a:off x="10549255" y="401637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5870539E-6954-4C26-B427-3ADB4499617F}"/>
                </a:ext>
              </a:extLst>
            </p:cNvPr>
            <p:cNvSpPr/>
            <p:nvPr/>
          </p:nvSpPr>
          <p:spPr>
            <a:xfrm>
              <a:off x="11094720" y="3956685"/>
              <a:ext cx="43815" cy="34925"/>
            </a:xfrm>
            <a:custGeom>
              <a:avLst/>
              <a:gdLst>
                <a:gd name="connsiteX0" fmla="*/ 44349 w 44348"/>
                <a:gd name="connsiteY0" fmla="*/ 36958 h 36957"/>
                <a:gd name="connsiteX1" fmla="*/ 44349 w 44348"/>
                <a:gd name="connsiteY1" fmla="*/ 0 h 36957"/>
                <a:gd name="connsiteX2" fmla="*/ 0 w 44348"/>
                <a:gd name="connsiteY2" fmla="*/ 0 h 36957"/>
                <a:gd name="connsiteX3" fmla="*/ 0 w 44348"/>
                <a:gd name="connsiteY3" fmla="*/ 36958 h 36957"/>
                <a:gd name="connsiteX4" fmla="*/ 40651 w 44348"/>
                <a:gd name="connsiteY4" fmla="*/ 36958 h 36957"/>
                <a:gd name="connsiteX5" fmla="*/ 44349 w 44348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7">
                  <a:moveTo>
                    <a:pt x="44349" y="36958"/>
                  </a:moveTo>
                  <a:lnTo>
                    <a:pt x="44349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9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52253FCD-9E1C-4A78-A7E9-E17DE734AA1A}"/>
                </a:ext>
              </a:extLst>
            </p:cNvPr>
            <p:cNvSpPr/>
            <p:nvPr/>
          </p:nvSpPr>
          <p:spPr>
            <a:xfrm>
              <a:off x="11094720" y="4020185"/>
              <a:ext cx="43815" cy="34925"/>
            </a:xfrm>
            <a:custGeom>
              <a:avLst/>
              <a:gdLst>
                <a:gd name="connsiteX0" fmla="*/ 40651 w 44348"/>
                <a:gd name="connsiteY0" fmla="*/ 0 h 36952"/>
                <a:gd name="connsiteX1" fmla="*/ 0 w 44348"/>
                <a:gd name="connsiteY1" fmla="*/ 0 h 36952"/>
                <a:gd name="connsiteX2" fmla="*/ 0 w 44348"/>
                <a:gd name="connsiteY2" fmla="*/ 36953 h 36952"/>
                <a:gd name="connsiteX3" fmla="*/ 44349 w 44348"/>
                <a:gd name="connsiteY3" fmla="*/ 36953 h 36952"/>
                <a:gd name="connsiteX4" fmla="*/ 44349 w 44348"/>
                <a:gd name="connsiteY4" fmla="*/ 0 h 36952"/>
                <a:gd name="connsiteX5" fmla="*/ 40651 w 44348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9" y="36953"/>
                  </a:lnTo>
                  <a:lnTo>
                    <a:pt x="44349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6" name="자유형: 도형 235">
              <a:extLst>
                <a:ext uri="{FF2B5EF4-FFF2-40B4-BE49-F238E27FC236}">
                  <a16:creationId xmlns:a16="http://schemas.microsoft.com/office/drawing/2014/main" id="{3183AC10-BA41-4E46-B773-927D585FCDAA}"/>
                </a:ext>
              </a:extLst>
            </p:cNvPr>
            <p:cNvSpPr/>
            <p:nvPr/>
          </p:nvSpPr>
          <p:spPr>
            <a:xfrm>
              <a:off x="11167745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7" name="자유형: 도형 236">
              <a:extLst>
                <a:ext uri="{FF2B5EF4-FFF2-40B4-BE49-F238E27FC236}">
                  <a16:creationId xmlns:a16="http://schemas.microsoft.com/office/drawing/2014/main" id="{0C2BA7F3-3F2A-4C83-9F87-C41D96CBEB7F}"/>
                </a:ext>
              </a:extLst>
            </p:cNvPr>
            <p:cNvSpPr/>
            <p:nvPr/>
          </p:nvSpPr>
          <p:spPr>
            <a:xfrm>
              <a:off x="11167745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8" name="자유형: 도형 237">
              <a:extLst>
                <a:ext uri="{FF2B5EF4-FFF2-40B4-BE49-F238E27FC236}">
                  <a16:creationId xmlns:a16="http://schemas.microsoft.com/office/drawing/2014/main" id="{3FA45A4F-A89A-40C8-A01A-5E5823D9083C}"/>
                </a:ext>
              </a:extLst>
            </p:cNvPr>
            <p:cNvSpPr/>
            <p:nvPr/>
          </p:nvSpPr>
          <p:spPr>
            <a:xfrm>
              <a:off x="9419590" y="3094990"/>
              <a:ext cx="724535" cy="372745"/>
            </a:xfrm>
            <a:custGeom>
              <a:avLst/>
              <a:gdLst>
                <a:gd name="connsiteX0" fmla="*/ 36953 w 731698"/>
                <a:gd name="connsiteY0" fmla="*/ 214341 h 391724"/>
                <a:gd name="connsiteX1" fmla="*/ 0 w 731698"/>
                <a:gd name="connsiteY1" fmla="*/ 184774 h 391724"/>
                <a:gd name="connsiteX2" fmla="*/ 206945 w 731698"/>
                <a:gd name="connsiteY2" fmla="*/ 0 h 391724"/>
                <a:gd name="connsiteX3" fmla="*/ 731699 w 731698"/>
                <a:gd name="connsiteY3" fmla="*/ 0 h 391724"/>
                <a:gd name="connsiteX4" fmla="*/ 731699 w 731698"/>
                <a:gd name="connsiteY4" fmla="*/ 162602 h 391724"/>
                <a:gd name="connsiteX5" fmla="*/ 391719 w 731698"/>
                <a:gd name="connsiteY5" fmla="*/ 391724 h 391724"/>
                <a:gd name="connsiteX6" fmla="*/ 36953 w 731698"/>
                <a:gd name="connsiteY6" fmla="*/ 214341 h 39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1698" h="391724">
                  <a:moveTo>
                    <a:pt x="36953" y="214341"/>
                  </a:moveTo>
                  <a:lnTo>
                    <a:pt x="0" y="184774"/>
                  </a:lnTo>
                  <a:lnTo>
                    <a:pt x="206945" y="0"/>
                  </a:lnTo>
                  <a:lnTo>
                    <a:pt x="731699" y="0"/>
                  </a:lnTo>
                  <a:lnTo>
                    <a:pt x="731699" y="162602"/>
                  </a:lnTo>
                  <a:lnTo>
                    <a:pt x="391719" y="391724"/>
                  </a:lnTo>
                  <a:lnTo>
                    <a:pt x="36953" y="21434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9" name="자유형: 도형 238">
              <a:extLst>
                <a:ext uri="{FF2B5EF4-FFF2-40B4-BE49-F238E27FC236}">
                  <a16:creationId xmlns:a16="http://schemas.microsoft.com/office/drawing/2014/main" id="{B4449605-0840-4852-91EE-3C150ABA5E96}"/>
                </a:ext>
              </a:extLst>
            </p:cNvPr>
            <p:cNvSpPr/>
            <p:nvPr/>
          </p:nvSpPr>
          <p:spPr>
            <a:xfrm>
              <a:off x="9808210" y="3094990"/>
              <a:ext cx="570865" cy="1083310"/>
            </a:xfrm>
            <a:custGeom>
              <a:avLst/>
              <a:gdLst>
                <a:gd name="connsiteX0" fmla="*/ 435009 w 576167"/>
                <a:gd name="connsiteY0" fmla="*/ 103380 h 1138203"/>
                <a:gd name="connsiteX1" fmla="*/ 435009 w 576167"/>
                <a:gd name="connsiteY1" fmla="*/ 3423 h 1138203"/>
                <a:gd name="connsiteX2" fmla="*/ 365337 w 576167"/>
                <a:gd name="connsiteY2" fmla="*/ 3423 h 1138203"/>
                <a:gd name="connsiteX3" fmla="*/ 365337 w 576167"/>
                <a:gd name="connsiteY3" fmla="*/ 27905 h 1138203"/>
                <a:gd name="connsiteX4" fmla="*/ 339334 w 576167"/>
                <a:gd name="connsiteY4" fmla="*/ -269 h 1138203"/>
                <a:gd name="connsiteX5" fmla="*/ 169341 w 576167"/>
                <a:gd name="connsiteY5" fmla="*/ 184504 h 1138203"/>
                <a:gd name="connsiteX6" fmla="*/ 102827 w 576167"/>
                <a:gd name="connsiteY6" fmla="*/ 228853 h 1138203"/>
                <a:gd name="connsiteX7" fmla="*/ -314 w 576167"/>
                <a:gd name="connsiteY7" fmla="*/ 982391 h 1138203"/>
                <a:gd name="connsiteX8" fmla="*/ 155230 w 576167"/>
                <a:gd name="connsiteY8" fmla="*/ 1137934 h 1138203"/>
                <a:gd name="connsiteX9" fmla="*/ 516717 w 576167"/>
                <a:gd name="connsiteY9" fmla="*/ 1137934 h 1138203"/>
                <a:gd name="connsiteX10" fmla="*/ 516717 w 576167"/>
                <a:gd name="connsiteY10" fmla="*/ 191895 h 1138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167" h="1138203">
                  <a:moveTo>
                    <a:pt x="435009" y="103380"/>
                  </a:moveTo>
                  <a:lnTo>
                    <a:pt x="435009" y="3423"/>
                  </a:lnTo>
                  <a:lnTo>
                    <a:pt x="365337" y="3423"/>
                  </a:lnTo>
                  <a:lnTo>
                    <a:pt x="365337" y="27905"/>
                  </a:lnTo>
                  <a:lnTo>
                    <a:pt x="339334" y="-269"/>
                  </a:lnTo>
                  <a:lnTo>
                    <a:pt x="169341" y="184504"/>
                  </a:lnTo>
                  <a:lnTo>
                    <a:pt x="102827" y="228853"/>
                  </a:lnTo>
                  <a:lnTo>
                    <a:pt x="-314" y="982391"/>
                  </a:lnTo>
                  <a:lnTo>
                    <a:pt x="155230" y="1137934"/>
                  </a:lnTo>
                  <a:lnTo>
                    <a:pt x="516717" y="1137934"/>
                  </a:lnTo>
                  <a:cubicBezTo>
                    <a:pt x="572106" y="859314"/>
                    <a:pt x="616025" y="573093"/>
                    <a:pt x="516717" y="19189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0" name="자유형: 도형 239">
              <a:extLst>
                <a:ext uri="{FF2B5EF4-FFF2-40B4-BE49-F238E27FC236}">
                  <a16:creationId xmlns:a16="http://schemas.microsoft.com/office/drawing/2014/main" id="{59D4FF68-E11B-430E-BE98-1DF911327749}"/>
                </a:ext>
              </a:extLst>
            </p:cNvPr>
            <p:cNvSpPr/>
            <p:nvPr/>
          </p:nvSpPr>
          <p:spPr>
            <a:xfrm>
              <a:off x="9362440" y="3270885"/>
              <a:ext cx="614045" cy="907415"/>
            </a:xfrm>
            <a:custGeom>
              <a:avLst/>
              <a:gdLst>
                <a:gd name="connsiteX0" fmla="*/ 57585 w 619609"/>
                <a:gd name="connsiteY0" fmla="*/ -269 h 953429"/>
                <a:gd name="connsiteX1" fmla="*/ 619296 w 619609"/>
                <a:gd name="connsiteY1" fmla="*/ -269 h 953429"/>
                <a:gd name="connsiteX2" fmla="*/ 619296 w 619609"/>
                <a:gd name="connsiteY2" fmla="*/ 953161 h 953429"/>
                <a:gd name="connsiteX3" fmla="*/ 57585 w 619609"/>
                <a:gd name="connsiteY3" fmla="*/ 953161 h 953429"/>
                <a:gd name="connsiteX4" fmla="*/ 57585 w 619609"/>
                <a:gd name="connsiteY4" fmla="*/ -269 h 95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609" h="953429">
                  <a:moveTo>
                    <a:pt x="57585" y="-269"/>
                  </a:moveTo>
                  <a:lnTo>
                    <a:pt x="619296" y="-269"/>
                  </a:lnTo>
                  <a:lnTo>
                    <a:pt x="619296" y="953161"/>
                  </a:lnTo>
                  <a:lnTo>
                    <a:pt x="57585" y="953161"/>
                  </a:lnTo>
                  <a:cubicBezTo>
                    <a:pt x="-3881" y="582761"/>
                    <a:pt x="-33899" y="239271"/>
                    <a:pt x="57585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1" name="자유형: 도형 240">
              <a:extLst>
                <a:ext uri="{FF2B5EF4-FFF2-40B4-BE49-F238E27FC236}">
                  <a16:creationId xmlns:a16="http://schemas.microsoft.com/office/drawing/2014/main" id="{7B61E611-3A83-4BFA-BB34-89831BB110BB}"/>
                </a:ext>
              </a:extLst>
            </p:cNvPr>
            <p:cNvSpPr/>
            <p:nvPr/>
          </p:nvSpPr>
          <p:spPr>
            <a:xfrm>
              <a:off x="9635490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2" name="자유형: 도형 241">
              <a:extLst>
                <a:ext uri="{FF2B5EF4-FFF2-40B4-BE49-F238E27FC236}">
                  <a16:creationId xmlns:a16="http://schemas.microsoft.com/office/drawing/2014/main" id="{56737EA8-E5CF-4371-8173-16CDAD2C7E3B}"/>
                </a:ext>
              </a:extLst>
            </p:cNvPr>
            <p:cNvSpPr/>
            <p:nvPr/>
          </p:nvSpPr>
          <p:spPr>
            <a:xfrm>
              <a:off x="948182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3" name="자유형: 도형 242">
              <a:extLst>
                <a:ext uri="{FF2B5EF4-FFF2-40B4-BE49-F238E27FC236}">
                  <a16:creationId xmlns:a16="http://schemas.microsoft.com/office/drawing/2014/main" id="{F273ABC0-24B9-4A2A-89DA-A70F534FE4F2}"/>
                </a:ext>
              </a:extLst>
            </p:cNvPr>
            <p:cNvSpPr/>
            <p:nvPr/>
          </p:nvSpPr>
          <p:spPr>
            <a:xfrm>
              <a:off x="9481820" y="4048125"/>
              <a:ext cx="43815" cy="34925"/>
            </a:xfrm>
            <a:custGeom>
              <a:avLst/>
              <a:gdLst>
                <a:gd name="connsiteX0" fmla="*/ 40651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1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1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4" name="자유형: 도형 243">
              <a:extLst>
                <a:ext uri="{FF2B5EF4-FFF2-40B4-BE49-F238E27FC236}">
                  <a16:creationId xmlns:a16="http://schemas.microsoft.com/office/drawing/2014/main" id="{3D10913C-2D01-4AD8-A570-2B3C3E153525}"/>
                </a:ext>
              </a:extLst>
            </p:cNvPr>
            <p:cNvSpPr/>
            <p:nvPr/>
          </p:nvSpPr>
          <p:spPr>
            <a:xfrm>
              <a:off x="955484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5" name="자유형: 도형 244">
              <a:extLst>
                <a:ext uri="{FF2B5EF4-FFF2-40B4-BE49-F238E27FC236}">
                  <a16:creationId xmlns:a16="http://schemas.microsoft.com/office/drawing/2014/main" id="{D8EFFA32-3240-4EE4-BF66-36329E0338B7}"/>
                </a:ext>
              </a:extLst>
            </p:cNvPr>
            <p:cNvSpPr/>
            <p:nvPr/>
          </p:nvSpPr>
          <p:spPr>
            <a:xfrm>
              <a:off x="978217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6" name="자유형: 도형 245">
              <a:extLst>
                <a:ext uri="{FF2B5EF4-FFF2-40B4-BE49-F238E27FC236}">
                  <a16:creationId xmlns:a16="http://schemas.microsoft.com/office/drawing/2014/main" id="{55ED14B8-5073-4CE0-BD5A-57158A238666}"/>
                </a:ext>
              </a:extLst>
            </p:cNvPr>
            <p:cNvSpPr/>
            <p:nvPr/>
          </p:nvSpPr>
          <p:spPr>
            <a:xfrm>
              <a:off x="985520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7" name="자유형: 도형 246">
              <a:extLst>
                <a:ext uri="{FF2B5EF4-FFF2-40B4-BE49-F238E27FC236}">
                  <a16:creationId xmlns:a16="http://schemas.microsoft.com/office/drawing/2014/main" id="{5E2CBB2A-A69F-427E-B839-1A477514EA8D}"/>
                </a:ext>
              </a:extLst>
            </p:cNvPr>
            <p:cNvSpPr/>
            <p:nvPr/>
          </p:nvSpPr>
          <p:spPr>
            <a:xfrm>
              <a:off x="985520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8" name="자유형: 도형 247">
              <a:extLst>
                <a:ext uri="{FF2B5EF4-FFF2-40B4-BE49-F238E27FC236}">
                  <a16:creationId xmlns:a16="http://schemas.microsoft.com/office/drawing/2014/main" id="{CAA3D9AA-06E7-44B0-ADA0-059D97625900}"/>
                </a:ext>
              </a:extLst>
            </p:cNvPr>
            <p:cNvSpPr/>
            <p:nvPr/>
          </p:nvSpPr>
          <p:spPr>
            <a:xfrm>
              <a:off x="10089515" y="328168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9" name="자유형: 도형 248">
              <a:extLst>
                <a:ext uri="{FF2B5EF4-FFF2-40B4-BE49-F238E27FC236}">
                  <a16:creationId xmlns:a16="http://schemas.microsoft.com/office/drawing/2014/main" id="{CA46525B-0BCF-418D-B178-044AFF35F36F}"/>
                </a:ext>
              </a:extLst>
            </p:cNvPr>
            <p:cNvSpPr/>
            <p:nvPr/>
          </p:nvSpPr>
          <p:spPr>
            <a:xfrm>
              <a:off x="10089515" y="3344545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0" name="자유형: 도형 249">
              <a:extLst>
                <a:ext uri="{FF2B5EF4-FFF2-40B4-BE49-F238E27FC236}">
                  <a16:creationId xmlns:a16="http://schemas.microsoft.com/office/drawing/2014/main" id="{ACF33343-3A68-473F-98D2-6C5716F7D1F1}"/>
                </a:ext>
              </a:extLst>
            </p:cNvPr>
            <p:cNvSpPr/>
            <p:nvPr/>
          </p:nvSpPr>
          <p:spPr>
            <a:xfrm>
              <a:off x="10162540" y="32816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B7304BD4-E887-4B48-A47D-8A492F7BDB5A}"/>
                </a:ext>
              </a:extLst>
            </p:cNvPr>
            <p:cNvSpPr/>
            <p:nvPr/>
          </p:nvSpPr>
          <p:spPr>
            <a:xfrm>
              <a:off x="10162540" y="334454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F2B88610-A6B2-4EBA-8892-C118563E8B7C}"/>
                </a:ext>
              </a:extLst>
            </p:cNvPr>
            <p:cNvSpPr/>
            <p:nvPr/>
          </p:nvSpPr>
          <p:spPr>
            <a:xfrm>
              <a:off x="10089515" y="34785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BB2FAB04-7447-45D9-BABE-EAA12F4C4629}"/>
                </a:ext>
              </a:extLst>
            </p:cNvPr>
            <p:cNvSpPr/>
            <p:nvPr/>
          </p:nvSpPr>
          <p:spPr>
            <a:xfrm>
              <a:off x="10089515" y="35420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4" name="자유형: 도형 253">
              <a:extLst>
                <a:ext uri="{FF2B5EF4-FFF2-40B4-BE49-F238E27FC236}">
                  <a16:creationId xmlns:a16="http://schemas.microsoft.com/office/drawing/2014/main" id="{3EE77BE6-9535-4D04-BC79-95CF4A681071}"/>
                </a:ext>
              </a:extLst>
            </p:cNvPr>
            <p:cNvSpPr/>
            <p:nvPr/>
          </p:nvSpPr>
          <p:spPr>
            <a:xfrm>
              <a:off x="10162540" y="34785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5" name="자유형: 도형 254">
              <a:extLst>
                <a:ext uri="{FF2B5EF4-FFF2-40B4-BE49-F238E27FC236}">
                  <a16:creationId xmlns:a16="http://schemas.microsoft.com/office/drawing/2014/main" id="{4D847192-4CD9-46F9-8694-FEDBC5EABF47}"/>
                </a:ext>
              </a:extLst>
            </p:cNvPr>
            <p:cNvSpPr/>
            <p:nvPr/>
          </p:nvSpPr>
          <p:spPr>
            <a:xfrm>
              <a:off x="10162540" y="354139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6" name="자유형: 도형 255">
              <a:extLst>
                <a:ext uri="{FF2B5EF4-FFF2-40B4-BE49-F238E27FC236}">
                  <a16:creationId xmlns:a16="http://schemas.microsoft.com/office/drawing/2014/main" id="{495A96A7-B3E3-4DFA-80E3-0084B61125BE}"/>
                </a:ext>
              </a:extLst>
            </p:cNvPr>
            <p:cNvSpPr/>
            <p:nvPr/>
          </p:nvSpPr>
          <p:spPr>
            <a:xfrm>
              <a:off x="10089515" y="367538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7" name="자유형: 도형 256">
              <a:extLst>
                <a:ext uri="{FF2B5EF4-FFF2-40B4-BE49-F238E27FC236}">
                  <a16:creationId xmlns:a16="http://schemas.microsoft.com/office/drawing/2014/main" id="{0F880789-1C12-40A4-B30D-6944AE6F99E8}"/>
                </a:ext>
              </a:extLst>
            </p:cNvPr>
            <p:cNvSpPr/>
            <p:nvPr/>
          </p:nvSpPr>
          <p:spPr>
            <a:xfrm>
              <a:off x="10089515" y="373888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8" name="자유형: 도형 257">
              <a:extLst>
                <a:ext uri="{FF2B5EF4-FFF2-40B4-BE49-F238E27FC236}">
                  <a16:creationId xmlns:a16="http://schemas.microsoft.com/office/drawing/2014/main" id="{331FF64A-193D-4CE2-BB28-156139C415ED}"/>
                </a:ext>
              </a:extLst>
            </p:cNvPr>
            <p:cNvSpPr/>
            <p:nvPr/>
          </p:nvSpPr>
          <p:spPr>
            <a:xfrm>
              <a:off x="10162540" y="36753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9" name="자유형: 도형 258">
              <a:extLst>
                <a:ext uri="{FF2B5EF4-FFF2-40B4-BE49-F238E27FC236}">
                  <a16:creationId xmlns:a16="http://schemas.microsoft.com/office/drawing/2014/main" id="{172230A8-B5E1-4471-ADEE-04C9872FA11A}"/>
                </a:ext>
              </a:extLst>
            </p:cNvPr>
            <p:cNvSpPr/>
            <p:nvPr/>
          </p:nvSpPr>
          <p:spPr>
            <a:xfrm>
              <a:off x="10162540" y="37388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0" name="자유형: 도형 259">
              <a:extLst>
                <a:ext uri="{FF2B5EF4-FFF2-40B4-BE49-F238E27FC236}">
                  <a16:creationId xmlns:a16="http://schemas.microsoft.com/office/drawing/2014/main" id="{4CE03375-FD49-48B0-A603-200851107231}"/>
                </a:ext>
              </a:extLst>
            </p:cNvPr>
            <p:cNvSpPr/>
            <p:nvPr/>
          </p:nvSpPr>
          <p:spPr>
            <a:xfrm>
              <a:off x="10089515" y="38722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1" name="자유형: 도형 260">
              <a:extLst>
                <a:ext uri="{FF2B5EF4-FFF2-40B4-BE49-F238E27FC236}">
                  <a16:creationId xmlns:a16="http://schemas.microsoft.com/office/drawing/2014/main" id="{82A802DA-688C-49FA-965D-7C80AA2E9461}"/>
                </a:ext>
              </a:extLst>
            </p:cNvPr>
            <p:cNvSpPr/>
            <p:nvPr/>
          </p:nvSpPr>
          <p:spPr>
            <a:xfrm>
              <a:off x="10089515" y="39357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2" name="자유형: 도형 261">
              <a:extLst>
                <a:ext uri="{FF2B5EF4-FFF2-40B4-BE49-F238E27FC236}">
                  <a16:creationId xmlns:a16="http://schemas.microsoft.com/office/drawing/2014/main" id="{AFCD285E-CF8F-4248-94AB-EB37302D8FA5}"/>
                </a:ext>
              </a:extLst>
            </p:cNvPr>
            <p:cNvSpPr/>
            <p:nvPr/>
          </p:nvSpPr>
          <p:spPr>
            <a:xfrm>
              <a:off x="10162540" y="38722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3" name="자유형: 도형 262">
              <a:extLst>
                <a:ext uri="{FF2B5EF4-FFF2-40B4-BE49-F238E27FC236}">
                  <a16:creationId xmlns:a16="http://schemas.microsoft.com/office/drawing/2014/main" id="{BD04327F-DE21-46E8-957F-85C9477D5BED}"/>
                </a:ext>
              </a:extLst>
            </p:cNvPr>
            <p:cNvSpPr/>
            <p:nvPr/>
          </p:nvSpPr>
          <p:spPr>
            <a:xfrm>
              <a:off x="10162540" y="39357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4" name="자유형: 도형 263">
              <a:extLst>
                <a:ext uri="{FF2B5EF4-FFF2-40B4-BE49-F238E27FC236}">
                  <a16:creationId xmlns:a16="http://schemas.microsoft.com/office/drawing/2014/main" id="{D8D35C8C-3784-4744-A4F9-588B40B123D2}"/>
                </a:ext>
              </a:extLst>
            </p:cNvPr>
            <p:cNvSpPr/>
            <p:nvPr/>
          </p:nvSpPr>
          <p:spPr>
            <a:xfrm>
              <a:off x="9481820" y="331660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90961" y="50505"/>
                    <a:pt x="147674" y="5322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5" name="자유형: 도형 264">
              <a:extLst>
                <a:ext uri="{FF2B5EF4-FFF2-40B4-BE49-F238E27FC236}">
                  <a16:creationId xmlns:a16="http://schemas.microsoft.com/office/drawing/2014/main" id="{9C2D8F44-AEB3-489F-8E03-54BC22C00585}"/>
                </a:ext>
              </a:extLst>
            </p:cNvPr>
            <p:cNvSpPr/>
            <p:nvPr/>
          </p:nvSpPr>
          <p:spPr>
            <a:xfrm>
              <a:off x="9481820" y="348551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3482" y="39148"/>
                    <a:pt x="276373" y="3914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6" name="자유형: 도형 265">
              <a:extLst>
                <a:ext uri="{FF2B5EF4-FFF2-40B4-BE49-F238E27FC236}">
                  <a16:creationId xmlns:a16="http://schemas.microsoft.com/office/drawing/2014/main" id="{0EF59F25-F866-4AF3-8648-A578C6B0FD26}"/>
                </a:ext>
              </a:extLst>
            </p:cNvPr>
            <p:cNvSpPr/>
            <p:nvPr/>
          </p:nvSpPr>
          <p:spPr>
            <a:xfrm>
              <a:off x="9481820" y="365442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82273" y="41774"/>
                    <a:pt x="139227" y="3957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7" name="자유형: 도형 266">
              <a:extLst>
                <a:ext uri="{FF2B5EF4-FFF2-40B4-BE49-F238E27FC236}">
                  <a16:creationId xmlns:a16="http://schemas.microsoft.com/office/drawing/2014/main" id="{99B5A67B-1393-4EE5-AD50-4C20E363A0BE}"/>
                </a:ext>
              </a:extLst>
            </p:cNvPr>
            <p:cNvSpPr/>
            <p:nvPr/>
          </p:nvSpPr>
          <p:spPr>
            <a:xfrm>
              <a:off x="9481820" y="382333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9495" y="53608"/>
                    <a:pt x="282514" y="5136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8" name="자유형: 도형 267">
              <a:extLst>
                <a:ext uri="{FF2B5EF4-FFF2-40B4-BE49-F238E27FC236}">
                  <a16:creationId xmlns:a16="http://schemas.microsoft.com/office/drawing/2014/main" id="{C436CAC5-547E-4B57-8A56-C59F68D8E876}"/>
                </a:ext>
              </a:extLst>
            </p:cNvPr>
            <p:cNvSpPr/>
            <p:nvPr/>
          </p:nvSpPr>
          <p:spPr>
            <a:xfrm>
              <a:off x="11558905" y="3676650"/>
              <a:ext cx="503555" cy="172720"/>
            </a:xfrm>
            <a:custGeom>
              <a:avLst/>
              <a:gdLst>
                <a:gd name="connsiteX0" fmla="*/ 206610 w 508118"/>
                <a:gd name="connsiteY0" fmla="*/ -269 h 181483"/>
                <a:gd name="connsiteX1" fmla="*/ 507805 w 508118"/>
                <a:gd name="connsiteY1" fmla="*/ -269 h 181483"/>
                <a:gd name="connsiteX2" fmla="*/ 507805 w 508118"/>
                <a:gd name="connsiteY2" fmla="*/ 144861 h 181483"/>
                <a:gd name="connsiteX3" fmla="*/ 480901 w 508118"/>
                <a:gd name="connsiteY3" fmla="*/ 153281 h 181483"/>
                <a:gd name="connsiteX4" fmla="*/ 391400 w 508118"/>
                <a:gd name="connsiteY4" fmla="*/ 181214 h 181483"/>
                <a:gd name="connsiteX5" fmla="*/ 250986 w 508118"/>
                <a:gd name="connsiteY5" fmla="*/ 148688 h 181483"/>
                <a:gd name="connsiteX6" fmla="*/ 110732 w 508118"/>
                <a:gd name="connsiteY6" fmla="*/ 116184 h 181483"/>
                <a:gd name="connsiteX7" fmla="*/ 36666 w 508118"/>
                <a:gd name="connsiteY7" fmla="*/ 99028 h 181483"/>
                <a:gd name="connsiteX8" fmla="*/ -314 w 508118"/>
                <a:gd name="connsiteY8" fmla="*/ 85346 h 181483"/>
                <a:gd name="connsiteX9" fmla="*/ 206610 w 508118"/>
                <a:gd name="connsiteY9" fmla="*/ -269 h 18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8118" h="181483">
                  <a:moveTo>
                    <a:pt x="206610" y="-269"/>
                  </a:moveTo>
                  <a:lnTo>
                    <a:pt x="507805" y="-269"/>
                  </a:lnTo>
                  <a:lnTo>
                    <a:pt x="507805" y="144861"/>
                  </a:lnTo>
                  <a:lnTo>
                    <a:pt x="480901" y="153281"/>
                  </a:lnTo>
                  <a:lnTo>
                    <a:pt x="391400" y="181214"/>
                  </a:lnTo>
                  <a:lnTo>
                    <a:pt x="250986" y="148688"/>
                  </a:lnTo>
                  <a:lnTo>
                    <a:pt x="110732" y="116184"/>
                  </a:lnTo>
                  <a:lnTo>
                    <a:pt x="36666" y="99028"/>
                  </a:lnTo>
                  <a:lnTo>
                    <a:pt x="-314" y="85346"/>
                  </a:lnTo>
                  <a:cubicBezTo>
                    <a:pt x="30449" y="43136"/>
                    <a:pt x="86400" y="9935"/>
                    <a:pt x="206610" y="-269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9" name="자유형: 도형 268">
              <a:extLst>
                <a:ext uri="{FF2B5EF4-FFF2-40B4-BE49-F238E27FC236}">
                  <a16:creationId xmlns:a16="http://schemas.microsoft.com/office/drawing/2014/main" id="{821EC4B6-DAD9-42A2-AA20-1C6CFF22D813}"/>
                </a:ext>
              </a:extLst>
            </p:cNvPr>
            <p:cNvSpPr/>
            <p:nvPr/>
          </p:nvSpPr>
          <p:spPr>
            <a:xfrm>
              <a:off x="11501755" y="3757930"/>
              <a:ext cx="560705" cy="420370"/>
            </a:xfrm>
            <a:custGeom>
              <a:avLst/>
              <a:gdLst>
                <a:gd name="connsiteX0" fmla="*/ 565639 w 565952"/>
                <a:gd name="connsiteY0" fmla="*/ -269 h 441721"/>
                <a:gd name="connsiteX1" fmla="*/ 565639 w 565952"/>
                <a:gd name="connsiteY1" fmla="*/ 441452 h 441721"/>
                <a:gd name="connsiteX2" fmla="*/ 57521 w 565952"/>
                <a:gd name="connsiteY2" fmla="*/ 441452 h 441721"/>
                <a:gd name="connsiteX3" fmla="*/ 57093 w 565952"/>
                <a:gd name="connsiteY3" fmla="*/ 440653 h 441721"/>
                <a:gd name="connsiteX4" fmla="*/ 57093 w 565952"/>
                <a:gd name="connsiteY4" fmla="*/ 440632 h 441721"/>
                <a:gd name="connsiteX5" fmla="*/ 56664 w 565952"/>
                <a:gd name="connsiteY5" fmla="*/ 439737 h 441721"/>
                <a:gd name="connsiteX6" fmla="*/ 35334 w 565952"/>
                <a:gd name="connsiteY6" fmla="*/ 391964 h 441721"/>
                <a:gd name="connsiteX7" fmla="*/ 57521 w 565952"/>
                <a:gd name="connsiteY7" fmla="*/ -269 h 4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5952" h="441721">
                  <a:moveTo>
                    <a:pt x="565639" y="-269"/>
                  </a:moveTo>
                  <a:lnTo>
                    <a:pt x="565639" y="441452"/>
                  </a:lnTo>
                  <a:lnTo>
                    <a:pt x="57521" y="441452"/>
                  </a:lnTo>
                  <a:cubicBezTo>
                    <a:pt x="57360" y="441179"/>
                    <a:pt x="57253" y="440927"/>
                    <a:pt x="57093" y="440653"/>
                  </a:cubicBezTo>
                  <a:lnTo>
                    <a:pt x="57093" y="440632"/>
                  </a:lnTo>
                  <a:cubicBezTo>
                    <a:pt x="56969" y="440321"/>
                    <a:pt x="56830" y="440026"/>
                    <a:pt x="56664" y="439737"/>
                  </a:cubicBezTo>
                  <a:cubicBezTo>
                    <a:pt x="48732" y="423771"/>
                    <a:pt x="41620" y="407849"/>
                    <a:pt x="35334" y="391964"/>
                  </a:cubicBezTo>
                  <a:cubicBezTo>
                    <a:pt x="-17992" y="257562"/>
                    <a:pt x="-12204" y="126709"/>
                    <a:pt x="57521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0" name="자유형: 도형 269">
              <a:extLst>
                <a:ext uri="{FF2B5EF4-FFF2-40B4-BE49-F238E27FC236}">
                  <a16:creationId xmlns:a16="http://schemas.microsoft.com/office/drawing/2014/main" id="{4945369B-A743-4A27-9093-3B6DA916B9BE}"/>
                </a:ext>
              </a:extLst>
            </p:cNvPr>
            <p:cNvSpPr/>
            <p:nvPr/>
          </p:nvSpPr>
          <p:spPr>
            <a:xfrm>
              <a:off x="11774805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1" name="자유형: 도형 270">
              <a:extLst>
                <a:ext uri="{FF2B5EF4-FFF2-40B4-BE49-F238E27FC236}">
                  <a16:creationId xmlns:a16="http://schemas.microsoft.com/office/drawing/2014/main" id="{8DDC8540-CCD6-4A42-90CD-C64EC4038E92}"/>
                </a:ext>
              </a:extLst>
            </p:cNvPr>
            <p:cNvSpPr/>
            <p:nvPr/>
          </p:nvSpPr>
          <p:spPr>
            <a:xfrm>
              <a:off x="11621135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2" name="자유형: 도형 271">
              <a:extLst>
                <a:ext uri="{FF2B5EF4-FFF2-40B4-BE49-F238E27FC236}">
                  <a16:creationId xmlns:a16="http://schemas.microsoft.com/office/drawing/2014/main" id="{DF94019A-EAAE-4EE2-BE26-66BEEBF9B42F}"/>
                </a:ext>
              </a:extLst>
            </p:cNvPr>
            <p:cNvSpPr/>
            <p:nvPr/>
          </p:nvSpPr>
          <p:spPr>
            <a:xfrm>
              <a:off x="1162113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3" name="자유형: 도형 272">
              <a:extLst>
                <a:ext uri="{FF2B5EF4-FFF2-40B4-BE49-F238E27FC236}">
                  <a16:creationId xmlns:a16="http://schemas.microsoft.com/office/drawing/2014/main" id="{6BFB1048-DF79-40A2-92E8-951D77089606}"/>
                </a:ext>
              </a:extLst>
            </p:cNvPr>
            <p:cNvSpPr/>
            <p:nvPr/>
          </p:nvSpPr>
          <p:spPr>
            <a:xfrm>
              <a:off x="1169416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4" name="자유형: 도형 273">
              <a:extLst>
                <a:ext uri="{FF2B5EF4-FFF2-40B4-BE49-F238E27FC236}">
                  <a16:creationId xmlns:a16="http://schemas.microsoft.com/office/drawing/2014/main" id="{AB067930-12D5-44BF-98CF-DADDE00A49E8}"/>
                </a:ext>
              </a:extLst>
            </p:cNvPr>
            <p:cNvSpPr/>
            <p:nvPr/>
          </p:nvSpPr>
          <p:spPr>
            <a:xfrm>
              <a:off x="1169416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5" name="자유형: 도형 274">
              <a:extLst>
                <a:ext uri="{FF2B5EF4-FFF2-40B4-BE49-F238E27FC236}">
                  <a16:creationId xmlns:a16="http://schemas.microsoft.com/office/drawing/2014/main" id="{8744A48D-6989-4C8B-BC14-3CDC50FED75B}"/>
                </a:ext>
              </a:extLst>
            </p:cNvPr>
            <p:cNvSpPr/>
            <p:nvPr/>
          </p:nvSpPr>
          <p:spPr>
            <a:xfrm>
              <a:off x="1192149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6" name="자유형: 도형 275">
              <a:extLst>
                <a:ext uri="{FF2B5EF4-FFF2-40B4-BE49-F238E27FC236}">
                  <a16:creationId xmlns:a16="http://schemas.microsoft.com/office/drawing/2014/main" id="{A0DFEDCF-DA1E-493B-A0EE-81037A7C430A}"/>
                </a:ext>
              </a:extLst>
            </p:cNvPr>
            <p:cNvSpPr/>
            <p:nvPr/>
          </p:nvSpPr>
          <p:spPr>
            <a:xfrm>
              <a:off x="11921490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7" name="자유형: 도형 276">
              <a:extLst>
                <a:ext uri="{FF2B5EF4-FFF2-40B4-BE49-F238E27FC236}">
                  <a16:creationId xmlns:a16="http://schemas.microsoft.com/office/drawing/2014/main" id="{2868A23A-8696-4DE1-9570-27C4F5CCADA0}"/>
                </a:ext>
              </a:extLst>
            </p:cNvPr>
            <p:cNvSpPr/>
            <p:nvPr/>
          </p:nvSpPr>
          <p:spPr>
            <a:xfrm>
              <a:off x="1199451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3936D764-C20D-4FC9-95ED-99B10D45E3DC}"/>
                </a:ext>
              </a:extLst>
            </p:cNvPr>
            <p:cNvSpPr/>
            <p:nvPr/>
          </p:nvSpPr>
          <p:spPr>
            <a:xfrm>
              <a:off x="11994515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7FB9156F-1A97-455E-A2ED-669608C76B2B}"/>
                </a:ext>
              </a:extLst>
            </p:cNvPr>
            <p:cNvSpPr/>
            <p:nvPr/>
          </p:nvSpPr>
          <p:spPr>
            <a:xfrm>
              <a:off x="11668760" y="351345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BC3E728B-447D-4924-8778-84E991F5466E}"/>
                </a:ext>
              </a:extLst>
            </p:cNvPr>
            <p:cNvSpPr/>
            <p:nvPr/>
          </p:nvSpPr>
          <p:spPr>
            <a:xfrm>
              <a:off x="9758045" y="290131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29DB3CDE-4ECD-45FA-8B6E-CA1393854B75}"/>
                </a:ext>
              </a:extLst>
            </p:cNvPr>
            <p:cNvSpPr/>
            <p:nvPr/>
          </p:nvSpPr>
          <p:spPr>
            <a:xfrm>
              <a:off x="10766425" y="3467100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A7A4EE2-07CA-4C6C-A381-03CEBFBC4E60}"/>
                </a:ext>
              </a:extLst>
            </p:cNvPr>
            <p:cNvSpPr/>
            <p:nvPr/>
          </p:nvSpPr>
          <p:spPr>
            <a:xfrm>
              <a:off x="11668760" y="3823335"/>
              <a:ext cx="297815" cy="84455"/>
            </a:xfrm>
            <a:custGeom>
              <a:avLst/>
              <a:gdLst>
                <a:gd name="connsiteX0" fmla="*/ 0 w 300590"/>
                <a:gd name="connsiteY0" fmla="*/ 0 h 88691"/>
                <a:gd name="connsiteX1" fmla="*/ 300591 w 300590"/>
                <a:gd name="connsiteY1" fmla="*/ 0 h 88691"/>
                <a:gd name="connsiteX2" fmla="*/ 300591 w 300590"/>
                <a:gd name="connsiteY2" fmla="*/ 88691 h 88691"/>
                <a:gd name="connsiteX3" fmla="*/ 0 w 300590"/>
                <a:gd name="connsiteY3" fmla="*/ 88691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90" h="88691">
                  <a:moveTo>
                    <a:pt x="0" y="0"/>
                  </a:moveTo>
                  <a:lnTo>
                    <a:pt x="300591" y="0"/>
                  </a:lnTo>
                  <a:lnTo>
                    <a:pt x="300591" y="88691"/>
                  </a:lnTo>
                  <a:lnTo>
                    <a:pt x="0" y="8869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6A210F89-ED4D-4657-8F50-D404B205C400}"/>
                </a:ext>
              </a:extLst>
            </p:cNvPr>
            <p:cNvSpPr/>
            <p:nvPr/>
          </p:nvSpPr>
          <p:spPr>
            <a:xfrm>
              <a:off x="9036050" y="4175125"/>
              <a:ext cx="3025775" cy="10160"/>
            </a:xfrm>
            <a:custGeom>
              <a:avLst/>
              <a:gdLst>
                <a:gd name="connsiteX0" fmla="*/ 0 w 3054818"/>
                <a:gd name="connsiteY0" fmla="*/ 0 h 10718"/>
                <a:gd name="connsiteX1" fmla="*/ 3054818 w 3054818"/>
                <a:gd name="connsiteY1" fmla="*/ 0 h 10718"/>
                <a:gd name="connsiteX2" fmla="*/ 3054818 w 3054818"/>
                <a:gd name="connsiteY2" fmla="*/ 10719 h 10718"/>
                <a:gd name="connsiteX3" fmla="*/ 0 w 3054818"/>
                <a:gd name="connsiteY3" fmla="*/ 10719 h 10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4818" h="10718">
                  <a:moveTo>
                    <a:pt x="0" y="0"/>
                  </a:moveTo>
                  <a:lnTo>
                    <a:pt x="3054818" y="0"/>
                  </a:lnTo>
                  <a:lnTo>
                    <a:pt x="3054818" y="10719"/>
                  </a:lnTo>
                  <a:lnTo>
                    <a:pt x="0" y="10719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C4FEC323-A257-4272-BA3A-B335F5CDD838}"/>
                </a:ext>
              </a:extLst>
            </p:cNvPr>
            <p:cNvSpPr/>
            <p:nvPr/>
          </p:nvSpPr>
          <p:spPr>
            <a:xfrm>
              <a:off x="930465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7AFDEEE4-0E6B-4440-B189-231C1DE2FA91}"/>
                </a:ext>
              </a:extLst>
            </p:cNvPr>
            <p:cNvSpPr/>
            <p:nvPr/>
          </p:nvSpPr>
          <p:spPr>
            <a:xfrm>
              <a:off x="9202420" y="3568700"/>
              <a:ext cx="210820" cy="510540"/>
            </a:xfrm>
            <a:custGeom>
              <a:avLst/>
              <a:gdLst>
                <a:gd name="connsiteX0" fmla="*/ 212834 w 213150"/>
                <a:gd name="connsiteY0" fmla="*/ 267311 h 536131"/>
                <a:gd name="connsiteX1" fmla="*/ 109356 w 213150"/>
                <a:gd name="connsiteY1" fmla="*/ 535862 h 536131"/>
                <a:gd name="connsiteX2" fmla="*/ 3407 w 213150"/>
                <a:gd name="connsiteY2" fmla="*/ 268276 h 536131"/>
                <a:gd name="connsiteX3" fmla="*/ 106885 w 213150"/>
                <a:gd name="connsiteY3" fmla="*/ -269 h 536131"/>
                <a:gd name="connsiteX4" fmla="*/ 212834 w 213150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150" h="536131">
                  <a:moveTo>
                    <a:pt x="212834" y="267311"/>
                  </a:moveTo>
                  <a:cubicBezTo>
                    <a:pt x="213514" y="415363"/>
                    <a:pt x="109356" y="535862"/>
                    <a:pt x="109356" y="535862"/>
                  </a:cubicBezTo>
                  <a:cubicBezTo>
                    <a:pt x="109356" y="535862"/>
                    <a:pt x="-24038" y="413760"/>
                    <a:pt x="3407" y="268276"/>
                  </a:cubicBezTo>
                  <a:cubicBezTo>
                    <a:pt x="31002" y="121966"/>
                    <a:pt x="117020" y="352"/>
                    <a:pt x="106885" y="-269"/>
                  </a:cubicBezTo>
                  <a:cubicBezTo>
                    <a:pt x="106885" y="-269"/>
                    <a:pt x="212148" y="119265"/>
                    <a:pt x="212834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1E74FF04-BC41-4EE1-AB27-A6F90B8BF181}"/>
                </a:ext>
              </a:extLst>
            </p:cNvPr>
            <p:cNvSpPr/>
            <p:nvPr/>
          </p:nvSpPr>
          <p:spPr>
            <a:xfrm>
              <a:off x="1036637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085EC264-3CBC-4E37-B4D6-55341660F402}"/>
                </a:ext>
              </a:extLst>
            </p:cNvPr>
            <p:cNvSpPr/>
            <p:nvPr/>
          </p:nvSpPr>
          <p:spPr>
            <a:xfrm>
              <a:off x="10267950" y="3568700"/>
              <a:ext cx="208280" cy="510540"/>
            </a:xfrm>
            <a:custGeom>
              <a:avLst/>
              <a:gdLst>
                <a:gd name="connsiteX0" fmla="*/ 209116 w 210014"/>
                <a:gd name="connsiteY0" fmla="*/ 267311 h 536131"/>
                <a:gd name="connsiteX1" fmla="*/ 105638 w 210014"/>
                <a:gd name="connsiteY1" fmla="*/ 535862 h 536131"/>
                <a:gd name="connsiteX2" fmla="*/ -310 w 210014"/>
                <a:gd name="connsiteY2" fmla="*/ 268276 h 536131"/>
                <a:gd name="connsiteX3" fmla="*/ 103168 w 210014"/>
                <a:gd name="connsiteY3" fmla="*/ -269 h 536131"/>
                <a:gd name="connsiteX4" fmla="*/ 209116 w 210014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014" h="536131">
                  <a:moveTo>
                    <a:pt x="209116" y="267311"/>
                  </a:moveTo>
                  <a:cubicBezTo>
                    <a:pt x="218774" y="415047"/>
                    <a:pt x="105638" y="535862"/>
                    <a:pt x="105638" y="535862"/>
                  </a:cubicBezTo>
                  <a:cubicBezTo>
                    <a:pt x="105638" y="535862"/>
                    <a:pt x="370" y="416327"/>
                    <a:pt x="-310" y="268276"/>
                  </a:cubicBezTo>
                  <a:cubicBezTo>
                    <a:pt x="-996" y="120230"/>
                    <a:pt x="103168" y="-269"/>
                    <a:pt x="103168" y="-269"/>
                  </a:cubicBezTo>
                  <a:cubicBezTo>
                    <a:pt x="93012" y="40312"/>
                    <a:pt x="201297" y="147777"/>
                    <a:pt x="209116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8" name="자유형: 도형 287">
              <a:extLst>
                <a:ext uri="{FF2B5EF4-FFF2-40B4-BE49-F238E27FC236}">
                  <a16:creationId xmlns:a16="http://schemas.microsoft.com/office/drawing/2014/main" id="{28F5D58B-D222-4AA7-AEA2-E4A0B7001926}"/>
                </a:ext>
              </a:extLst>
            </p:cNvPr>
            <p:cNvSpPr/>
            <p:nvPr/>
          </p:nvSpPr>
          <p:spPr>
            <a:xfrm>
              <a:off x="9687560" y="309499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7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7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9" name="자유형: 도형 288">
              <a:extLst>
                <a:ext uri="{FF2B5EF4-FFF2-40B4-BE49-F238E27FC236}">
                  <a16:creationId xmlns:a16="http://schemas.microsoft.com/office/drawing/2014/main" id="{D712B89E-CEC2-4E3D-97F9-8D96BB30B572}"/>
                </a:ext>
              </a:extLst>
            </p:cNvPr>
            <p:cNvSpPr/>
            <p:nvPr/>
          </p:nvSpPr>
          <p:spPr>
            <a:xfrm>
              <a:off x="9020810" y="3681730"/>
              <a:ext cx="206375" cy="184785"/>
            </a:xfrm>
            <a:custGeom>
              <a:avLst/>
              <a:gdLst>
                <a:gd name="connsiteX0" fmla="*/ 207789 w 208102"/>
                <a:gd name="connsiteY0" fmla="*/ 162761 h 194222"/>
                <a:gd name="connsiteX1" fmla="*/ 182708 w 208102"/>
                <a:gd name="connsiteY1" fmla="*/ 185432 h 194222"/>
                <a:gd name="connsiteX2" fmla="*/ 179653 w 208102"/>
                <a:gd name="connsiteY2" fmla="*/ 188165 h 194222"/>
                <a:gd name="connsiteX3" fmla="*/ 173275 w 208102"/>
                <a:gd name="connsiteY3" fmla="*/ 193953 h 194222"/>
                <a:gd name="connsiteX4" fmla="*/ 15121 w 208102"/>
                <a:gd name="connsiteY4" fmla="*/ 190416 h 194222"/>
                <a:gd name="connsiteX5" fmla="*/ 15121 w 208102"/>
                <a:gd name="connsiteY5" fmla="*/ 3589 h 194222"/>
                <a:gd name="connsiteX6" fmla="*/ -314 w 208102"/>
                <a:gd name="connsiteY6" fmla="*/ 374 h 194222"/>
                <a:gd name="connsiteX7" fmla="*/ 12495 w 208102"/>
                <a:gd name="connsiteY7" fmla="*/ -269 h 194222"/>
                <a:gd name="connsiteX8" fmla="*/ 15121 w 208102"/>
                <a:gd name="connsiteY8" fmla="*/ 1928 h 194222"/>
                <a:gd name="connsiteX9" fmla="*/ 39614 w 208102"/>
                <a:gd name="connsiteY9" fmla="*/ 22347 h 194222"/>
                <a:gd name="connsiteX10" fmla="*/ 109285 w 208102"/>
                <a:gd name="connsiteY10" fmla="*/ 80549 h 194222"/>
                <a:gd name="connsiteX11" fmla="*/ 187102 w 208102"/>
                <a:gd name="connsiteY11" fmla="*/ 145505 h 19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102" h="194222">
                  <a:moveTo>
                    <a:pt x="207789" y="162761"/>
                  </a:moveTo>
                  <a:lnTo>
                    <a:pt x="182708" y="185432"/>
                  </a:lnTo>
                  <a:lnTo>
                    <a:pt x="179653" y="188165"/>
                  </a:lnTo>
                  <a:lnTo>
                    <a:pt x="173275" y="193953"/>
                  </a:lnTo>
                  <a:lnTo>
                    <a:pt x="15121" y="190416"/>
                  </a:lnTo>
                  <a:lnTo>
                    <a:pt x="15121" y="3589"/>
                  </a:lnTo>
                  <a:cubicBezTo>
                    <a:pt x="9976" y="2464"/>
                    <a:pt x="4831" y="1392"/>
                    <a:pt x="-314" y="374"/>
                  </a:cubicBezTo>
                  <a:lnTo>
                    <a:pt x="12495" y="-269"/>
                  </a:lnTo>
                  <a:lnTo>
                    <a:pt x="15121" y="1928"/>
                  </a:lnTo>
                  <a:lnTo>
                    <a:pt x="39614" y="22347"/>
                  </a:lnTo>
                  <a:lnTo>
                    <a:pt x="109285" y="80549"/>
                  </a:lnTo>
                  <a:lnTo>
                    <a:pt x="187102" y="14550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0" name="자유형: 도형 289">
              <a:extLst>
                <a:ext uri="{FF2B5EF4-FFF2-40B4-BE49-F238E27FC236}">
                  <a16:creationId xmlns:a16="http://schemas.microsoft.com/office/drawing/2014/main" id="{5B56CDF2-20E4-4522-A06D-19E999EE3628}"/>
                </a:ext>
              </a:extLst>
            </p:cNvPr>
            <p:cNvSpPr/>
            <p:nvPr/>
          </p:nvSpPr>
          <p:spPr>
            <a:xfrm>
              <a:off x="10695940" y="368173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6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6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0EA42603-BB24-4731-9907-6B974EA81D3C}"/>
              </a:ext>
            </a:extLst>
          </p:cNvPr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5919470" y="2447290"/>
            <a:ext cx="2919730" cy="1759585"/>
          </a:xfrm>
          <a:prstGeom prst="rect">
            <a:avLst/>
          </a:prstGeom>
        </p:spPr>
      </p:pic>
      <p:sp>
        <p:nvSpPr>
          <p:cNvPr id="293" name="TextBox 292">
            <a:extLst>
              <a:ext uri="{FF2B5EF4-FFF2-40B4-BE49-F238E27FC236}">
                <a16:creationId xmlns:a16="http://schemas.microsoft.com/office/drawing/2014/main" id="{EB8193ED-6F22-48E0-A9C0-9CF07CDC4826}"/>
              </a:ext>
            </a:extLst>
          </p:cNvPr>
          <p:cNvSpPr txBox="1"/>
          <p:nvPr/>
        </p:nvSpPr>
        <p:spPr>
          <a:xfrm>
            <a:off x="6125210" y="5048885"/>
            <a:ext cx="2491105" cy="48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해당 지역의 날씨로 추천엔진을 이용해 음식 카테고리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D2E7D8F-975D-4214-BC0F-C2D4FF61B48E}"/>
              </a:ext>
            </a:extLst>
          </p:cNvPr>
          <p:cNvSpPr txBox="1"/>
          <p:nvPr/>
        </p:nvSpPr>
        <p:spPr>
          <a:xfrm>
            <a:off x="6384290" y="4267835"/>
            <a:ext cx="1932305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3</a:t>
            </a: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음식 카테고리 추천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8DB2C42-5B85-41D0-99B2-2002B3EAA560}"/>
              </a:ext>
            </a:extLst>
          </p:cNvPr>
          <p:cNvSpPr txBox="1"/>
          <p:nvPr/>
        </p:nvSpPr>
        <p:spPr>
          <a:xfrm>
            <a:off x="9436100" y="5005705"/>
            <a:ext cx="2122805" cy="69151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이용자가 선택한 음식 카테고리에 해당하는 음식점 목록을 추천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C6855F52-EE33-4A45-8E57-B864EEB0E419}"/>
              </a:ext>
            </a:extLst>
          </p:cNvPr>
          <p:cNvSpPr txBox="1"/>
          <p:nvPr/>
        </p:nvSpPr>
        <p:spPr>
          <a:xfrm>
            <a:off x="9571355" y="4302760"/>
            <a:ext cx="1889760" cy="413385"/>
          </a:xfrm>
          <a:prstGeom prst="rect">
            <a:avLst/>
          </a:prstGeom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4.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음식점 추천</a:t>
            </a:r>
            <a:endParaRPr lang="ko-KR" altLang="en-US" sz="19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5349C7"/>
              </a:solidFill>
              <a:latin typeface="세방고딕 Bold" charset="0"/>
              <a:ea typeface="세방고딕 Bold" charset="0"/>
            </a:endParaRPr>
          </a:p>
        </p:txBody>
      </p:sp>
      <p:cxnSp>
        <p:nvCxnSpPr>
          <p:cNvPr id="300" name="직선 연결선 299"/>
          <p:cNvCxnSpPr/>
          <p:nvPr/>
        </p:nvCxnSpPr>
        <p:spPr>
          <a:xfrm rot="0">
            <a:off x="8940165" y="2150745"/>
            <a:ext cx="635" cy="3783965"/>
          </a:xfrm>
          <a:prstGeom prst="line"/>
          <a:ln w="19050" cap="flat" cmpd="sng"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화살표: 오른쪽 302">
            <a:extLst>
              <a:ext uri="{FF2B5EF4-FFF2-40B4-BE49-F238E27FC236}">
                <a16:creationId xmlns:a16="http://schemas.microsoft.com/office/drawing/2014/main" id="{F462550B-7516-4F48-8DBC-C068CAACE33C}"/>
              </a:ext>
            </a:extLst>
          </p:cNvPr>
          <p:cNvSpPr/>
          <p:nvPr/>
        </p:nvSpPr>
        <p:spPr>
          <a:xfrm>
            <a:off x="246951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화살표: 오른쪽 304">
            <a:extLst>
              <a:ext uri="{FF2B5EF4-FFF2-40B4-BE49-F238E27FC236}">
                <a16:creationId xmlns:a16="http://schemas.microsoft.com/office/drawing/2014/main" id="{A1C7DAB0-A7D1-415F-AA4C-0669F2F1008C}"/>
              </a:ext>
            </a:extLst>
          </p:cNvPr>
          <p:cNvSpPr/>
          <p:nvPr/>
        </p:nvSpPr>
        <p:spPr>
          <a:xfrm>
            <a:off x="549338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화살표: 오른쪽 305">
            <a:extLst>
              <a:ext uri="{FF2B5EF4-FFF2-40B4-BE49-F238E27FC236}">
                <a16:creationId xmlns:a16="http://schemas.microsoft.com/office/drawing/2014/main" id="{28E7E554-AB9B-4EE4-BFAB-16EC1D61621A}"/>
              </a:ext>
            </a:extLst>
          </p:cNvPr>
          <p:cNvSpPr/>
          <p:nvPr/>
        </p:nvSpPr>
        <p:spPr>
          <a:xfrm>
            <a:off x="8629015" y="465264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7" name="도형 1"/>
          <p:cNvCxnSpPr/>
          <p:nvPr/>
        </p:nvCxnSpPr>
        <p:spPr>
          <a:xfrm rot="0">
            <a:off x="5777230" y="2150110"/>
            <a:ext cx="635" cy="3783965"/>
          </a:xfrm>
          <a:prstGeom prst="line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도형 2"/>
          <p:cNvCxnSpPr/>
          <p:nvPr/>
        </p:nvCxnSpPr>
        <p:spPr>
          <a:xfrm rot="0">
            <a:off x="2769235" y="2156460"/>
            <a:ext cx="1270" cy="3783965"/>
          </a:xfrm>
          <a:prstGeom prst="line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1-4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팀 구성 및 역할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746742"/>
              </p:ext>
            </p:extLst>
          </p:nvPr>
        </p:nvGraphicFramePr>
        <p:xfrm>
          <a:off x="301789" y="2401104"/>
          <a:ext cx="11588421" cy="3787191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318117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54804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722256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803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최연흠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이승준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유재욱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㈜</a:t>
                      </a:r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라스테크</a:t>
                      </a:r>
                      <a:endParaRPr kumimoji="0" lang="en-US" altLang="ko-KR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정상윤 멘토님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81661" y="5923052"/>
            <a:ext cx="113480" cy="113480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302906" y="3280858"/>
            <a:ext cx="2802884" cy="370613"/>
            <a:chOff x="4525645" y="3492500"/>
            <a:chExt cx="2713355" cy="35877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645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645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575" y="3566795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2850" y="351917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전체 시스템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356621" y="3280858"/>
            <a:ext cx="2802884" cy="370613"/>
            <a:chOff x="7579360" y="3492500"/>
            <a:chExt cx="2713355" cy="35877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360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360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15" y="3519170"/>
              <a:ext cx="203073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정제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326401" y="4039683"/>
            <a:ext cx="2802884" cy="37061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302906" y="4039683"/>
            <a:ext cx="370613" cy="370613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70216" y="4129606"/>
            <a:ext cx="224336" cy="19941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302906" y="4834068"/>
            <a:ext cx="2802884" cy="370613"/>
            <a:chOff x="4525645" y="5045710"/>
            <a:chExt cx="2713355" cy="35877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645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645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2850" y="5072380"/>
              <a:ext cx="197612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수집모델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356621" y="4834068"/>
            <a:ext cx="2802884" cy="370613"/>
            <a:chOff x="7579360" y="5045710"/>
            <a:chExt cx="2713355" cy="35877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360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360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15" y="507238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텍스트 마이닝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638415" y="5153660"/>
              <a:ext cx="240665" cy="150495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356621" y="4033376"/>
            <a:ext cx="2802886" cy="568055"/>
            <a:chOff x="7579360" y="4251325"/>
            <a:chExt cx="2713355" cy="54991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360" y="4251325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360" y="4251325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15" y="4277995"/>
              <a:ext cx="215900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모델링 및 시각화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>
                <a:defRPr/>
              </a:pP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650480" y="4316730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302905" y="5599878"/>
            <a:ext cx="4494585" cy="370613"/>
            <a:chOff x="4525645" y="5811520"/>
            <a:chExt cx="4351020" cy="35877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645" y="5811520"/>
              <a:ext cx="374967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645" y="581152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2850" y="5837555"/>
              <a:ext cx="38538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주제 선정 피드백</a:t>
              </a:r>
              <a:r>
                <a:rPr lang="en-US" altLang="ko-KR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 질의응답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606925" y="5897245"/>
              <a:ext cx="186690" cy="182880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5" name="_x278651016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9090" y="5013960"/>
            <a:ext cx="1692910" cy="1372870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r="4407" b="11555"/>
          <a:stretch/>
        </p:blipFill>
        <p:spPr>
          <a:xfrm>
            <a:off x="10092055" y="4828540"/>
            <a:ext cx="2099945" cy="1557655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700000">
            <a:off x="11833225" y="5062220"/>
            <a:ext cx="154305" cy="154305"/>
          </a:xfrm>
          <a:prstGeom prst="rect">
            <a:avLst/>
          </a:prstGeom>
        </p:spPr>
      </p:pic>
      <p:pic>
        <p:nvPicPr>
          <p:cNvPr id="61" name="그래픽 60">
            <a:extLst>
              <a:ext uri="{FF2B5EF4-FFF2-40B4-BE49-F238E27FC236}">
                <a16:creationId xmlns:a16="http://schemas.microsoft.com/office/drawing/2014/main" id="{4EB77A4B-E7E1-474B-8FF5-C41DEF5A85E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437266" y="3361619"/>
            <a:ext cx="226960" cy="207937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09BE1932-099D-4176-9300-0E97308EA0A5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05776" y="4922365"/>
            <a:ext cx="197442" cy="210561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1CB5B38-DB96-42E2-971D-60491C042C86}"/>
              </a:ext>
            </a:extLst>
          </p:cNvPr>
          <p:cNvSpPr txBox="1"/>
          <p:nvPr/>
        </p:nvSpPr>
        <p:spPr>
          <a:xfrm>
            <a:off x="4785506" y="4074379"/>
            <a:ext cx="2239422" cy="318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웹사이트 디자인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(HTML)</a:t>
            </a: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485" y="5744210"/>
            <a:ext cx="1184910" cy="1043305"/>
          </a:xfrm>
          <a:prstGeom prst="rect">
            <a:avLst/>
          </a:prstGeom>
        </p:spPr>
      </p:pic>
      <p:pic>
        <p:nvPicPr>
          <p:cNvPr id="100" name="그래픽 99" descr="C:/Users/HIDDLE/AppData/Roaming/PolarisOffice/ETemp/2128_11030056/image5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78" b="36588"/>
          <a:stretch>
            <a:fillRect/>
          </a:stretch>
        </p:blipFill>
        <p:spPr>
          <a:xfrm rot="16200000">
            <a:off x="8597265" y="2850515"/>
            <a:ext cx="4767580" cy="2422525"/>
          </a:xfrm>
          <a:prstGeom prst="rect">
            <a:avLst/>
          </a:prstGeom>
          <a:noFill/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671955"/>
            <a:ext cx="12192635" cy="401955"/>
          </a:xfrm>
          <a:prstGeom prst="rect">
            <a:avLst/>
          </a:prstGeom>
          <a:noFill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655" y="1273175"/>
            <a:ext cx="10526395" cy="369570"/>
            <a:chOff x="541655" y="1273175"/>
            <a:chExt cx="10526395" cy="369570"/>
          </a:xfrm>
        </p:grpSpPr>
        <p:sp>
          <p:nvSpPr>
            <p:cNvPr id="24" name="TextBox 23"/>
            <p:cNvSpPr txBox="1">
              <a:spLocks/>
            </p:cNvSpPr>
            <p:nvPr/>
          </p:nvSpPr>
          <p:spPr>
            <a:xfrm>
              <a:off x="743585" y="1273175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1-5 </a:t>
              </a:r>
              <a:r>
                <a:rPr lang="ko-KR" altLang="en-US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수행 절차 및 방법</a:t>
              </a:r>
            </a:p>
          </p:txBody>
        </p:sp>
        <p:sp>
          <p:nvSpPr>
            <p:cNvPr id="45" name="그래픽 43"/>
            <p:cNvSpPr>
              <a:spLocks/>
            </p:cNvSpPr>
            <p:nvPr/>
          </p:nvSpPr>
          <p:spPr>
            <a:xfrm>
              <a:off x="541655" y="1382395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57476"/>
              </p:ext>
            </p:extLst>
          </p:nvPr>
        </p:nvGraphicFramePr>
        <p:xfrm>
          <a:off x="294640" y="1758950"/>
          <a:ext cx="11218545" cy="4967605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94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6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06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구분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983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기간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001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활동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981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비고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471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사전 기획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아이디어 선정</a:t>
                      </a: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화면 구현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7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수집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11/26(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8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전처리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11/28(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12/3(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업체 자문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모델링 및 서비스 구축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12/4(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2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팀별 중간보고 실시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마무리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15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19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최적화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, 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오류 수정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개발기간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12/19(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4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주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b="44800"/>
          <a:stretch/>
        </p:blipFill>
        <p:spPr>
          <a:xfrm rot="16200000">
            <a:off x="11243945" y="5770880"/>
            <a:ext cx="935355" cy="96012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9705" y="5478145"/>
            <a:ext cx="125095" cy="125095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245610" y="2294255"/>
            <a:ext cx="2553335" cy="327025"/>
            <a:chOff x="4245610" y="2294255"/>
            <a:chExt cx="2553335" cy="327025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245610" y="2294255"/>
              <a:ext cx="2553335" cy="327025"/>
              <a:chOff x="4245610" y="2294255"/>
              <a:chExt cx="2553335" cy="327025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245610" y="2294255"/>
                <a:ext cx="2456815" cy="327025"/>
                <a:chOff x="4245610" y="2294255"/>
                <a:chExt cx="2456815" cy="327025"/>
              </a:xfrm>
            </p:grpSpPr>
            <p:sp>
              <p:nvSpPr>
                <p:cNvPr id="42" name="사각형: 둥근 모서리 41"/>
                <p:cNvSpPr>
                  <a:spLocks/>
                </p:cNvSpPr>
                <p:nvPr/>
              </p:nvSpPr>
              <p:spPr>
                <a:xfrm>
                  <a:off x="4245610" y="2294255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43" name="타원 42"/>
                <p:cNvSpPr>
                  <a:spLocks/>
                </p:cNvSpPr>
                <p:nvPr/>
              </p:nvSpPr>
              <p:spPr>
                <a:xfrm>
                  <a:off x="4245610" y="229425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46" name="TextBox 45"/>
              <p:cNvSpPr txBox="1">
                <a:spLocks/>
              </p:cNvSpPr>
              <p:nvPr/>
            </p:nvSpPr>
            <p:spPr>
              <a:xfrm>
                <a:off x="4598670" y="2326640"/>
                <a:ext cx="220091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프로젝트 기획 및 주제 선정</a:t>
                </a:r>
              </a:p>
            </p:txBody>
          </p:sp>
        </p:grpSp>
        <p:pic>
          <p:nvPicPr>
            <p:cNvPr id="106" name="그래픽 10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1180" y="237236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066915" y="2298065"/>
            <a:ext cx="1445895" cy="327025"/>
            <a:chOff x="7066915" y="2298065"/>
            <a:chExt cx="1445895" cy="327025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066915" y="2298065"/>
              <a:ext cx="1445895" cy="327025"/>
              <a:chOff x="7066915" y="2298065"/>
              <a:chExt cx="1445895" cy="327025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7066915" y="2298065"/>
                <a:ext cx="1445895" cy="327025"/>
                <a:chOff x="7066915" y="2298065"/>
                <a:chExt cx="1445895" cy="327025"/>
              </a:xfrm>
            </p:grpSpPr>
            <p:sp>
              <p:nvSpPr>
                <p:cNvPr id="52" name="사각형: 둥근 모서리 51"/>
                <p:cNvSpPr>
                  <a:spLocks/>
                </p:cNvSpPr>
                <p:nvPr/>
              </p:nvSpPr>
              <p:spPr>
                <a:xfrm>
                  <a:off x="7066915" y="2298065"/>
                  <a:ext cx="144653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53" name="타원 52"/>
                <p:cNvSpPr>
                  <a:spLocks/>
                </p:cNvSpPr>
                <p:nvPr/>
              </p:nvSpPr>
              <p:spPr>
                <a:xfrm>
                  <a:off x="7066915" y="229806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51" name="TextBox 50"/>
              <p:cNvSpPr txBox="1">
                <a:spLocks/>
              </p:cNvSpPr>
              <p:nvPr/>
            </p:nvSpPr>
            <p:spPr>
              <a:xfrm>
                <a:off x="7419975" y="2330450"/>
                <a:ext cx="1028065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기획안 작성</a:t>
                </a:r>
              </a:p>
            </p:txBody>
          </p:sp>
        </p:grpSp>
        <p:pic>
          <p:nvPicPr>
            <p:cNvPr id="107" name="그래픽 10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3595" y="237680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6290945" y="2940050"/>
            <a:ext cx="2474595" cy="327025"/>
            <a:chOff x="6290945" y="2940050"/>
            <a:chExt cx="2474595" cy="327025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6290945" y="2940050"/>
              <a:ext cx="2474595" cy="327025"/>
              <a:chOff x="6290945" y="2940050"/>
              <a:chExt cx="2474595" cy="327025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6290945" y="2940050"/>
                <a:ext cx="2456815" cy="327025"/>
                <a:chOff x="6290945" y="2940050"/>
                <a:chExt cx="2456815" cy="327025"/>
              </a:xfrm>
            </p:grpSpPr>
            <p:sp>
              <p:nvSpPr>
                <p:cNvPr id="61" name="사각형: 둥근 모서리 60"/>
                <p:cNvSpPr>
                  <a:spLocks/>
                </p:cNvSpPr>
                <p:nvPr/>
              </p:nvSpPr>
              <p:spPr>
                <a:xfrm>
                  <a:off x="6290945" y="294005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2" name="타원 61"/>
                <p:cNvSpPr>
                  <a:spLocks/>
                </p:cNvSpPr>
                <p:nvPr/>
              </p:nvSpPr>
              <p:spPr>
                <a:xfrm>
                  <a:off x="629094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0" name="TextBox 59"/>
              <p:cNvSpPr txBox="1">
                <a:spLocks/>
              </p:cNvSpPr>
              <p:nvPr/>
            </p:nvSpPr>
            <p:spPr>
              <a:xfrm>
                <a:off x="6644005" y="2972435"/>
                <a:ext cx="212217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 spc="-2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및 수집 절차 정의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08" name="그래픽 10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06515" y="301815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253865" y="4240530"/>
            <a:ext cx="2109470" cy="327025"/>
            <a:chOff x="4253865" y="4240530"/>
            <a:chExt cx="2109470" cy="327025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4253865" y="4240530"/>
              <a:ext cx="2109470" cy="327025"/>
              <a:chOff x="4253865" y="4240530"/>
              <a:chExt cx="2109470" cy="327025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253865" y="4240530"/>
                <a:ext cx="2109470" cy="327025"/>
                <a:chOff x="4253865" y="4240530"/>
                <a:chExt cx="2109470" cy="327025"/>
              </a:xfrm>
            </p:grpSpPr>
            <p:sp>
              <p:nvSpPr>
                <p:cNvPr id="67" name="사각형: 둥근 모서리 66"/>
                <p:cNvSpPr>
                  <a:spLocks/>
                </p:cNvSpPr>
                <p:nvPr/>
              </p:nvSpPr>
              <p:spPr>
                <a:xfrm>
                  <a:off x="4253865" y="4240530"/>
                  <a:ext cx="211010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8" name="타원 67"/>
                <p:cNvSpPr>
                  <a:spLocks/>
                </p:cNvSpPr>
                <p:nvPr/>
              </p:nvSpPr>
              <p:spPr>
                <a:xfrm>
                  <a:off x="4253865" y="424053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6" name="TextBox 65"/>
              <p:cNvSpPr txBox="1">
                <a:spLocks/>
              </p:cNvSpPr>
              <p:nvPr/>
            </p:nvSpPr>
            <p:spPr>
              <a:xfrm>
                <a:off x="4606925" y="4272915"/>
                <a:ext cx="173482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정제 및 분석</a:t>
                </a:r>
              </a:p>
            </p:txBody>
          </p:sp>
        </p:grpSp>
        <p:pic>
          <p:nvPicPr>
            <p:cNvPr id="109" name="그래픽 108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9910" y="431863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246880" y="3587115"/>
            <a:ext cx="2324735" cy="493395"/>
            <a:chOff x="4246880" y="3587115"/>
            <a:chExt cx="2324735" cy="493395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246880" y="3587115"/>
              <a:ext cx="2324735" cy="493395"/>
              <a:chOff x="4246880" y="3587115"/>
              <a:chExt cx="2324735" cy="493395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246880" y="3587115"/>
                <a:ext cx="2124075" cy="327025"/>
                <a:chOff x="4246880" y="3587115"/>
                <a:chExt cx="2124075" cy="327025"/>
              </a:xfrm>
            </p:grpSpPr>
            <p:sp>
              <p:nvSpPr>
                <p:cNvPr id="73" name="사각형: 둥근 모서리 72"/>
                <p:cNvSpPr>
                  <a:spLocks/>
                </p:cNvSpPr>
                <p:nvPr/>
              </p:nvSpPr>
              <p:spPr>
                <a:xfrm>
                  <a:off x="4246880" y="3587115"/>
                  <a:ext cx="212471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74" name="타원 73"/>
                <p:cNvSpPr>
                  <a:spLocks/>
                </p:cNvSpPr>
                <p:nvPr/>
              </p:nvSpPr>
              <p:spPr>
                <a:xfrm>
                  <a:off x="4246880" y="358711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2" name="TextBox 71"/>
              <p:cNvSpPr txBox="1">
                <a:spLocks/>
              </p:cNvSpPr>
              <p:nvPr/>
            </p:nvSpPr>
            <p:spPr>
              <a:xfrm>
                <a:off x="4599940" y="3619500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기상, 상권 데이터 수집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0" name="그래픽 109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366077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252595" y="4851400"/>
            <a:ext cx="2324735" cy="327025"/>
            <a:chOff x="4252595" y="4851400"/>
            <a:chExt cx="2324735" cy="327025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252595" y="4851400"/>
              <a:ext cx="2324735" cy="327025"/>
              <a:chOff x="4252595" y="4851400"/>
              <a:chExt cx="2324735" cy="327025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252595" y="4851400"/>
                <a:ext cx="1341755" cy="327025"/>
                <a:chOff x="4252595" y="4851400"/>
                <a:chExt cx="1341755" cy="327025"/>
              </a:xfrm>
            </p:grpSpPr>
            <p:sp>
              <p:nvSpPr>
                <p:cNvPr id="79" name="사각형: 둥근 모서리 78"/>
                <p:cNvSpPr>
                  <a:spLocks/>
                </p:cNvSpPr>
                <p:nvPr/>
              </p:nvSpPr>
              <p:spPr>
                <a:xfrm>
                  <a:off x="4252595" y="4851400"/>
                  <a:ext cx="134239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0" name="타원 79"/>
                <p:cNvSpPr>
                  <a:spLocks/>
                </p:cNvSpPr>
                <p:nvPr/>
              </p:nvSpPr>
              <p:spPr>
                <a:xfrm>
                  <a:off x="4252595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8" name="TextBox 77"/>
              <p:cNvSpPr txBox="1">
                <a:spLocks/>
              </p:cNvSpPr>
              <p:nvPr/>
            </p:nvSpPr>
            <p:spPr>
              <a:xfrm>
                <a:off x="4605655" y="4884420"/>
                <a:ext cx="197231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모델 구현</a:t>
                </a:r>
              </a:p>
            </p:txBody>
          </p:sp>
        </p:grpSp>
        <p:pic>
          <p:nvPicPr>
            <p:cNvPr id="116" name="그래픽 11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8165" y="492252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246880" y="5516880"/>
            <a:ext cx="2474595" cy="327025"/>
            <a:chOff x="4246880" y="5516880"/>
            <a:chExt cx="2474595" cy="327025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246880" y="5516880"/>
              <a:ext cx="2474595" cy="327025"/>
              <a:chOff x="4246880" y="5516880"/>
              <a:chExt cx="2474595" cy="327025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246880" y="5516880"/>
                <a:ext cx="2456815" cy="327025"/>
                <a:chOff x="4246880" y="5516880"/>
                <a:chExt cx="2456815" cy="327025"/>
              </a:xfrm>
            </p:grpSpPr>
            <p:sp>
              <p:nvSpPr>
                <p:cNvPr id="85" name="사각형: 둥근 모서리 84"/>
                <p:cNvSpPr>
                  <a:spLocks/>
                </p:cNvSpPr>
                <p:nvPr/>
              </p:nvSpPr>
              <p:spPr>
                <a:xfrm>
                  <a:off x="4246880" y="551688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6" name="타원 85"/>
                <p:cNvSpPr>
                  <a:spLocks/>
                </p:cNvSpPr>
                <p:nvPr/>
              </p:nvSpPr>
              <p:spPr>
                <a:xfrm>
                  <a:off x="4246880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84" name="TextBox 83"/>
              <p:cNvSpPr txBox="1">
                <a:spLocks/>
              </p:cNvSpPr>
              <p:nvPr/>
            </p:nvSpPr>
            <p:spPr>
              <a:xfrm>
                <a:off x="4599940" y="554926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추천 엔진 최적화</a:t>
                </a:r>
              </a:p>
            </p:txBody>
          </p:sp>
        </p:grpSp>
        <p:pic>
          <p:nvPicPr>
            <p:cNvPr id="117" name="그래픽 11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056755" y="5516880"/>
            <a:ext cx="1845945" cy="327025"/>
            <a:chOff x="7056755" y="5516880"/>
            <a:chExt cx="1845945" cy="327025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056755" y="5516880"/>
              <a:ext cx="1845945" cy="327025"/>
              <a:chOff x="7056755" y="5516880"/>
              <a:chExt cx="1845945" cy="327025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7056755" y="5516880"/>
                <a:ext cx="1706880" cy="327025"/>
                <a:chOff x="7056755" y="5516880"/>
                <a:chExt cx="1706880" cy="327025"/>
              </a:xfrm>
            </p:grpSpPr>
            <p:sp>
              <p:nvSpPr>
                <p:cNvPr id="91" name="사각형: 둥근 모서리 90"/>
                <p:cNvSpPr>
                  <a:spLocks/>
                </p:cNvSpPr>
                <p:nvPr/>
              </p:nvSpPr>
              <p:spPr>
                <a:xfrm>
                  <a:off x="7056755" y="551688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2" name="타원 91"/>
                <p:cNvSpPr>
                  <a:spLocks/>
                </p:cNvSpPr>
                <p:nvPr/>
              </p:nvSpPr>
              <p:spPr>
                <a:xfrm>
                  <a:off x="7056755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0" name="TextBox 89"/>
              <p:cNvSpPr txBox="1">
                <a:spLocks/>
              </p:cNvSpPr>
              <p:nvPr/>
            </p:nvSpPr>
            <p:spPr>
              <a:xfrm>
                <a:off x="7409815" y="5549265"/>
                <a:ext cx="149352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ko-KR" sz="1200" spc="-3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테스트 및 점검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8" name="그래픽 11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280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05E0AFF-FD55-4F2F-B8EF-6A49EF49427D}"/>
              </a:ext>
            </a:extLst>
          </p:cNvPr>
          <p:cNvGrpSpPr/>
          <p:nvPr/>
        </p:nvGrpSpPr>
        <p:grpSpPr>
          <a:xfrm>
            <a:off x="4250055" y="2940050"/>
            <a:ext cx="1812925" cy="327025"/>
            <a:chOff x="4250055" y="2940050"/>
            <a:chExt cx="1812925" cy="327025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5B729665-2402-4976-908F-269A87997924}"/>
                </a:ext>
              </a:extLst>
            </p:cNvPr>
            <p:cNvGrpSpPr/>
            <p:nvPr/>
          </p:nvGrpSpPr>
          <p:grpSpPr>
            <a:xfrm>
              <a:off x="4250055" y="2940050"/>
              <a:ext cx="1812925" cy="327025"/>
              <a:chOff x="4250055" y="2940050"/>
              <a:chExt cx="1812925" cy="327025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8F7794D7-16E0-4FB8-96C0-DFAB03B48202}"/>
                  </a:ext>
                </a:extLst>
              </p:cNvPr>
              <p:cNvGrpSpPr/>
              <p:nvPr/>
            </p:nvGrpSpPr>
            <p:grpSpPr>
              <a:xfrm>
                <a:off x="4250055" y="2940050"/>
                <a:ext cx="1706880" cy="327025"/>
                <a:chOff x="4250055" y="2940050"/>
                <a:chExt cx="1706880" cy="327025"/>
              </a:xfrm>
            </p:grpSpPr>
            <p:sp>
              <p:nvSpPr>
                <p:cNvPr id="96" name="사각형: 둥근 모서리 95"/>
                <p:cNvSpPr>
                  <a:spLocks/>
                </p:cNvSpPr>
                <p:nvPr/>
              </p:nvSpPr>
              <p:spPr>
                <a:xfrm>
                  <a:off x="4250055" y="294005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7" name="타원 96"/>
                <p:cNvSpPr>
                  <a:spLocks/>
                </p:cNvSpPr>
                <p:nvPr/>
              </p:nvSpPr>
              <p:spPr>
                <a:xfrm>
                  <a:off x="425005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5" name="TextBox 94"/>
              <p:cNvSpPr txBox="1">
                <a:spLocks/>
              </p:cNvSpPr>
              <p:nvPr/>
            </p:nvSpPr>
            <p:spPr>
              <a:xfrm>
                <a:off x="4603115" y="2972435"/>
                <a:ext cx="146050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웹 디자인</a:t>
                </a:r>
                <a:r>
                  <a:rPr lang="en-US" altLang="ko-KR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(HTML)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93" name="그래픽 9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6100" y="301879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07A4C581-97FC-4661-917D-4B41E0C0D2D8}"/>
              </a:ext>
            </a:extLst>
          </p:cNvPr>
          <p:cNvGrpSpPr/>
          <p:nvPr/>
        </p:nvGrpSpPr>
        <p:grpSpPr>
          <a:xfrm>
            <a:off x="6322060" y="4851400"/>
            <a:ext cx="2474595" cy="327025"/>
            <a:chOff x="6322060" y="4851400"/>
            <a:chExt cx="2474595" cy="32702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8D7BC3F7-8949-450F-92C5-74477AC8BD62}"/>
                </a:ext>
              </a:extLst>
            </p:cNvPr>
            <p:cNvGrpSpPr/>
            <p:nvPr/>
          </p:nvGrpSpPr>
          <p:grpSpPr>
            <a:xfrm>
              <a:off x="6322060" y="4851400"/>
              <a:ext cx="2474595" cy="327025"/>
              <a:chOff x="6322060" y="4851400"/>
              <a:chExt cx="2474595" cy="327025"/>
            </a:xfrm>
          </p:grpSpPr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B54FEE5-856A-407F-B809-C865AC19674C}"/>
                  </a:ext>
                </a:extLst>
              </p:cNvPr>
              <p:cNvGrpSpPr/>
              <p:nvPr/>
            </p:nvGrpSpPr>
            <p:grpSpPr>
              <a:xfrm>
                <a:off x="6322060" y="4851400"/>
                <a:ext cx="2456815" cy="327025"/>
                <a:chOff x="6322060" y="4851400"/>
                <a:chExt cx="2456815" cy="327025"/>
              </a:xfrm>
            </p:grpSpPr>
            <p:sp>
              <p:nvSpPr>
                <p:cNvPr id="112" name="사각형: 둥근 모서리 111"/>
                <p:cNvSpPr>
                  <a:spLocks/>
                </p:cNvSpPr>
                <p:nvPr/>
              </p:nvSpPr>
              <p:spPr>
                <a:xfrm>
                  <a:off x="6322060" y="485140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13" name="타원 112"/>
                <p:cNvSpPr>
                  <a:spLocks/>
                </p:cNvSpPr>
                <p:nvPr/>
              </p:nvSpPr>
              <p:spPr>
                <a:xfrm>
                  <a:off x="6322060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11" name="TextBox 110"/>
              <p:cNvSpPr txBox="1">
                <a:spLocks/>
              </p:cNvSpPr>
              <p:nvPr/>
            </p:nvSpPr>
            <p:spPr>
              <a:xfrm>
                <a:off x="6675120" y="488378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 서버 및 DB 구축</a:t>
                </a:r>
              </a:p>
            </p:txBody>
          </p:sp>
        </p:grpSp>
        <p:pic>
          <p:nvPicPr>
            <p:cNvPr id="103" name="그래픽 10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7630" y="493014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0" name="그룹 11"/>
          <p:cNvGrpSpPr/>
          <p:nvPr/>
        </p:nvGrpSpPr>
        <p:grpSpPr>
          <a:xfrm>
            <a:off x="6739255" y="3587750"/>
            <a:ext cx="2325370" cy="494030"/>
            <a:chOff x="6739255" y="3587750"/>
            <a:chExt cx="2325370" cy="494030"/>
          </a:xfrm>
        </p:grpSpPr>
        <p:grpSp>
          <p:nvGrpSpPr>
            <p:cNvPr id="121" name="그룹 9"/>
            <p:cNvGrpSpPr/>
            <p:nvPr/>
          </p:nvGrpSpPr>
          <p:grpSpPr>
            <a:xfrm>
              <a:off x="6739255" y="3587750"/>
              <a:ext cx="2325370" cy="494030"/>
              <a:chOff x="6739255" y="3587750"/>
              <a:chExt cx="2325370" cy="494030"/>
            </a:xfrm>
          </p:grpSpPr>
          <p:grpSp>
            <p:nvGrpSpPr>
              <p:cNvPr id="122" name="그룹 7"/>
              <p:cNvGrpSpPr/>
              <p:nvPr/>
            </p:nvGrpSpPr>
            <p:grpSpPr>
              <a:xfrm>
                <a:off x="6739255" y="3587750"/>
                <a:ext cx="1898650" cy="327660"/>
                <a:chOff x="6739255" y="3587750"/>
                <a:chExt cx="1898650" cy="327660"/>
              </a:xfrm>
            </p:grpSpPr>
            <p:sp>
              <p:nvSpPr>
                <p:cNvPr id="123" name="도형 5"/>
                <p:cNvSpPr>
                  <a:spLocks/>
                </p:cNvSpPr>
                <p:nvPr/>
              </p:nvSpPr>
              <p:spPr>
                <a:xfrm>
                  <a:off x="6739255" y="3587750"/>
                  <a:ext cx="18986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24" name="도형 6"/>
                <p:cNvSpPr>
                  <a:spLocks/>
                </p:cNvSpPr>
                <p:nvPr/>
              </p:nvSpPr>
              <p:spPr>
                <a:xfrm>
                  <a:off x="6739255" y="35877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25" name="텍스트 상자 8"/>
              <p:cNvSpPr txBox="1">
                <a:spLocks/>
              </p:cNvSpPr>
              <p:nvPr/>
            </p:nvSpPr>
            <p:spPr>
              <a:xfrm>
                <a:off x="7092315" y="3620135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네이버 리뷰 크롤링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26" name="그림 10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4825" y="3661410"/>
              <a:ext cx="150495" cy="1809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3305690" y="2832043"/>
            <a:ext cx="55806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02.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데이터</a:t>
            </a:r>
            <a:r>
              <a:rPr lang="en-US" altLang="ko-KR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수집 및 처리 과정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227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3071076" y="2948940"/>
            <a:ext cx="57606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03. </a:t>
            </a:r>
            <a:endParaRPr lang="ko-KR" altLang="en-US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7469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메인 화면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CC4AD0FC-2367-458D-B607-3E3FABC71A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093" y="2262113"/>
            <a:ext cx="8962084" cy="426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293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2-1 유스케이스 다이어그램</a:t>
            </a:r>
          </a:p>
        </p:txBody>
      </p:sp>
      <p:grpSp>
        <p:nvGrpSpPr>
          <p:cNvPr id="23" name="Group 5"/>
          <p:cNvGrpSpPr/>
          <p:nvPr/>
        </p:nvGrpSpPr>
        <p:grpSpPr>
          <a:xfrm>
            <a:off x="1326515" y="3973195"/>
            <a:ext cx="9095740" cy="673735"/>
            <a:chOff x="1326515" y="3973195"/>
            <a:chExt cx="9095740" cy="673735"/>
          </a:xfrm>
        </p:grpSpPr>
        <p:sp>
          <p:nvSpPr>
            <p:cNvPr id="24" name="Rect 0"/>
            <p:cNvSpPr>
              <a:spLocks/>
            </p:cNvSpPr>
            <p:nvPr/>
          </p:nvSpPr>
          <p:spPr>
            <a:xfrm>
              <a:off x="1518920" y="397319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25" name="Group 5"/>
            <p:cNvGrpSpPr/>
            <p:nvPr/>
          </p:nvGrpSpPr>
          <p:grpSpPr>
            <a:xfrm>
              <a:off x="1326515" y="4124960"/>
              <a:ext cx="408940" cy="352425"/>
              <a:chOff x="1326515" y="4124960"/>
              <a:chExt cx="408940" cy="352425"/>
            </a:xfrm>
          </p:grpSpPr>
          <p:sp>
            <p:nvSpPr>
              <p:cNvPr id="27" name="Rect 0"/>
              <p:cNvSpPr>
                <a:spLocks/>
              </p:cNvSpPr>
              <p:nvPr/>
            </p:nvSpPr>
            <p:spPr>
              <a:xfrm>
                <a:off x="1326515" y="4124960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28" name="Rect 0"/>
              <p:cNvSpPr>
                <a:spLocks/>
              </p:cNvSpPr>
              <p:nvPr/>
            </p:nvSpPr>
            <p:spPr>
              <a:xfrm rot="4620000">
                <a:off x="1351915" y="4119880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29" name="Rect 0"/>
              <p:cNvSpPr txBox="1">
                <a:spLocks/>
              </p:cNvSpPr>
              <p:nvPr/>
            </p:nvSpPr>
            <p:spPr>
              <a:xfrm>
                <a:off x="1402715" y="4190365"/>
                <a:ext cx="256540" cy="2470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en-US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2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  <p:sp>
          <p:nvSpPr>
            <p:cNvPr id="26" name="Rect 0"/>
            <p:cNvSpPr txBox="1">
              <a:spLocks/>
            </p:cNvSpPr>
            <p:nvPr/>
          </p:nvSpPr>
          <p:spPr>
            <a:xfrm>
              <a:off x="1937385" y="4151630"/>
              <a:ext cx="8177530" cy="30861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 sz="140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30" name="Group 5"/>
          <p:cNvGrpSpPr/>
          <p:nvPr/>
        </p:nvGrpSpPr>
        <p:grpSpPr>
          <a:xfrm>
            <a:off x="1336675" y="5462905"/>
            <a:ext cx="9095740" cy="673735"/>
            <a:chOff x="1336675" y="5462905"/>
            <a:chExt cx="9095740" cy="673735"/>
          </a:xfrm>
        </p:grpSpPr>
        <p:sp>
          <p:nvSpPr>
            <p:cNvPr id="31" name="Rect 0"/>
            <p:cNvSpPr>
              <a:spLocks/>
            </p:cNvSpPr>
            <p:nvPr/>
          </p:nvSpPr>
          <p:spPr>
            <a:xfrm>
              <a:off x="1529080" y="546290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32" name="Group 5"/>
            <p:cNvGrpSpPr/>
            <p:nvPr/>
          </p:nvGrpSpPr>
          <p:grpSpPr>
            <a:xfrm>
              <a:off x="1336675" y="5614035"/>
              <a:ext cx="408940" cy="352425"/>
              <a:chOff x="1336675" y="5614035"/>
              <a:chExt cx="408940" cy="352425"/>
            </a:xfrm>
          </p:grpSpPr>
          <p:sp>
            <p:nvSpPr>
              <p:cNvPr id="34" name="Rect 0"/>
              <p:cNvSpPr>
                <a:spLocks/>
              </p:cNvSpPr>
              <p:nvPr/>
            </p:nvSpPr>
            <p:spPr>
              <a:xfrm>
                <a:off x="1336675" y="5614035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35" name="Rect 0"/>
              <p:cNvSpPr>
                <a:spLocks/>
              </p:cNvSpPr>
              <p:nvPr/>
            </p:nvSpPr>
            <p:spPr>
              <a:xfrm rot="4620000">
                <a:off x="1362075" y="5608955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36" name="Rect 0"/>
              <p:cNvSpPr txBox="1">
                <a:spLocks/>
              </p:cNvSpPr>
              <p:nvPr/>
            </p:nvSpPr>
            <p:spPr>
              <a:xfrm>
                <a:off x="1407160" y="5655945"/>
                <a:ext cx="256540" cy="2470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ko-KR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▼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</p:grpSp>
      <p:grpSp>
        <p:nvGrpSpPr>
          <p:cNvPr id="37" name="Group 5"/>
          <p:cNvGrpSpPr/>
          <p:nvPr/>
        </p:nvGrpSpPr>
        <p:grpSpPr>
          <a:xfrm>
            <a:off x="1336675" y="2929255"/>
            <a:ext cx="9095740" cy="673735"/>
            <a:chOff x="1336675" y="2929255"/>
            <a:chExt cx="9095740" cy="673735"/>
          </a:xfrm>
        </p:grpSpPr>
        <p:sp>
          <p:nvSpPr>
            <p:cNvPr id="38" name="Rect 0"/>
            <p:cNvSpPr>
              <a:spLocks/>
            </p:cNvSpPr>
            <p:nvPr/>
          </p:nvSpPr>
          <p:spPr>
            <a:xfrm>
              <a:off x="1529080" y="292925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41" name="Group 5"/>
            <p:cNvGrpSpPr/>
            <p:nvPr/>
          </p:nvGrpSpPr>
          <p:grpSpPr>
            <a:xfrm>
              <a:off x="1336675" y="3081020"/>
              <a:ext cx="408940" cy="388620"/>
              <a:chOff x="1336675" y="3081020"/>
              <a:chExt cx="408940" cy="388620"/>
            </a:xfrm>
          </p:grpSpPr>
          <p:sp>
            <p:nvSpPr>
              <p:cNvPr id="43" name="Rect 0"/>
              <p:cNvSpPr>
                <a:spLocks/>
              </p:cNvSpPr>
              <p:nvPr/>
            </p:nvSpPr>
            <p:spPr>
              <a:xfrm>
                <a:off x="1336675" y="3081020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44" name="Rect 0"/>
              <p:cNvSpPr>
                <a:spLocks/>
              </p:cNvSpPr>
              <p:nvPr/>
            </p:nvSpPr>
            <p:spPr>
              <a:xfrm rot="4620000">
                <a:off x="1362075" y="3075940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45" name="Rect 0"/>
              <p:cNvSpPr txBox="1">
                <a:spLocks/>
              </p:cNvSpPr>
              <p:nvPr/>
            </p:nvSpPr>
            <p:spPr>
              <a:xfrm>
                <a:off x="1412875" y="3146425"/>
                <a:ext cx="256540" cy="3232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en-US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1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</p:grp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60" name="Rect 0"/>
          <p:cNvSpPr txBox="1">
            <a:spLocks/>
          </p:cNvSpPr>
          <p:nvPr/>
        </p:nvSpPr>
        <p:spPr>
          <a:xfrm>
            <a:off x="1911985" y="3078480"/>
            <a:ext cx="8067040" cy="3702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GEO</a:t>
            </a:r>
            <a:r>
              <a:rPr lang="ko-KR" altLang="en-US"/>
              <a:t>어쩌구</a:t>
            </a:r>
          </a:p>
        </p:txBody>
      </p:sp>
      <p:sp>
        <p:nvSpPr>
          <p:cNvPr id="62" name="Rect 0"/>
          <p:cNvSpPr txBox="1">
            <a:spLocks/>
          </p:cNvSpPr>
          <p:nvPr/>
        </p:nvSpPr>
        <p:spPr>
          <a:xfrm>
            <a:off x="1900555" y="5622290"/>
            <a:ext cx="8067040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dirty="0"/>
              <a:t>단계를 거쳐 음식점 선택으로 수렴한다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3" name="Rect 0"/>
          <p:cNvSpPr txBox="1">
            <a:spLocks/>
          </p:cNvSpPr>
          <p:nvPr/>
        </p:nvSpPr>
        <p:spPr>
          <a:xfrm>
            <a:off x="1851660" y="4163695"/>
            <a:ext cx="8067040" cy="3702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Kakao </a:t>
            </a:r>
            <a:r>
              <a:rPr lang="ko-KR" altLang="en-US"/>
              <a:t>어쩌구</a:t>
            </a:r>
          </a:p>
        </p:txBody>
      </p:sp>
      <p:pic>
        <p:nvPicPr>
          <p:cNvPr id="64" name="그림 3" descr="C:/Users/HIDDLE/AppData/Roaming/PolarisOffice/ETemp/2128_11030056/image89.png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" y="1915795"/>
            <a:ext cx="12216130" cy="3200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3AC16427-4BC8-4558-939F-F0FC8D48A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2654" y="1678991"/>
            <a:ext cx="8475131" cy="5040580"/>
          </a:xfrm>
          <a:prstGeom prst="rect">
            <a:avLst/>
          </a:prstGeom>
        </p:spPr>
      </p:pic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5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781175"/>
            <a:ext cx="12192635" cy="37020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2-2 지도 및 위치요청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2DCDA5E7-2DFC-46F7-93DF-7C86D852F202}"/>
              </a:ext>
            </a:extLst>
          </p:cNvPr>
          <p:cNvSpPr txBox="1"/>
          <p:nvPr/>
        </p:nvSpPr>
        <p:spPr>
          <a:xfrm>
            <a:off x="643255" y="135636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2-2 지도 표시 및 위치 수집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7720FDE-5D35-47AF-92AF-AB72B708DDC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79" y="2031365"/>
            <a:ext cx="5953956" cy="454405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735BCBA-BA0B-4417-8711-302FC2D5F756}"/>
              </a:ext>
            </a:extLst>
          </p:cNvPr>
          <p:cNvSpPr txBox="1"/>
          <p:nvPr/>
        </p:nvSpPr>
        <p:spPr>
          <a:xfrm>
            <a:off x="6708068" y="2564904"/>
            <a:ext cx="47165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/>
              <a:t>Geolocation API</a:t>
            </a:r>
            <a:r>
              <a:rPr lang="ko-KR" altLang="en-US" dirty="0"/>
              <a:t>로 위치정보</a:t>
            </a:r>
            <a:r>
              <a:rPr lang="en-US" altLang="ko-KR" dirty="0"/>
              <a:t> </a:t>
            </a:r>
            <a:r>
              <a:rPr lang="ko-KR" altLang="en-US" dirty="0"/>
              <a:t>활용 요청을 보낸다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동의 시 사용자의 위치좌표를 얻어 </a:t>
            </a:r>
            <a:r>
              <a:rPr lang="en-US" altLang="ko-KR" dirty="0" err="1"/>
              <a:t>kakao</a:t>
            </a:r>
            <a:r>
              <a:rPr lang="en-US" altLang="ko-KR" dirty="0"/>
              <a:t> API</a:t>
            </a:r>
            <a:r>
              <a:rPr lang="ko-KR" altLang="en-US" dirty="0"/>
              <a:t>에 해당 좌표의 주소를 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지도 업데이트 후 서버에 수집된 정보   전달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953F324-7256-4CBB-8A23-F96F2C9EC199}"/>
              </a:ext>
            </a:extLst>
          </p:cNvPr>
          <p:cNvSpPr/>
          <p:nvPr/>
        </p:nvSpPr>
        <p:spPr>
          <a:xfrm>
            <a:off x="3359696" y="2031365"/>
            <a:ext cx="2965539" cy="454533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5763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26C4722-2426-40DC-AB7C-238FFFBA7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9099" y="1690929"/>
            <a:ext cx="8973802" cy="5096586"/>
          </a:xfrm>
          <a:prstGeom prst="rect">
            <a:avLst/>
          </a:prstGeom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443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2-3 날씨기반 음식 추천 시퀀스</a:t>
            </a:r>
            <a:endParaRPr lang="en-US" altLang="ko-KR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90370"/>
            <a:ext cx="12192000" cy="460375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56261" y="1430020"/>
            <a:ext cx="10511789" cy="369570"/>
            <a:chOff x="556261" y="1430020"/>
            <a:chExt cx="10511789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56261" y="144780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0251C9-8913-40BB-B75F-BBBD94C78041}"/>
              </a:ext>
            </a:extLst>
          </p:cNvPr>
          <p:cNvSpPr txBox="1"/>
          <p:nvPr/>
        </p:nvSpPr>
        <p:spPr>
          <a:xfrm>
            <a:off x="687705" y="1244281"/>
            <a:ext cx="5794375" cy="89217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2-3 날씨 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API 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호출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(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동네예보 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API)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</a:t>
            </a:r>
          </a:p>
          <a:p>
            <a:pPr marL="0" indent="0" latinLnBrk="0">
              <a:buFontTx/>
              <a:buNone/>
              <a:defRPr/>
            </a:pP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FA4F3A6-CC59-45FB-9EAC-A63918DE5021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071"/>
          <a:stretch/>
        </p:blipFill>
        <p:spPr>
          <a:xfrm>
            <a:off x="1461770" y="1806250"/>
            <a:ext cx="3568162" cy="454405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C4946267-73F5-4785-AB44-D42D68AD4648}"/>
              </a:ext>
            </a:extLst>
          </p:cNvPr>
          <p:cNvSpPr/>
          <p:nvPr/>
        </p:nvSpPr>
        <p:spPr>
          <a:xfrm>
            <a:off x="1559496" y="3681028"/>
            <a:ext cx="2664296" cy="208823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35E44F-EB31-4A1F-910D-DF90F304B833}"/>
              </a:ext>
            </a:extLst>
          </p:cNvPr>
          <p:cNvSpPr txBox="1"/>
          <p:nvPr/>
        </p:nvSpPr>
        <p:spPr>
          <a:xfrm>
            <a:off x="6029102" y="2939489"/>
            <a:ext cx="47165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브라우저에서 보낸 위치정보를 </a:t>
            </a:r>
            <a:r>
              <a:rPr lang="en-US" altLang="ko-KR" dirty="0"/>
              <a:t>LCC DFS</a:t>
            </a:r>
            <a:r>
              <a:rPr lang="ko-KR" altLang="en-US" dirty="0"/>
              <a:t>좌표 </a:t>
            </a:r>
            <a:r>
              <a:rPr lang="ko-KR" altLang="en-US" dirty="0" err="1"/>
              <a:t>변환모듈로</a:t>
            </a:r>
            <a:r>
              <a:rPr lang="ko-KR" altLang="en-US" dirty="0"/>
              <a:t> 변환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변환된 좌표를 기상청 동네예보 </a:t>
            </a:r>
            <a:r>
              <a:rPr lang="en-US" altLang="ko-KR" dirty="0"/>
              <a:t>API</a:t>
            </a:r>
            <a:r>
              <a:rPr lang="ko-KR" altLang="en-US" dirty="0"/>
              <a:t>에  전달해 해당 지역의 날씨를 요청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음식추천 알고리즘 적용 후 날씨정보를 업데이트</a:t>
            </a: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8251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93" y="-2508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762125"/>
            <a:ext cx="12192000" cy="38862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329A869-90B4-4D35-BDA7-955D4AD9333B}"/>
              </a:ext>
            </a:extLst>
          </p:cNvPr>
          <p:cNvSpPr txBox="1"/>
          <p:nvPr/>
        </p:nvSpPr>
        <p:spPr>
          <a:xfrm>
            <a:off x="593725" y="133794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2-3 날씨기반 음식 추천 엔진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FB7387B-E1E7-4AFC-8589-BBD509F95AD0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120" r="56934"/>
          <a:stretch/>
        </p:blipFill>
        <p:spPr>
          <a:xfrm>
            <a:off x="1333855" y="2268400"/>
            <a:ext cx="3577692" cy="3763646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D36BD3-C52A-4B96-9D02-AA7FE616F9C6}"/>
              </a:ext>
            </a:extLst>
          </p:cNvPr>
          <p:cNvSpPr/>
          <p:nvPr/>
        </p:nvSpPr>
        <p:spPr>
          <a:xfrm>
            <a:off x="1461770" y="3356992"/>
            <a:ext cx="2437986" cy="97210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037D57-A12B-45F6-933B-2DD46F65AECA}"/>
              </a:ext>
            </a:extLst>
          </p:cNvPr>
          <p:cNvSpPr txBox="1"/>
          <p:nvPr/>
        </p:nvSpPr>
        <p:spPr>
          <a:xfrm>
            <a:off x="5774137" y="3168034"/>
            <a:ext cx="4716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사전 학습시킨 추천엔진에 전달해 날씨에 맞는 음식 카테고리를 </a:t>
            </a:r>
            <a:r>
              <a:rPr lang="ko-KR" altLang="en-US" dirty="0" err="1"/>
              <a:t>추천받는다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브라우저에서 얻은 기타정보와 추천 목록을 로그로 남기고 클라이언트에 돌려준다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689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781175"/>
            <a:ext cx="12192635" cy="37020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2-4 음식 카테고리 선택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C544B325-3F6E-4D6E-A9DC-607B734AF8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689" y="1832610"/>
            <a:ext cx="9276851" cy="49347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2-5 음식점 선택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17EAC01F-43F7-4ADF-A838-46149E4E3A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516" y="2179558"/>
            <a:ext cx="7675014" cy="40967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234571" y="2967335"/>
            <a:ext cx="7722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04.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 수행 경과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5246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04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K-means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테스트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7353705" y="3031065"/>
            <a:ext cx="3959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날씨데이터를 비슷한 패턴끼리 묶는 클러스터 모델 테스트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9F74B1F-D7BC-4FFA-87E6-71B2C351AE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42" y="1786375"/>
            <a:ext cx="6300934" cy="5040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5321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04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DBSCAN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테스트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7208221" y="3031065"/>
            <a:ext cx="4105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날씨데이터를 비슷한 패턴끼리 묶는 클러스터 모델 테스트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A5B882F-0D05-4F01-8257-1AA555FD54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83" y="1894960"/>
            <a:ext cx="6629437" cy="459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049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234571" y="2967335"/>
            <a:ext cx="7722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54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화면 시연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60704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결과물이 도출된 과정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을 세부적으로 작성한다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48F1558-81FC-ADBD-7F72-02E1608F0309}"/>
              </a:ext>
            </a:extLst>
          </p:cNvPr>
          <p:cNvGrpSpPr/>
          <p:nvPr/>
        </p:nvGrpSpPr>
        <p:grpSpPr>
          <a:xfrm>
            <a:off x="515620" y="2097405"/>
            <a:ext cx="11410315" cy="379095"/>
            <a:chOff x="515620" y="2097405"/>
            <a:chExt cx="11410315" cy="37909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53082793-1863-DA6D-DFAD-F5F7C77FA261}"/>
                </a:ext>
              </a:extLst>
            </p:cNvPr>
            <p:cNvSpPr/>
            <p:nvPr/>
          </p:nvSpPr>
          <p:spPr>
            <a:xfrm>
              <a:off x="515620" y="2097405"/>
              <a:ext cx="11218545" cy="379095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898C1A-E42C-1959-DDA8-7FA3885AF73D}"/>
                </a:ext>
              </a:extLst>
            </p:cNvPr>
            <p:cNvSpPr txBox="1"/>
            <p:nvPr/>
          </p:nvSpPr>
          <p:spPr>
            <a:xfrm>
              <a:off x="1036320" y="2136140"/>
              <a:ext cx="108896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이어지는 예시는 하나의 사례로 간단하게 제시한 것이므로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성격에 따라 보다 자세하게 작성</a:t>
              </a:r>
              <a:endPara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D85C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41AF91E-7785-5418-A751-C43D2064BD1B}"/>
                </a:ext>
              </a:extLst>
            </p:cNvPr>
            <p:cNvGrpSpPr/>
            <p:nvPr/>
          </p:nvGrpSpPr>
          <p:grpSpPr>
            <a:xfrm>
              <a:off x="802640" y="2139950"/>
              <a:ext cx="236220" cy="276860"/>
              <a:chOff x="802640" y="2139950"/>
              <a:chExt cx="236220" cy="276860"/>
            </a:xfrm>
          </p:grpSpPr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A20973A-497E-594B-CABE-FDE69AE049EF}"/>
                  </a:ext>
                </a:extLst>
              </p:cNvPr>
              <p:cNvSpPr/>
              <p:nvPr/>
            </p:nvSpPr>
            <p:spPr>
              <a:xfrm>
                <a:off x="802640" y="2159000"/>
                <a:ext cx="233680" cy="23368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174ECA-311B-4561-DF3D-C98A0C484116}"/>
                  </a:ext>
                </a:extLst>
              </p:cNvPr>
              <p:cNvSpPr txBox="1"/>
              <p:nvPr/>
            </p:nvSpPr>
            <p:spPr>
              <a:xfrm>
                <a:off x="805180" y="2139950"/>
                <a:ext cx="233045" cy="27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</a:rPr>
                  <a:t>!</a:t>
                </a:r>
                <a:endParaRPr lang="ko-KR" altLang="en-US" sz="1200" b="1" dirty="0"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endParaRPr>
              </a:p>
            </p:txBody>
          </p:sp>
        </p:grpSp>
      </p:grp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수행 경과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39210"/>
              <a:ext cx="817689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과정이 잘 드러날 수 있도록 가공 과정부터 활용까지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전체적인 프로세스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를 단계별로 작성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09160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과정에서의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피드백 내용과 그것을 적용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(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보완 등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)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한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 포함되도록 작성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49930" y="2787650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결과를 서술하는 과정에서는 활용된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기술 및 구현 방법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구현 결과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*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등을 상세히 작성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CBB9-7D5C-2C3E-1ABD-C655F98DD92E}"/>
                </a:ext>
              </a:extLst>
            </p:cNvPr>
            <p:cNvSpPr txBox="1"/>
            <p:nvPr/>
          </p:nvSpPr>
          <p:spPr>
            <a:xfrm>
              <a:off x="4735195" y="2999105"/>
              <a:ext cx="329501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빅데이터 직종의 경우 정확도 등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8FF9A56-7FA6-CC9A-F116-4EEE4E55D731}"/>
                </a:ext>
              </a:extLst>
            </p:cNvPr>
            <p:cNvSpPr/>
            <p:nvPr/>
          </p:nvSpPr>
          <p:spPr>
            <a:xfrm>
              <a:off x="4233545" y="3108325"/>
              <a:ext cx="501650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예시</a:t>
              </a:r>
              <a:endParaRPr lang="ko-KR" altLang="en-US" sz="1200" dirty="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30" y="5601335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결과물을 잘 드러낼 수 있는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자료를 첨부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하여 작성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E8EA9C-7E9C-B73B-B961-169901066557}"/>
                </a:ext>
              </a:extLst>
            </p:cNvPr>
            <p:cNvSpPr txBox="1"/>
            <p:nvPr/>
          </p:nvSpPr>
          <p:spPr>
            <a:xfrm>
              <a:off x="4441825" y="5805805"/>
              <a:ext cx="715073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결과물 사진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시연 영상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구동 화면 등 프로젝트의 우수성이 드러날 수 있는 자료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219DCB6A-47C7-22E5-1FE9-986DF4AE099E}"/>
                </a:ext>
              </a:extLst>
            </p:cNvPr>
            <p:cNvSpPr/>
            <p:nvPr/>
          </p:nvSpPr>
          <p:spPr>
            <a:xfrm>
              <a:off x="3342640" y="5904230"/>
              <a:ext cx="1099185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첨부 자료 예시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5D69379C-8748-91C9-144D-FE47E2D5A0C4}"/>
              </a:ext>
            </a:extLst>
          </p:cNvPr>
          <p:cNvGrpSpPr/>
          <p:nvPr/>
        </p:nvGrpSpPr>
        <p:grpSpPr>
          <a:xfrm>
            <a:off x="0" y="4277360"/>
            <a:ext cx="2207260" cy="2580640"/>
            <a:chOff x="0" y="4277360"/>
            <a:chExt cx="2207260" cy="2580640"/>
          </a:xfrm>
        </p:grpSpPr>
        <p:pic>
          <p:nvPicPr>
            <p:cNvPr id="30" name="그래픽 29">
              <a:extLst>
                <a:ext uri="{FF2B5EF4-FFF2-40B4-BE49-F238E27FC236}">
                  <a16:creationId xmlns:a16="http://schemas.microsoft.com/office/drawing/2014/main" id="{2576C25F-1621-30A2-B5DC-DFB624D7AF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 r="9322" b="12503"/>
            <a:stretch/>
          </p:blipFill>
          <p:spPr>
            <a:xfrm flipH="1">
              <a:off x="0" y="4643755"/>
              <a:ext cx="2207260" cy="2214245"/>
            </a:xfrm>
            <a:prstGeom prst="rect">
              <a:avLst/>
            </a:prstGeom>
          </p:spPr>
        </p:pic>
        <p:pic>
          <p:nvPicPr>
            <p:cNvPr id="76" name="그래픽 75">
              <a:extLst>
                <a:ext uri="{FF2B5EF4-FFF2-40B4-BE49-F238E27FC236}">
                  <a16:creationId xmlns:a16="http://schemas.microsoft.com/office/drawing/2014/main" id="{97DDB7A6-5825-3062-E194-7A2E89250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264920" y="4956810"/>
              <a:ext cx="109855" cy="109855"/>
            </a:xfrm>
            <a:prstGeom prst="rect">
              <a:avLst/>
            </a:prstGeom>
          </p:spPr>
        </p:pic>
        <p:pic>
          <p:nvPicPr>
            <p:cNvPr id="78" name="그래픽 77">
              <a:extLst>
                <a:ext uri="{FF2B5EF4-FFF2-40B4-BE49-F238E27FC236}">
                  <a16:creationId xmlns:a16="http://schemas.microsoft.com/office/drawing/2014/main" id="{065F2D4F-E585-2883-F3BC-F4E544D2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57810" y="4277360"/>
              <a:ext cx="142240" cy="142240"/>
            </a:xfrm>
            <a:prstGeom prst="rect">
              <a:avLst/>
            </a:prstGeom>
          </p:spPr>
        </p:pic>
        <p:pic>
          <p:nvPicPr>
            <p:cNvPr id="80" name="그래픽 79">
              <a:extLst>
                <a:ext uri="{FF2B5EF4-FFF2-40B4-BE49-F238E27FC236}">
                  <a16:creationId xmlns:a16="http://schemas.microsoft.com/office/drawing/2014/main" id="{D6ABE428-E132-1E87-86F1-385627753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004060" y="5861685"/>
              <a:ext cx="171450" cy="171450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HTML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시연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150" y="854075"/>
            <a:ext cx="3448050" cy="307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분 내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0" name="_x278651016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5" name="자유형: 도형 54"/>
          <p:cNvSpPr>
            <a:spLocks/>
          </p:cNvSpPr>
          <p:nvPr/>
        </p:nvSpPr>
        <p:spPr>
          <a:xfrm>
            <a:off x="473710" y="2150745"/>
            <a:ext cx="11244580" cy="4263390"/>
          </a:xfrm>
          <a:custGeom>
            <a:avLst/>
            <a:gdLst>
              <a:gd name="TX0" fmla="*/ 0 w 7434266"/>
              <a:gd name="TY0" fmla="*/ 0 h 4167183"/>
              <a:gd name="TX1" fmla="*/ 7434265 w 7434266"/>
              <a:gd name="TY1" fmla="*/ 0 h 4167183"/>
              <a:gd name="TX2" fmla="*/ 7434265 w 7434266"/>
              <a:gd name="TY2" fmla="*/ 4167182 h 4167183"/>
              <a:gd name="TX3" fmla="*/ 0 w 7434266"/>
              <a:gd name="TY3" fmla="*/ 4167182 h 4167183"/>
            </a:gdLst>
            <a:ahLst/>
            <a:cxnLst>
              <a:cxn ang="0">
                <a:pos x="TX0" y="TY0"/>
              </a:cxn>
              <a:cxn ang="0">
                <a:pos x="TX1" y="TY1"/>
              </a:cxn>
              <a:cxn ang="0">
                <a:pos x="TX2" y="TY2"/>
              </a:cxn>
              <a:cxn ang="0">
                <a:pos x="TX3" y="TY3"/>
              </a:cxn>
            </a:cxnLst>
            <a:rect l="l" t="t" r="r" b="b"/>
            <a:pathLst>
              <a:path w="7434266" h="4167183">
                <a:moveTo>
                  <a:pt x="0" y="0"/>
                </a:moveTo>
                <a:lnTo>
                  <a:pt x="7434265" y="0"/>
                </a:lnTo>
                <a:lnTo>
                  <a:pt x="7434265" y="4167182"/>
                </a:lnTo>
                <a:lnTo>
                  <a:pt x="0" y="4167182"/>
                </a:lnTo>
                <a:close/>
              </a:path>
            </a:pathLst>
          </a:custGeom>
          <a:solidFill>
            <a:srgbClr val="2C3E50"/>
          </a:solidFill>
          <a:ln w="0">
            <a:noFill/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latinLnBrk="0">
              <a:buFontTx/>
              <a:buNone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775" y="3135630"/>
            <a:ext cx="2550795" cy="541655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0" y="5284470"/>
            <a:ext cx="1369695" cy="157353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향후 계획 및 기대효과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1060"/>
            <a:ext cx="12192000" cy="2336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655" y="1539240"/>
            <a:ext cx="100965" cy="113665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655" y="2407920"/>
            <a:ext cx="5363845" cy="1748790"/>
            <a:chOff x="541655" y="2407920"/>
            <a:chExt cx="5363845" cy="1748790"/>
          </a:xfrm>
        </p:grpSpPr>
        <p:sp>
          <p:nvSpPr>
            <p:cNvPr id="12" name="사각형: 둥근 모서리 11"/>
            <p:cNvSpPr>
              <a:spLocks/>
            </p:cNvSpPr>
            <p:nvPr/>
          </p:nvSpPr>
          <p:spPr>
            <a:xfrm>
              <a:off x="5416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3378C8">
                  <a:alpha val="29803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0" name="직사각형 19"/>
            <p:cNvSpPr>
              <a:spLocks/>
            </p:cNvSpPr>
            <p:nvPr/>
          </p:nvSpPr>
          <p:spPr>
            <a:xfrm rot="5400000">
              <a:off x="3176905" y="234950"/>
              <a:ext cx="94615" cy="4440555"/>
            </a:xfrm>
            <a:prstGeom prst="rect">
              <a:avLst/>
            </a:prstGeom>
            <a:solidFill>
              <a:srgbClr val="3378C8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0" name="TextBox 39"/>
            <p:cNvSpPr txBox="1">
              <a:spLocks/>
            </p:cNvSpPr>
            <p:nvPr/>
          </p:nvSpPr>
          <p:spPr>
            <a:xfrm>
              <a:off x="912495" y="2900045"/>
              <a:ext cx="4623435" cy="39243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655" y="4490720"/>
            <a:ext cx="5363845" cy="1748790"/>
            <a:chOff x="541655" y="4490720"/>
            <a:chExt cx="5363845" cy="1748790"/>
          </a:xfrm>
        </p:grpSpPr>
        <p:sp>
          <p:nvSpPr>
            <p:cNvPr id="15" name="사각형: 둥근 모서리 14"/>
            <p:cNvSpPr>
              <a:spLocks/>
            </p:cNvSpPr>
            <p:nvPr/>
          </p:nvSpPr>
          <p:spPr>
            <a:xfrm>
              <a:off x="541655" y="44907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4" name="직사각형 43"/>
            <p:cNvSpPr>
              <a:spLocks/>
            </p:cNvSpPr>
            <p:nvPr/>
          </p:nvSpPr>
          <p:spPr>
            <a:xfrm rot="5400000">
              <a:off x="3176905" y="23177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50" name="TextBox 49"/>
            <p:cNvSpPr txBox="1">
              <a:spLocks/>
            </p:cNvSpPr>
            <p:nvPr/>
          </p:nvSpPr>
          <p:spPr>
            <a:xfrm>
              <a:off x="912495" y="4805045"/>
              <a:ext cx="4623435" cy="108839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모델이 어떤 문제에 강점이 있고</a:t>
              </a: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데이터가 어떤 특성이 있는지</a:t>
              </a:r>
              <a:br>
                <a:rPr lang="en-US" altLang="ko-KR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많은 학습 필요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355" y="4490720"/>
            <a:ext cx="5363845" cy="1748790"/>
            <a:chOff x="6396355" y="4490720"/>
            <a:chExt cx="5363845" cy="17487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355" y="4490720"/>
              <a:ext cx="5363845" cy="17487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605" y="2317750"/>
              <a:ext cx="93980" cy="4439920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6875" y="5019040"/>
              <a:ext cx="4622800" cy="7435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프로젝트를 수행하면서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느낀 점이나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경험한 성과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경력 계획 등과 연관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</a:t>
              </a:r>
              <a:endPara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177915" y="613410"/>
            <a:ext cx="5582920" cy="3543935"/>
            <a:chOff x="6177915" y="613410"/>
            <a:chExt cx="5582920" cy="3543935"/>
          </a:xfrm>
        </p:grpSpPr>
        <p:sp>
          <p:nvSpPr>
            <p:cNvPr id="14" name="사각형: 둥근 모서리 13"/>
            <p:cNvSpPr>
              <a:spLocks/>
            </p:cNvSpPr>
            <p:nvPr/>
          </p:nvSpPr>
          <p:spPr>
            <a:xfrm>
              <a:off x="63963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3" name="직사각형 42"/>
            <p:cNvSpPr>
              <a:spLocks/>
            </p:cNvSpPr>
            <p:nvPr/>
          </p:nvSpPr>
          <p:spPr>
            <a:xfrm rot="5400000">
              <a:off x="9031605" y="2349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9" name="TextBox 48"/>
            <p:cNvSpPr txBox="1">
              <a:spLocks/>
            </p:cNvSpPr>
            <p:nvPr/>
          </p:nvSpPr>
          <p:spPr>
            <a:xfrm>
              <a:off x="6177915" y="613410"/>
              <a:ext cx="2835910" cy="46228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 평가 결과</a:t>
              </a:r>
              <a: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정확도가 </a:t>
              </a:r>
              <a: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00.00%</a:t>
              </a: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</a:t>
              </a:r>
              <a:b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 향상을 위해 모델 추후 개선 필요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460" y="4326890"/>
            <a:ext cx="138430" cy="13843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9" name="_x278651016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62" name="텍스트 상자 1"/>
          <p:cNvSpPr txBox="1">
            <a:spLocks/>
          </p:cNvSpPr>
          <p:nvPr/>
        </p:nvSpPr>
        <p:spPr>
          <a:xfrm>
            <a:off x="6765925" y="2735580"/>
            <a:ext cx="4623435" cy="108839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수집된 로그가 </a:t>
            </a:r>
            <a:r>
              <a:rPr lang="ko-KR" altLang="en-US" dirty="0" err="1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쌓여감에</a:t>
            </a: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 따라</a:t>
            </a: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개인 맞춤형 음식, 광고 활용</a:t>
            </a: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지역상권 분석등의 효과 기대</a:t>
            </a: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0" y="5934710"/>
            <a:ext cx="12192000" cy="92329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332"/>
            <a:chOff x="541655" y="1430020"/>
            <a:chExt cx="10526395" cy="369332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시스템 아키텍처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8442218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2174E86-C1F1-408D-9774-251619CBD02F}"/>
              </a:ext>
            </a:extLst>
          </p:cNvPr>
          <p:cNvSpPr/>
          <p:nvPr/>
        </p:nvSpPr>
        <p:spPr>
          <a:xfrm>
            <a:off x="877866" y="872716"/>
            <a:ext cx="7954438" cy="3345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클라이언트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211E0CD-1AF7-4E3D-B4A6-C10DCAD03C0C}"/>
              </a:ext>
            </a:extLst>
          </p:cNvPr>
          <p:cNvSpPr/>
          <p:nvPr/>
        </p:nvSpPr>
        <p:spPr>
          <a:xfrm>
            <a:off x="1060672" y="3314234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115A616-C998-4729-860D-35FA92B5C0B8}"/>
              </a:ext>
            </a:extLst>
          </p:cNvPr>
          <p:cNvSpPr/>
          <p:nvPr/>
        </p:nvSpPr>
        <p:spPr>
          <a:xfrm>
            <a:off x="6315621" y="3316122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0BA8338-C1C0-4885-9351-DC9627DFE5E4}"/>
              </a:ext>
            </a:extLst>
          </p:cNvPr>
          <p:cNvSpPr/>
          <p:nvPr/>
        </p:nvSpPr>
        <p:spPr>
          <a:xfrm>
            <a:off x="3199882" y="3326280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3991E41-08CD-40DF-9022-CB5613A1C68F}"/>
              </a:ext>
            </a:extLst>
          </p:cNvPr>
          <p:cNvSpPr/>
          <p:nvPr/>
        </p:nvSpPr>
        <p:spPr>
          <a:xfrm>
            <a:off x="1194144" y="3633772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10E1E5-288C-440E-9E9F-6A19E09E3369}"/>
              </a:ext>
            </a:extLst>
          </p:cNvPr>
          <p:cNvSpPr/>
          <p:nvPr/>
        </p:nvSpPr>
        <p:spPr>
          <a:xfrm>
            <a:off x="6449092" y="3628063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5D90420-0408-4767-8825-DA111F6586A1}"/>
              </a:ext>
            </a:extLst>
          </p:cNvPr>
          <p:cNvSpPr/>
          <p:nvPr/>
        </p:nvSpPr>
        <p:spPr>
          <a:xfrm>
            <a:off x="3333352" y="3638917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60843BA-DC7C-4D1B-A152-1554E4B0C212}"/>
              </a:ext>
            </a:extLst>
          </p:cNvPr>
          <p:cNvSpPr/>
          <p:nvPr/>
        </p:nvSpPr>
        <p:spPr>
          <a:xfrm>
            <a:off x="1368931" y="3984941"/>
            <a:ext cx="1830951" cy="433127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012ABD6-1FE0-4C50-BFFE-149512E18919}"/>
              </a:ext>
            </a:extLst>
          </p:cNvPr>
          <p:cNvSpPr/>
          <p:nvPr/>
        </p:nvSpPr>
        <p:spPr>
          <a:xfrm>
            <a:off x="6625717" y="3985494"/>
            <a:ext cx="1736280" cy="435992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3233C2E-BFCD-4F20-81B3-5CE5D2530E95}"/>
              </a:ext>
            </a:extLst>
          </p:cNvPr>
          <p:cNvSpPr/>
          <p:nvPr/>
        </p:nvSpPr>
        <p:spPr>
          <a:xfrm>
            <a:off x="3417144" y="3966313"/>
            <a:ext cx="1830951" cy="44639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5A40356-0F66-4F41-A3C9-B50FE68A305E}"/>
              </a:ext>
            </a:extLst>
          </p:cNvPr>
          <p:cNvSpPr/>
          <p:nvPr/>
        </p:nvSpPr>
        <p:spPr>
          <a:xfrm>
            <a:off x="877866" y="4617132"/>
            <a:ext cx="7954438" cy="3345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DB</a:t>
            </a:r>
            <a:endParaRPr lang="ko-KR" altLang="en-US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3FDFBD2-5B96-4485-8257-D7E31E8D22C3}"/>
              </a:ext>
            </a:extLst>
          </p:cNvPr>
          <p:cNvSpPr/>
          <p:nvPr/>
        </p:nvSpPr>
        <p:spPr>
          <a:xfrm>
            <a:off x="9431360" y="2593594"/>
            <a:ext cx="1818670" cy="82280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Engine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1E463A9-5B19-4442-BF37-63EB7C1B1754}"/>
              </a:ext>
            </a:extLst>
          </p:cNvPr>
          <p:cNvSpPr/>
          <p:nvPr/>
        </p:nvSpPr>
        <p:spPr>
          <a:xfrm>
            <a:off x="9444372" y="845452"/>
            <a:ext cx="1818670" cy="822800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6CE3DAE-D708-4222-8023-D8439765789E}"/>
              </a:ext>
            </a:extLst>
          </p:cNvPr>
          <p:cNvSpPr/>
          <p:nvPr/>
        </p:nvSpPr>
        <p:spPr>
          <a:xfrm>
            <a:off x="9372364" y="5085184"/>
            <a:ext cx="1818670" cy="822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Module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0078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기상청 종관기상관측 자료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</a:t>
            </a:r>
            <a:r>
              <a:rPr lang="ko-KR" altLang="en-US" sz="2600" b="1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전처리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및 분석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EA28A671-4EFB-40B1-9B30-63752030101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685"/>
          <a:stretch/>
        </p:blipFill>
        <p:spPr>
          <a:xfrm>
            <a:off x="539115" y="2575102"/>
            <a:ext cx="5276683" cy="37249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D1F6023-90B7-4836-891B-9591E094819F}"/>
              </a:ext>
            </a:extLst>
          </p:cNvPr>
          <p:cNvSpPr txBox="1"/>
          <p:nvPr/>
        </p:nvSpPr>
        <p:spPr>
          <a:xfrm>
            <a:off x="6300309" y="3073847"/>
            <a:ext cx="47165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추천엔진을 학습시키기 위한 기상청의 관측자료 수집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필요없는</a:t>
            </a:r>
            <a:r>
              <a:rPr lang="ko-KR" altLang="en-US" dirty="0"/>
              <a:t> 피처 제거 후 데이터 특성 파악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Ex) </a:t>
            </a:r>
            <a:r>
              <a:rPr lang="ko-KR" altLang="en-US" dirty="0"/>
              <a:t>습도와</a:t>
            </a:r>
            <a:r>
              <a:rPr lang="en-US" altLang="ko-KR" dirty="0"/>
              <a:t> </a:t>
            </a:r>
            <a:r>
              <a:rPr lang="ko-KR" altLang="en-US" dirty="0"/>
              <a:t>기온이 활동성이 높고 강수와 </a:t>
            </a:r>
            <a:r>
              <a:rPr lang="ko-KR" altLang="en-US" dirty="0" err="1"/>
              <a:t>적설등은</a:t>
            </a:r>
            <a:r>
              <a:rPr lang="ko-KR" altLang="en-US" dirty="0"/>
              <a:t> 상대적으로 변동이 적음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날씨 데이터는 추천엔진 학습에 사용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서비스 중에는 직접적인 활용</a:t>
            </a:r>
            <a:r>
              <a:rPr lang="en-US" altLang="ko-KR" dirty="0"/>
              <a:t>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8935"/>
            <a:chOff x="488315" y="1358900"/>
            <a:chExt cx="10527030" cy="36893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89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ko-KR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음식점 정보</a:t>
              </a: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endParaRPr lang="ko-KR" altLang="en-US" sz="2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Regular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4E189D17-7F92-4CBD-A8FF-B14A324C84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15" y="2575065"/>
            <a:ext cx="7891419" cy="383206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1FFD20BA-FFBA-4355-8472-0CB26E35284F}"/>
              </a:ext>
            </a:extLst>
          </p:cNvPr>
          <p:cNvSpPr txBox="1"/>
          <p:nvPr/>
        </p:nvSpPr>
        <p:spPr>
          <a:xfrm>
            <a:off x="8548180" y="2675295"/>
            <a:ext cx="35244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데이터 특성 파악 후 불필요한 피처 제거   </a:t>
            </a:r>
            <a:r>
              <a:rPr lang="en-US" altLang="ko-KR" dirty="0"/>
              <a:t>(</a:t>
            </a:r>
            <a:r>
              <a:rPr lang="ko-KR" altLang="en-US" dirty="0"/>
              <a:t>다음페이지 참고</a:t>
            </a:r>
            <a:r>
              <a:rPr lang="en-US" altLang="ko-KR" dirty="0"/>
              <a:t>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" y="635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8935"/>
            <a:chOff x="488315" y="1358900"/>
            <a:chExt cx="10527030" cy="36893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89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전처리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및 분석</a:t>
              </a: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endParaRPr lang="ko-KR" altLang="en-US" sz="2600" b="1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Regular" charset="0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267B914C-3A81-4873-899F-6E20D4403D3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43"/>
          <a:stretch/>
        </p:blipFill>
        <p:spPr>
          <a:xfrm>
            <a:off x="466698" y="2660005"/>
            <a:ext cx="5319737" cy="323428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39752E1-0A9E-4C25-ABCD-0DCE5C13398B}"/>
              </a:ext>
            </a:extLst>
          </p:cNvPr>
          <p:cNvSpPr txBox="1"/>
          <p:nvPr/>
        </p:nvSpPr>
        <p:spPr>
          <a:xfrm>
            <a:off x="6172420" y="2963634"/>
            <a:ext cx="47165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계절성이 없는 음식 카테고리는 제거 하였으며 위도 경도 컬럼을 추가</a:t>
            </a:r>
            <a:endParaRPr lang="en-US" altLang="ko-KR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네이버 </a:t>
              </a: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플레이스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음식점 리뷰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셀레니움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크롤링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08033" y="1958975"/>
              <a:ext cx="287012" cy="276860"/>
              <a:chOff x="708033" y="1958975"/>
              <a:chExt cx="287012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08033" y="195897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8DEFA5AE-AE20-4C7F-80F3-0E97770F61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63" y="2370857"/>
            <a:ext cx="6140372" cy="448777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6439535" y="3099872"/>
            <a:ext cx="47165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상가목록에서 음식점 명을 추출해 네이버 </a:t>
            </a:r>
            <a:r>
              <a:rPr lang="ko-KR" altLang="en-US" dirty="0" err="1"/>
              <a:t>플레이스</a:t>
            </a:r>
            <a:r>
              <a:rPr lang="ko-KR" altLang="en-US" dirty="0"/>
              <a:t> 약 </a:t>
            </a:r>
            <a:r>
              <a:rPr lang="en-US" altLang="ko-KR" dirty="0"/>
              <a:t>5</a:t>
            </a:r>
            <a:r>
              <a:rPr lang="ko-KR" altLang="en-US" dirty="0" err="1"/>
              <a:t>만건의</a:t>
            </a:r>
            <a:r>
              <a:rPr lang="ko-KR" altLang="en-US" dirty="0"/>
              <a:t> 리뷰  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진행 중 </a:t>
            </a:r>
            <a:r>
              <a:rPr lang="en-US" altLang="ko-KR" dirty="0"/>
              <a:t>iframe</a:t>
            </a:r>
            <a:r>
              <a:rPr lang="ko-KR" altLang="en-US" dirty="0"/>
              <a:t>간의 전환이나 </a:t>
            </a:r>
            <a:r>
              <a:rPr lang="ko-KR" altLang="en-US" dirty="0" err="1"/>
              <a:t>봇감지에</a:t>
            </a:r>
            <a:r>
              <a:rPr lang="ko-KR" altLang="en-US" dirty="0"/>
              <a:t> 대응하는 부분이 특히 어려웠다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 err="1"/>
              <a:t>time.sleep</a:t>
            </a:r>
            <a:r>
              <a:rPr lang="en-US" altLang="ko-KR" dirty="0"/>
              <a:t>() </a:t>
            </a:r>
            <a:r>
              <a:rPr lang="ko-KR" altLang="en-US" dirty="0"/>
              <a:t>이나 </a:t>
            </a:r>
            <a:r>
              <a:rPr lang="en-US" altLang="ko-KR" dirty="0" err="1"/>
              <a:t>WebDriverWait</a:t>
            </a:r>
            <a:r>
              <a:rPr lang="en-US" altLang="ko-KR" dirty="0"/>
              <a:t>()</a:t>
            </a:r>
            <a:r>
              <a:rPr lang="ko-KR" altLang="en-US" dirty="0"/>
              <a:t>으로 대기시간을 많이 주어 대응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</a:t>
            </a:r>
            <a:r>
              <a:rPr lang="ko-KR" altLang="en-US" dirty="0" err="1"/>
              <a:t>가게별</a:t>
            </a:r>
            <a:r>
              <a:rPr lang="ko-KR" altLang="en-US" dirty="0"/>
              <a:t> 리뷰 수와 위치정보</a:t>
            </a:r>
            <a:r>
              <a:rPr lang="en-US" altLang="ko-KR" dirty="0"/>
              <a:t>, </a:t>
            </a:r>
            <a:r>
              <a:rPr lang="ko-KR" altLang="en-US" dirty="0"/>
              <a:t>리뷰  긍정도를 이용해 음식점을 추천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26803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네이버 </a:t>
              </a: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플레이스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음식점 리뷰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셀레니움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크롤링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08033" y="1958975"/>
              <a:ext cx="287012" cy="276860"/>
              <a:chOff x="708033" y="1958975"/>
              <a:chExt cx="287012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08033" y="195897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666C7093-E780-4143-8D2C-0E05DCF8B2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711" y="2847395"/>
            <a:ext cx="9297698" cy="37629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C16BDD40-413C-4B05-952D-A1098741592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710" y="2457213"/>
            <a:ext cx="2732510" cy="346985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데이터베이스 설계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8058417" y="2987030"/>
            <a:ext cx="395955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</a:t>
            </a:r>
            <a:r>
              <a:rPr lang="en-US" altLang="ko-KR" dirty="0"/>
              <a:t>, </a:t>
            </a:r>
            <a:r>
              <a:rPr lang="ko-KR" altLang="en-US" dirty="0"/>
              <a:t>리뷰목록과 서비스하며 </a:t>
            </a:r>
            <a:r>
              <a:rPr lang="ko-KR" altLang="en-US" dirty="0" err="1"/>
              <a:t>얻게될</a:t>
            </a:r>
            <a:r>
              <a:rPr lang="ko-KR" altLang="en-US" dirty="0"/>
              <a:t> 추천로그</a:t>
            </a:r>
            <a:r>
              <a:rPr lang="en-US" altLang="ko-KR" dirty="0"/>
              <a:t>, </a:t>
            </a:r>
            <a:r>
              <a:rPr lang="ko-KR" altLang="en-US" dirty="0"/>
              <a:t>사용자 입력 등 필요한 정보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sz="1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음식점 데이터를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csv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가 아닌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저장하여 보관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endParaRPr lang="en-US" altLang="ko-KR" sz="1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로그와 히스토리를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보관하여 추천엔진을 모니터링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7BE6B75-C330-45D9-9FD1-69EDFD95EE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805" y="1701938"/>
            <a:ext cx="8059648" cy="515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04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34</Pages>
  <Paragraphs>297</Paragraphs>
  <Words>1090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김준영</dc:creator>
  <cp:lastModifiedBy>최연흠</cp:lastModifiedBy>
  <dc:title>PowerPoint 프레젠테이션</dc:title>
  <cp:version>9.103.82.44099</cp:version>
  <dcterms:modified xsi:type="dcterms:W3CDTF">2025-12-17T09:01:12Z</dcterms:modified>
</cp:coreProperties>
</file>