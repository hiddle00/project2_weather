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sldIdLst>
    <p:sldId id="289" r:id="rId2"/>
    <p:sldId id="291" r:id="rId3"/>
    <p:sldId id="365" r:id="rId4"/>
    <p:sldId id="372" r:id="rId5"/>
    <p:sldId id="364" r:id="rId6"/>
    <p:sldId id="294" r:id="rId7"/>
    <p:sldId id="333" r:id="rId8"/>
    <p:sldId id="295" r:id="rId9"/>
    <p:sldId id="361" r:id="rId10"/>
    <p:sldId id="360" r:id="rId11"/>
    <p:sldId id="368" r:id="rId12"/>
    <p:sldId id="344" r:id="rId13"/>
    <p:sldId id="350" r:id="rId14"/>
    <p:sldId id="340" r:id="rId15"/>
    <p:sldId id="351" r:id="rId16"/>
    <p:sldId id="341" r:id="rId17"/>
    <p:sldId id="342" r:id="rId18"/>
    <p:sldId id="354" r:id="rId19"/>
    <p:sldId id="355" r:id="rId20"/>
    <p:sldId id="369" r:id="rId21"/>
    <p:sldId id="370" r:id="rId22"/>
    <p:sldId id="371" r:id="rId23"/>
    <p:sldId id="363" r:id="rId24"/>
    <p:sldId id="334" r:id="rId25"/>
    <p:sldId id="335" r:id="rId26"/>
    <p:sldId id="303" r:id="rId27"/>
    <p:sldId id="373" r:id="rId28"/>
    <p:sldId id="374" r:id="rId29"/>
    <p:sldId id="348" r:id="rId30"/>
    <p:sldId id="345" r:id="rId31"/>
    <p:sldId id="347" r:id="rId32"/>
    <p:sldId id="366" r:id="rId33"/>
    <p:sldId id="346" r:id="rId34"/>
    <p:sldId id="367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9" userDrawn="1">
          <p15:clr>
            <a:srgbClr val="A4A3A4"/>
          </p15:clr>
        </p15:guide>
        <p15:guide id="2" pos="324" userDrawn="1">
          <p15:clr>
            <a:srgbClr val="A4A3A4"/>
          </p15:clr>
        </p15:guide>
        <p15:guide id="3" pos="7400" userDrawn="1">
          <p15:clr>
            <a:srgbClr val="A4A3A4"/>
          </p15:clr>
        </p15:guide>
        <p15:guide id="4" pos="3839" userDrawn="1">
          <p15:clr>
            <a:srgbClr val="A4A3A4"/>
          </p15:clr>
        </p15:guide>
        <p15:guide id="5" orient="horz" pos="40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66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28" autoAdjust="0"/>
    <p:restoredTop sz="96344" autoAdjust="0"/>
  </p:normalViewPr>
  <p:slideViewPr>
    <p:cSldViewPr snapToObjects="1">
      <p:cViewPr varScale="1">
        <p:scale>
          <a:sx n="114" d="100"/>
          <a:sy n="114" d="100"/>
        </p:scale>
        <p:origin x="906" y="96"/>
      </p:cViewPr>
      <p:guideLst>
        <p:guide orient="horz" pos="1569"/>
        <p:guide pos="324"/>
        <p:guide pos="7400"/>
        <p:guide pos="3839"/>
        <p:guide orient="horz" pos="401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18" Type="http://schemas.openxmlformats.org/officeDocument/2006/relationships/image" Target="../media/image34.png"/><Relationship Id="rId3" Type="http://schemas.openxmlformats.org/officeDocument/2006/relationships/image" Target="../media/image19.svg"/><Relationship Id="rId21" Type="http://schemas.openxmlformats.org/officeDocument/2006/relationships/image" Target="../media/image37.sv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17" Type="http://schemas.openxmlformats.org/officeDocument/2006/relationships/image" Target="../media/image33.sv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5" Type="http://schemas.openxmlformats.org/officeDocument/2006/relationships/image" Target="../media/image31.svg"/><Relationship Id="rId23" Type="http://schemas.openxmlformats.org/officeDocument/2006/relationships/image" Target="../media/image39.svg"/><Relationship Id="rId10" Type="http://schemas.openxmlformats.org/officeDocument/2006/relationships/image" Target="../media/image26.png"/><Relationship Id="rId19" Type="http://schemas.openxmlformats.org/officeDocument/2006/relationships/image" Target="../media/image35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4" Type="http://schemas.openxmlformats.org/officeDocument/2006/relationships/image" Target="../media/image30.png"/><Relationship Id="rId22" Type="http://schemas.openxmlformats.org/officeDocument/2006/relationships/image" Target="../media/image3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svg"/><Relationship Id="rId7" Type="http://schemas.openxmlformats.org/officeDocument/2006/relationships/image" Target="../media/image45.png"/><Relationship Id="rId12" Type="http://schemas.openxmlformats.org/officeDocument/2006/relationships/image" Target="../media/image4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11" Type="http://schemas.openxmlformats.org/officeDocument/2006/relationships/image" Target="../media/image7.svg"/><Relationship Id="rId5" Type="http://schemas.openxmlformats.org/officeDocument/2006/relationships/image" Target="../media/image43.svg"/><Relationship Id="rId10" Type="http://schemas.openxmlformats.org/officeDocument/2006/relationships/image" Target="../media/image6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svg"/><Relationship Id="rId7" Type="http://schemas.openxmlformats.org/officeDocument/2006/relationships/image" Target="../media/image45.png"/><Relationship Id="rId12" Type="http://schemas.openxmlformats.org/officeDocument/2006/relationships/image" Target="../media/image4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11" Type="http://schemas.openxmlformats.org/officeDocument/2006/relationships/image" Target="../media/image7.svg"/><Relationship Id="rId5" Type="http://schemas.openxmlformats.org/officeDocument/2006/relationships/image" Target="../media/image43.svg"/><Relationship Id="rId10" Type="http://schemas.openxmlformats.org/officeDocument/2006/relationships/image" Target="../media/image6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sv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11" Type="http://schemas.openxmlformats.org/officeDocument/2006/relationships/image" Target="../media/image7.svg"/><Relationship Id="rId5" Type="http://schemas.openxmlformats.org/officeDocument/2006/relationships/image" Target="../media/image43.svg"/><Relationship Id="rId10" Type="http://schemas.openxmlformats.org/officeDocument/2006/relationships/image" Target="../media/image6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9.png"/><Relationship Id="rId18" Type="http://schemas.openxmlformats.org/officeDocument/2006/relationships/image" Target="../media/image62.svg"/><Relationship Id="rId26" Type="http://schemas.openxmlformats.org/officeDocument/2006/relationships/image" Target="../media/image67.png"/><Relationship Id="rId3" Type="http://schemas.openxmlformats.org/officeDocument/2006/relationships/image" Target="../media/image45.png"/><Relationship Id="rId21" Type="http://schemas.openxmlformats.org/officeDocument/2006/relationships/image" Target="../media/image7.svg"/><Relationship Id="rId7" Type="http://schemas.openxmlformats.org/officeDocument/2006/relationships/image" Target="../media/image53.png"/><Relationship Id="rId12" Type="http://schemas.openxmlformats.org/officeDocument/2006/relationships/image" Target="../media/image58.svg"/><Relationship Id="rId17" Type="http://schemas.openxmlformats.org/officeDocument/2006/relationships/image" Target="../media/image61.png"/><Relationship Id="rId25" Type="http://schemas.openxmlformats.org/officeDocument/2006/relationships/image" Target="../media/image66.svg"/><Relationship Id="rId2" Type="http://schemas.openxmlformats.org/officeDocument/2006/relationships/image" Target="../media/image44.png"/><Relationship Id="rId16" Type="http://schemas.openxmlformats.org/officeDocument/2006/relationships/image" Target="../media/image2.sv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svg"/><Relationship Id="rId11" Type="http://schemas.openxmlformats.org/officeDocument/2006/relationships/image" Target="../media/image57.png"/><Relationship Id="rId24" Type="http://schemas.openxmlformats.org/officeDocument/2006/relationships/image" Target="../media/image65.png"/><Relationship Id="rId5" Type="http://schemas.openxmlformats.org/officeDocument/2006/relationships/image" Target="../media/image51.png"/><Relationship Id="rId15" Type="http://schemas.openxmlformats.org/officeDocument/2006/relationships/image" Target="../media/image1.png"/><Relationship Id="rId23" Type="http://schemas.openxmlformats.org/officeDocument/2006/relationships/image" Target="../media/image64.svg"/><Relationship Id="rId10" Type="http://schemas.openxmlformats.org/officeDocument/2006/relationships/image" Target="../media/image56.svg"/><Relationship Id="rId19" Type="http://schemas.openxmlformats.org/officeDocument/2006/relationships/image" Target="../media/image47.png"/><Relationship Id="rId4" Type="http://schemas.openxmlformats.org/officeDocument/2006/relationships/image" Target="../media/image50.svg"/><Relationship Id="rId9" Type="http://schemas.openxmlformats.org/officeDocument/2006/relationships/image" Target="../media/image55.png"/><Relationship Id="rId14" Type="http://schemas.openxmlformats.org/officeDocument/2006/relationships/image" Target="../media/image60.svg"/><Relationship Id="rId22" Type="http://schemas.openxmlformats.org/officeDocument/2006/relationships/image" Target="../media/image63.png"/><Relationship Id="rId27" Type="http://schemas.openxmlformats.org/officeDocument/2006/relationships/image" Target="../media/image6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13" Type="http://schemas.openxmlformats.org/officeDocument/2006/relationships/image" Target="../media/image75.png"/><Relationship Id="rId18" Type="http://schemas.openxmlformats.org/officeDocument/2006/relationships/image" Target="../media/image80.svg"/><Relationship Id="rId26" Type="http://schemas.openxmlformats.org/officeDocument/2006/relationships/image" Target="../media/image83.png"/><Relationship Id="rId3" Type="http://schemas.openxmlformats.org/officeDocument/2006/relationships/image" Target="../media/image41.svg"/><Relationship Id="rId21" Type="http://schemas.openxmlformats.org/officeDocument/2006/relationships/image" Target="../media/image7.svg"/><Relationship Id="rId7" Type="http://schemas.openxmlformats.org/officeDocument/2006/relationships/image" Target="../media/image69.png"/><Relationship Id="rId12" Type="http://schemas.openxmlformats.org/officeDocument/2006/relationships/image" Target="../media/image74.svg"/><Relationship Id="rId17" Type="http://schemas.openxmlformats.org/officeDocument/2006/relationships/image" Target="../media/image79.png"/><Relationship Id="rId25" Type="http://schemas.openxmlformats.org/officeDocument/2006/relationships/image" Target="../media/image82.svg"/><Relationship Id="rId2" Type="http://schemas.openxmlformats.org/officeDocument/2006/relationships/image" Target="../media/image40.png"/><Relationship Id="rId16" Type="http://schemas.openxmlformats.org/officeDocument/2006/relationships/image" Target="../media/image78.svg"/><Relationship Id="rId20" Type="http://schemas.openxmlformats.org/officeDocument/2006/relationships/image" Target="../media/image6.png"/><Relationship Id="rId29" Type="http://schemas.openxmlformats.org/officeDocument/2006/relationships/image" Target="../media/image8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svg"/><Relationship Id="rId11" Type="http://schemas.openxmlformats.org/officeDocument/2006/relationships/image" Target="../media/image73.png"/><Relationship Id="rId24" Type="http://schemas.openxmlformats.org/officeDocument/2006/relationships/image" Target="../media/image81.png"/><Relationship Id="rId5" Type="http://schemas.openxmlformats.org/officeDocument/2006/relationships/image" Target="../media/image45.png"/><Relationship Id="rId15" Type="http://schemas.openxmlformats.org/officeDocument/2006/relationships/image" Target="../media/image77.png"/><Relationship Id="rId23" Type="http://schemas.openxmlformats.org/officeDocument/2006/relationships/image" Target="../media/image52.svg"/><Relationship Id="rId28" Type="http://schemas.openxmlformats.org/officeDocument/2006/relationships/image" Target="../media/image85.png"/><Relationship Id="rId10" Type="http://schemas.openxmlformats.org/officeDocument/2006/relationships/image" Target="../media/image72.svg"/><Relationship Id="rId19" Type="http://schemas.openxmlformats.org/officeDocument/2006/relationships/image" Target="../media/image47.png"/><Relationship Id="rId31" Type="http://schemas.openxmlformats.org/officeDocument/2006/relationships/image" Target="../media/image88.svg"/><Relationship Id="rId4" Type="http://schemas.openxmlformats.org/officeDocument/2006/relationships/image" Target="../media/image44.png"/><Relationship Id="rId9" Type="http://schemas.openxmlformats.org/officeDocument/2006/relationships/image" Target="../media/image71.png"/><Relationship Id="rId14" Type="http://schemas.openxmlformats.org/officeDocument/2006/relationships/image" Target="../media/image76.svg"/><Relationship Id="rId22" Type="http://schemas.openxmlformats.org/officeDocument/2006/relationships/image" Target="../media/image51.png"/><Relationship Id="rId27" Type="http://schemas.openxmlformats.org/officeDocument/2006/relationships/image" Target="../media/image84.svg"/><Relationship Id="rId30" Type="http://schemas.openxmlformats.org/officeDocument/2006/relationships/image" Target="../media/image8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94.png"/><Relationship Id="rId3" Type="http://schemas.openxmlformats.org/officeDocument/2006/relationships/image" Target="../media/image41.svg"/><Relationship Id="rId7" Type="http://schemas.openxmlformats.org/officeDocument/2006/relationships/image" Target="../media/image44.png"/><Relationship Id="rId12" Type="http://schemas.openxmlformats.org/officeDocument/2006/relationships/image" Target="../media/image93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1.png"/><Relationship Id="rId11" Type="http://schemas.openxmlformats.org/officeDocument/2006/relationships/image" Target="../media/image92.png"/><Relationship Id="rId5" Type="http://schemas.openxmlformats.org/officeDocument/2006/relationships/image" Target="../media/image90.svg"/><Relationship Id="rId15" Type="http://schemas.openxmlformats.org/officeDocument/2006/relationships/image" Target="../media/image96.png"/><Relationship Id="rId10" Type="http://schemas.openxmlformats.org/officeDocument/2006/relationships/image" Target="../media/image7.svg"/><Relationship Id="rId4" Type="http://schemas.openxmlformats.org/officeDocument/2006/relationships/image" Target="../media/image89.png"/><Relationship Id="rId9" Type="http://schemas.openxmlformats.org/officeDocument/2006/relationships/image" Target="../media/image6.png"/><Relationship Id="rId14" Type="http://schemas.openxmlformats.org/officeDocument/2006/relationships/image" Target="../media/image95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8.png"/><Relationship Id="rId5" Type="http://schemas.openxmlformats.org/officeDocument/2006/relationships/image" Target="../media/image44.png"/><Relationship Id="rId4" Type="http://schemas.openxmlformats.org/officeDocument/2006/relationships/image" Target="../media/image10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svg"/><Relationship Id="rId7" Type="http://schemas.openxmlformats.org/officeDocument/2006/relationships/image" Target="../media/image45.png"/><Relationship Id="rId12" Type="http://schemas.openxmlformats.org/officeDocument/2006/relationships/image" Target="../media/image10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11" Type="http://schemas.openxmlformats.org/officeDocument/2006/relationships/image" Target="../media/image7.svg"/><Relationship Id="rId5" Type="http://schemas.openxmlformats.org/officeDocument/2006/relationships/image" Target="../media/image43.svg"/><Relationship Id="rId10" Type="http://schemas.openxmlformats.org/officeDocument/2006/relationships/image" Target="../media/image6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6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svg"/><Relationship Id="rId7" Type="http://schemas.openxmlformats.org/officeDocument/2006/relationships/image" Target="../media/image45.png"/><Relationship Id="rId12" Type="http://schemas.openxmlformats.org/officeDocument/2006/relationships/image" Target="../media/image10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11" Type="http://schemas.openxmlformats.org/officeDocument/2006/relationships/image" Target="../media/image7.svg"/><Relationship Id="rId5" Type="http://schemas.openxmlformats.org/officeDocument/2006/relationships/image" Target="../media/image43.svg"/><Relationship Id="rId10" Type="http://schemas.openxmlformats.org/officeDocument/2006/relationships/image" Target="../media/image6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svg"/><Relationship Id="rId7" Type="http://schemas.openxmlformats.org/officeDocument/2006/relationships/image" Target="../media/image45.png"/><Relationship Id="rId12" Type="http://schemas.openxmlformats.org/officeDocument/2006/relationships/image" Target="../media/image10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11" Type="http://schemas.openxmlformats.org/officeDocument/2006/relationships/image" Target="../media/image7.svg"/><Relationship Id="rId5" Type="http://schemas.openxmlformats.org/officeDocument/2006/relationships/image" Target="../media/image43.svg"/><Relationship Id="rId10" Type="http://schemas.openxmlformats.org/officeDocument/2006/relationships/image" Target="../media/image6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105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106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36.png"/><Relationship Id="rId18" Type="http://schemas.openxmlformats.org/officeDocument/2006/relationships/image" Target="../media/image6.png"/><Relationship Id="rId3" Type="http://schemas.openxmlformats.org/officeDocument/2006/relationships/image" Target="../media/image41.svg"/><Relationship Id="rId7" Type="http://schemas.openxmlformats.org/officeDocument/2006/relationships/image" Target="../media/image45.png"/><Relationship Id="rId12" Type="http://schemas.openxmlformats.org/officeDocument/2006/relationships/image" Target="../media/image112.svg"/><Relationship Id="rId17" Type="http://schemas.openxmlformats.org/officeDocument/2006/relationships/image" Target="../media/image47.png"/><Relationship Id="rId2" Type="http://schemas.openxmlformats.org/officeDocument/2006/relationships/image" Target="../media/image40.png"/><Relationship Id="rId16" Type="http://schemas.openxmlformats.org/officeDocument/2006/relationships/image" Target="../media/image11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11" Type="http://schemas.openxmlformats.org/officeDocument/2006/relationships/image" Target="../media/image111.png"/><Relationship Id="rId5" Type="http://schemas.openxmlformats.org/officeDocument/2006/relationships/image" Target="../media/image43.svg"/><Relationship Id="rId15" Type="http://schemas.openxmlformats.org/officeDocument/2006/relationships/image" Target="../media/image113.png"/><Relationship Id="rId10" Type="http://schemas.openxmlformats.org/officeDocument/2006/relationships/image" Target="../media/image110.svg"/><Relationship Id="rId19" Type="http://schemas.openxmlformats.org/officeDocument/2006/relationships/image" Target="../media/image7.svg"/><Relationship Id="rId4" Type="http://schemas.openxmlformats.org/officeDocument/2006/relationships/image" Target="../media/image42.png"/><Relationship Id="rId9" Type="http://schemas.openxmlformats.org/officeDocument/2006/relationships/image" Target="../media/image109.png"/><Relationship Id="rId14" Type="http://schemas.openxmlformats.org/officeDocument/2006/relationships/image" Target="../media/image37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7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47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7.svg"/><Relationship Id="rId3" Type="http://schemas.openxmlformats.org/officeDocument/2006/relationships/image" Target="../media/image41.svg"/><Relationship Id="rId7" Type="http://schemas.openxmlformats.org/officeDocument/2006/relationships/image" Target="../media/image118.svg"/><Relationship Id="rId12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7.png"/><Relationship Id="rId11" Type="http://schemas.openxmlformats.org/officeDocument/2006/relationships/image" Target="../media/image47.png"/><Relationship Id="rId5" Type="http://schemas.openxmlformats.org/officeDocument/2006/relationships/image" Target="../media/image116.svg"/><Relationship Id="rId10" Type="http://schemas.openxmlformats.org/officeDocument/2006/relationships/image" Target="../media/image120.svg"/><Relationship Id="rId4" Type="http://schemas.openxmlformats.org/officeDocument/2006/relationships/image" Target="../media/image115.png"/><Relationship Id="rId9" Type="http://schemas.openxmlformats.org/officeDocument/2006/relationships/image" Target="../media/image11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1.png"/><Relationship Id="rId3" Type="http://schemas.openxmlformats.org/officeDocument/2006/relationships/image" Target="../media/image45.png"/><Relationship Id="rId7" Type="http://schemas.openxmlformats.org/officeDocument/2006/relationships/image" Target="../media/image57.png"/><Relationship Id="rId12" Type="http://schemas.openxmlformats.org/officeDocument/2006/relationships/image" Target="../media/image2.svg"/><Relationship Id="rId17" Type="http://schemas.openxmlformats.org/officeDocument/2006/relationships/image" Target="../media/image7.svg"/><Relationship Id="rId2" Type="http://schemas.openxmlformats.org/officeDocument/2006/relationships/image" Target="../media/image44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svg"/><Relationship Id="rId11" Type="http://schemas.openxmlformats.org/officeDocument/2006/relationships/image" Target="../media/image1.png"/><Relationship Id="rId5" Type="http://schemas.openxmlformats.org/officeDocument/2006/relationships/image" Target="../media/image51.png"/><Relationship Id="rId15" Type="http://schemas.openxmlformats.org/officeDocument/2006/relationships/image" Target="../media/image47.png"/><Relationship Id="rId10" Type="http://schemas.openxmlformats.org/officeDocument/2006/relationships/image" Target="../media/image60.svg"/><Relationship Id="rId4" Type="http://schemas.openxmlformats.org/officeDocument/2006/relationships/image" Target="../media/image50.svg"/><Relationship Id="rId9" Type="http://schemas.openxmlformats.org/officeDocument/2006/relationships/image" Target="../media/image59.png"/><Relationship Id="rId14" Type="http://schemas.openxmlformats.org/officeDocument/2006/relationships/image" Target="../media/image62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4.png"/><Relationship Id="rId9" Type="http://schemas.openxmlformats.org/officeDocument/2006/relationships/image" Target="../media/image12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355" y="-635"/>
            <a:ext cx="1858645" cy="217043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6747510" y="1370330"/>
            <a:ext cx="5158740" cy="2654935"/>
            <a:chOff x="6747510" y="1370330"/>
            <a:chExt cx="5158740" cy="265493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340" y="1370330"/>
              <a:ext cx="2629535" cy="369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이젠아카데미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510" y="1809750"/>
              <a:ext cx="5158740" cy="2216150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EZEN </a:t>
              </a:r>
              <a:r>
                <a:rPr lang="ko-KR" altLang="en-US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뭐 먹지</a:t>
              </a:r>
              <a:b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날씨정보와 위치 정보를 활용한 음식점 추천 지능형 웹사이트</a:t>
              </a: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1165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920" y="6027420"/>
            <a:ext cx="2679700" cy="375920"/>
            <a:chOff x="8757920" y="6027420"/>
            <a:chExt cx="2679700" cy="375920"/>
          </a:xfrm>
        </p:grpSpPr>
        <p:pic>
          <p:nvPicPr>
            <p:cNvPr id="7" name="_x278651016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7790" y="6027420"/>
              <a:ext cx="1180465" cy="375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757920" y="6027420"/>
              <a:ext cx="1190625" cy="35369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20" y="3915410"/>
            <a:ext cx="7470140" cy="3683000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360"/>
            <a:ext cx="6616065" cy="5641340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240" y="2177415"/>
            <a:ext cx="1047115" cy="1047750"/>
            <a:chOff x="396240" y="2177415"/>
            <a:chExt cx="1047115" cy="1047750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396240" y="2177415"/>
              <a:ext cx="1047115" cy="1047750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720725" y="2501900"/>
              <a:ext cx="397510" cy="397510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20" y="5509260"/>
            <a:ext cx="335915" cy="335915"/>
          </a:xfrm>
          <a:prstGeom prst="rect">
            <a:avLst/>
          </a:prstGeom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7D2B4F00-41E1-A77B-F9A9-76AD04614A19}"/>
              </a:ext>
            </a:extLst>
          </p:cNvPr>
          <p:cNvGrpSpPr/>
          <p:nvPr/>
        </p:nvGrpSpPr>
        <p:grpSpPr>
          <a:xfrm>
            <a:off x="1277620" y="2615565"/>
            <a:ext cx="3935730" cy="4307840"/>
            <a:chOff x="1277620" y="2615565"/>
            <a:chExt cx="3935730" cy="4307840"/>
          </a:xfrm>
        </p:grpSpPr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F1F2C982-81B7-AE60-7DB9-47427F96BC48}"/>
                </a:ext>
              </a:extLst>
            </p:cNvPr>
            <p:cNvSpPr/>
            <p:nvPr/>
          </p:nvSpPr>
          <p:spPr>
            <a:xfrm>
              <a:off x="3136900" y="2615565"/>
              <a:ext cx="762635" cy="1329690"/>
            </a:xfrm>
            <a:custGeom>
              <a:avLst/>
              <a:gdLst>
                <a:gd name="connsiteX0" fmla="*/ 138971 w 869869"/>
                <a:gd name="connsiteY0" fmla="*/ 613285 h 1517209"/>
                <a:gd name="connsiteX1" fmla="*/ 352505 w 869869"/>
                <a:gd name="connsiteY1" fmla="*/ 132813 h 1517209"/>
                <a:gd name="connsiteX2" fmla="*/ 518023 w 869869"/>
                <a:gd name="connsiteY2" fmla="*/ 5462 h 1517209"/>
                <a:gd name="connsiteX3" fmla="*/ 538800 w 869869"/>
                <a:gd name="connsiteY3" fmla="*/ 224691 h 1517209"/>
                <a:gd name="connsiteX4" fmla="*/ 446076 w 869869"/>
                <a:gd name="connsiteY4" fmla="*/ 428453 h 1517209"/>
                <a:gd name="connsiteX5" fmla="*/ 619981 w 869869"/>
                <a:gd name="connsiteY5" fmla="*/ 394287 h 1517209"/>
                <a:gd name="connsiteX6" fmla="*/ 678694 w 869869"/>
                <a:gd name="connsiteY6" fmla="*/ 504479 h 1517209"/>
                <a:gd name="connsiteX7" fmla="*/ 852599 w 869869"/>
                <a:gd name="connsiteY7" fmla="*/ 510942 h 1517209"/>
                <a:gd name="connsiteX8" fmla="*/ 791040 w 869869"/>
                <a:gd name="connsiteY8" fmla="*/ 672305 h 1517209"/>
                <a:gd name="connsiteX9" fmla="*/ 823974 w 869869"/>
                <a:gd name="connsiteY9" fmla="*/ 837593 h 1517209"/>
                <a:gd name="connsiteX10" fmla="*/ 720554 w 869869"/>
                <a:gd name="connsiteY10" fmla="*/ 957403 h 1517209"/>
                <a:gd name="connsiteX11" fmla="*/ 635679 w 869869"/>
                <a:gd name="connsiteY11" fmla="*/ 1273280 h 1517209"/>
                <a:gd name="connsiteX12" fmla="*/ 519024 w 869869"/>
                <a:gd name="connsiteY12" fmla="*/ 1517210 h 1517209"/>
                <a:gd name="connsiteX13" fmla="*/ 0 w 869869"/>
                <a:gd name="connsiteY13" fmla="*/ 1223879 h 1517209"/>
                <a:gd name="connsiteX14" fmla="*/ 139124 w 869869"/>
                <a:gd name="connsiteY14" fmla="*/ 613362 h 1517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9869" h="1517209">
                  <a:moveTo>
                    <a:pt x="138971" y="613285"/>
                  </a:moveTo>
                  <a:cubicBezTo>
                    <a:pt x="165903" y="518176"/>
                    <a:pt x="333499" y="170903"/>
                    <a:pt x="352505" y="132813"/>
                  </a:cubicBezTo>
                  <a:cubicBezTo>
                    <a:pt x="391672" y="54094"/>
                    <a:pt x="447307" y="-21163"/>
                    <a:pt x="518023" y="5462"/>
                  </a:cubicBezTo>
                  <a:cubicBezTo>
                    <a:pt x="584815" y="30547"/>
                    <a:pt x="575658" y="135198"/>
                    <a:pt x="538800" y="224691"/>
                  </a:cubicBezTo>
                  <a:cubicBezTo>
                    <a:pt x="501941" y="314183"/>
                    <a:pt x="446076" y="428453"/>
                    <a:pt x="446076" y="428453"/>
                  </a:cubicBezTo>
                  <a:cubicBezTo>
                    <a:pt x="446076" y="428453"/>
                    <a:pt x="535491" y="355043"/>
                    <a:pt x="619981" y="394287"/>
                  </a:cubicBezTo>
                  <a:cubicBezTo>
                    <a:pt x="704472" y="433608"/>
                    <a:pt x="678694" y="504479"/>
                    <a:pt x="678694" y="504479"/>
                  </a:cubicBezTo>
                  <a:cubicBezTo>
                    <a:pt x="678694" y="504479"/>
                    <a:pt x="806892" y="435224"/>
                    <a:pt x="852599" y="510942"/>
                  </a:cubicBezTo>
                  <a:cubicBezTo>
                    <a:pt x="888227" y="570040"/>
                    <a:pt x="869220" y="634446"/>
                    <a:pt x="791040" y="672305"/>
                  </a:cubicBezTo>
                  <a:cubicBezTo>
                    <a:pt x="791040" y="672305"/>
                    <a:pt x="913620" y="742637"/>
                    <a:pt x="823974" y="837593"/>
                  </a:cubicBezTo>
                  <a:cubicBezTo>
                    <a:pt x="823974" y="837593"/>
                    <a:pt x="828283" y="934241"/>
                    <a:pt x="720554" y="957403"/>
                  </a:cubicBezTo>
                  <a:cubicBezTo>
                    <a:pt x="720554" y="957403"/>
                    <a:pt x="756028" y="1135926"/>
                    <a:pt x="635679" y="1273280"/>
                  </a:cubicBezTo>
                  <a:lnTo>
                    <a:pt x="519024" y="1517210"/>
                  </a:lnTo>
                  <a:lnTo>
                    <a:pt x="0" y="1223879"/>
                  </a:lnTo>
                  <a:cubicBezTo>
                    <a:pt x="0" y="1223879"/>
                    <a:pt x="124119" y="666226"/>
                    <a:pt x="139124" y="613362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E30FDFB5-140E-D717-EDDB-C1DE7E25E4EA}"/>
                </a:ext>
              </a:extLst>
            </p:cNvPr>
            <p:cNvSpPr/>
            <p:nvPr/>
          </p:nvSpPr>
          <p:spPr>
            <a:xfrm>
              <a:off x="3395345" y="3034665"/>
              <a:ext cx="358775" cy="102870"/>
            </a:xfrm>
            <a:custGeom>
              <a:avLst/>
              <a:gdLst>
                <a:gd name="connsiteX0" fmla="*/ 25888 w 409589"/>
                <a:gd name="connsiteY0" fmla="*/ 117283 h 117360"/>
                <a:gd name="connsiteX1" fmla="*/ 417 w 409589"/>
                <a:gd name="connsiteY1" fmla="*/ 96045 h 117360"/>
                <a:gd name="connsiteX2" fmla="*/ 21194 w 409589"/>
                <a:gd name="connsiteY2" fmla="*/ 65958 h 117360"/>
                <a:gd name="connsiteX3" fmla="*/ 379085 w 409589"/>
                <a:gd name="connsiteY3" fmla="*/ 397 h 117360"/>
                <a:gd name="connsiteX4" fmla="*/ 409173 w 409589"/>
                <a:gd name="connsiteY4" fmla="*/ 21174 h 117360"/>
                <a:gd name="connsiteX5" fmla="*/ 388396 w 409589"/>
                <a:gd name="connsiteY5" fmla="*/ 51338 h 117360"/>
                <a:gd name="connsiteX6" fmla="*/ 30505 w 409589"/>
                <a:gd name="connsiteY6" fmla="*/ 116899 h 117360"/>
                <a:gd name="connsiteX7" fmla="*/ 25811 w 409589"/>
                <a:gd name="connsiteY7" fmla="*/ 117360 h 1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89" h="117360">
                  <a:moveTo>
                    <a:pt x="25888" y="117283"/>
                  </a:moveTo>
                  <a:cubicBezTo>
                    <a:pt x="13653" y="117283"/>
                    <a:pt x="2726" y="108511"/>
                    <a:pt x="417" y="96045"/>
                  </a:cubicBezTo>
                  <a:cubicBezTo>
                    <a:pt x="-2122" y="81964"/>
                    <a:pt x="7189" y="68497"/>
                    <a:pt x="21194" y="65958"/>
                  </a:cubicBezTo>
                  <a:lnTo>
                    <a:pt x="379085" y="397"/>
                  </a:lnTo>
                  <a:cubicBezTo>
                    <a:pt x="393167" y="-2065"/>
                    <a:pt x="406633" y="7169"/>
                    <a:pt x="409173" y="21174"/>
                  </a:cubicBezTo>
                  <a:cubicBezTo>
                    <a:pt x="411712" y="35255"/>
                    <a:pt x="402401" y="48721"/>
                    <a:pt x="388396" y="51338"/>
                  </a:cubicBezTo>
                  <a:lnTo>
                    <a:pt x="30505" y="116899"/>
                  </a:lnTo>
                  <a:cubicBezTo>
                    <a:pt x="28889" y="117206"/>
                    <a:pt x="27350" y="117360"/>
                    <a:pt x="25811" y="11736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4884597-6325-8470-947A-4ED8D9F70171}"/>
                </a:ext>
              </a:extLst>
            </p:cNvPr>
            <p:cNvSpPr/>
            <p:nvPr/>
          </p:nvSpPr>
          <p:spPr>
            <a:xfrm>
              <a:off x="3549015" y="3181985"/>
              <a:ext cx="304165" cy="446405"/>
            </a:xfrm>
            <a:custGeom>
              <a:avLst/>
              <a:gdLst>
                <a:gd name="connsiteX0" fmla="*/ 31052 w 346934"/>
                <a:gd name="connsiteY0" fmla="*/ 509343 h 509420"/>
                <a:gd name="connsiteX1" fmla="*/ 14661 w 346934"/>
                <a:gd name="connsiteY1" fmla="*/ 503495 h 509420"/>
                <a:gd name="connsiteX2" fmla="*/ 11045 w 346934"/>
                <a:gd name="connsiteY2" fmla="*/ 467098 h 509420"/>
                <a:gd name="connsiteX3" fmla="*/ 5504 w 346934"/>
                <a:gd name="connsiteY3" fmla="*/ 154684 h 509420"/>
                <a:gd name="connsiteX4" fmla="*/ 964 w 346934"/>
                <a:gd name="connsiteY4" fmla="*/ 131830 h 509420"/>
                <a:gd name="connsiteX5" fmla="*/ 16662 w 346934"/>
                <a:gd name="connsiteY5" fmla="*/ 114593 h 509420"/>
                <a:gd name="connsiteX6" fmla="*/ 311840 w 346934"/>
                <a:gd name="connsiteY6" fmla="*/ 1708 h 509420"/>
                <a:gd name="connsiteX7" fmla="*/ 345236 w 346934"/>
                <a:gd name="connsiteY7" fmla="*/ 16636 h 509420"/>
                <a:gd name="connsiteX8" fmla="*/ 330308 w 346934"/>
                <a:gd name="connsiteY8" fmla="*/ 50032 h 509420"/>
                <a:gd name="connsiteX9" fmla="*/ 65063 w 346934"/>
                <a:gd name="connsiteY9" fmla="*/ 151529 h 509420"/>
                <a:gd name="connsiteX10" fmla="*/ 51059 w 346934"/>
                <a:gd name="connsiteY10" fmla="*/ 499956 h 509420"/>
                <a:gd name="connsiteX11" fmla="*/ 31052 w 346934"/>
                <a:gd name="connsiteY11" fmla="*/ 509420 h 50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6934" h="509420">
                  <a:moveTo>
                    <a:pt x="31052" y="509343"/>
                  </a:moveTo>
                  <a:cubicBezTo>
                    <a:pt x="25281" y="509343"/>
                    <a:pt x="19432" y="507420"/>
                    <a:pt x="14661" y="503495"/>
                  </a:cubicBezTo>
                  <a:cubicBezTo>
                    <a:pt x="3581" y="494415"/>
                    <a:pt x="1965" y="478102"/>
                    <a:pt x="11045" y="467098"/>
                  </a:cubicBezTo>
                  <a:cubicBezTo>
                    <a:pt x="131625" y="320202"/>
                    <a:pt x="10737" y="161378"/>
                    <a:pt x="5504" y="154684"/>
                  </a:cubicBezTo>
                  <a:cubicBezTo>
                    <a:pt x="426" y="148220"/>
                    <a:pt x="-1267" y="139755"/>
                    <a:pt x="964" y="131830"/>
                  </a:cubicBezTo>
                  <a:cubicBezTo>
                    <a:pt x="3196" y="123904"/>
                    <a:pt x="8967" y="117517"/>
                    <a:pt x="16662" y="114593"/>
                  </a:cubicBezTo>
                  <a:lnTo>
                    <a:pt x="311840" y="1708"/>
                  </a:lnTo>
                  <a:cubicBezTo>
                    <a:pt x="325229" y="-3371"/>
                    <a:pt x="340157" y="3247"/>
                    <a:pt x="345236" y="16636"/>
                  </a:cubicBezTo>
                  <a:cubicBezTo>
                    <a:pt x="350315" y="30025"/>
                    <a:pt x="343620" y="44954"/>
                    <a:pt x="330308" y="50032"/>
                  </a:cubicBezTo>
                  <a:lnTo>
                    <a:pt x="65063" y="151529"/>
                  </a:lnTo>
                  <a:cubicBezTo>
                    <a:pt x="100691" y="212626"/>
                    <a:pt x="164944" y="361293"/>
                    <a:pt x="51059" y="499956"/>
                  </a:cubicBezTo>
                  <a:cubicBezTo>
                    <a:pt x="45903" y="506188"/>
                    <a:pt x="38516" y="509420"/>
                    <a:pt x="31052" y="50942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68D39D24-17FA-708B-EAC2-6E679123CF0C}"/>
                </a:ext>
              </a:extLst>
            </p:cNvPr>
            <p:cNvSpPr/>
            <p:nvPr/>
          </p:nvSpPr>
          <p:spPr>
            <a:xfrm>
              <a:off x="3602355" y="3408045"/>
              <a:ext cx="199390" cy="93980"/>
            </a:xfrm>
            <a:custGeom>
              <a:avLst/>
              <a:gdLst>
                <a:gd name="connsiteX0" fmla="*/ 105326 w 227778"/>
                <a:gd name="connsiteY0" fmla="*/ 106821 h 106897"/>
                <a:gd name="connsiteX1" fmla="*/ 54154 w 227778"/>
                <a:gd name="connsiteY1" fmla="*/ 95894 h 106897"/>
                <a:gd name="connsiteX2" fmla="*/ 675 w 227778"/>
                <a:gd name="connsiteY2" fmla="*/ 31718 h 106897"/>
                <a:gd name="connsiteX3" fmla="*/ 20066 w 227778"/>
                <a:gd name="connsiteY3" fmla="*/ 708 h 106897"/>
                <a:gd name="connsiteX4" fmla="*/ 50999 w 227778"/>
                <a:gd name="connsiteY4" fmla="*/ 19791 h 106897"/>
                <a:gd name="connsiteX5" fmla="*/ 77162 w 227778"/>
                <a:gd name="connsiteY5" fmla="*/ 49571 h 106897"/>
                <a:gd name="connsiteX6" fmla="*/ 190509 w 227778"/>
                <a:gd name="connsiteY6" fmla="*/ 30564 h 106897"/>
                <a:gd name="connsiteX7" fmla="*/ 225136 w 227778"/>
                <a:gd name="connsiteY7" fmla="*/ 42491 h 106897"/>
                <a:gd name="connsiteX8" fmla="*/ 213209 w 227778"/>
                <a:gd name="connsiteY8" fmla="*/ 77118 h 106897"/>
                <a:gd name="connsiteX9" fmla="*/ 105249 w 227778"/>
                <a:gd name="connsiteY9" fmla="*/ 106898 h 10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778" h="106897">
                  <a:moveTo>
                    <a:pt x="105326" y="106821"/>
                  </a:moveTo>
                  <a:cubicBezTo>
                    <a:pt x="86473" y="106821"/>
                    <a:pt x="69390" y="103204"/>
                    <a:pt x="54154" y="95894"/>
                  </a:cubicBezTo>
                  <a:cubicBezTo>
                    <a:pt x="11909" y="75733"/>
                    <a:pt x="1675" y="36181"/>
                    <a:pt x="675" y="31718"/>
                  </a:cubicBezTo>
                  <a:cubicBezTo>
                    <a:pt x="-2557" y="17790"/>
                    <a:pt x="6138" y="3940"/>
                    <a:pt x="20066" y="708"/>
                  </a:cubicBezTo>
                  <a:cubicBezTo>
                    <a:pt x="33686" y="-2601"/>
                    <a:pt x="47690" y="6017"/>
                    <a:pt x="50999" y="19791"/>
                  </a:cubicBezTo>
                  <a:cubicBezTo>
                    <a:pt x="51307" y="21022"/>
                    <a:pt x="56771" y="40183"/>
                    <a:pt x="77162" y="49571"/>
                  </a:cubicBezTo>
                  <a:cubicBezTo>
                    <a:pt x="102171" y="61036"/>
                    <a:pt x="141415" y="54495"/>
                    <a:pt x="190509" y="30564"/>
                  </a:cubicBezTo>
                  <a:cubicBezTo>
                    <a:pt x="203282" y="24177"/>
                    <a:pt x="218826" y="29641"/>
                    <a:pt x="225136" y="42491"/>
                  </a:cubicBezTo>
                  <a:cubicBezTo>
                    <a:pt x="231446" y="55342"/>
                    <a:pt x="226059" y="70809"/>
                    <a:pt x="213209" y="77118"/>
                  </a:cubicBezTo>
                  <a:cubicBezTo>
                    <a:pt x="172579" y="96971"/>
                    <a:pt x="136490" y="106898"/>
                    <a:pt x="105249" y="106898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EA62B1EA-FD2C-FFE5-55AA-44E8CD48B4BA}"/>
                </a:ext>
              </a:extLst>
            </p:cNvPr>
            <p:cNvSpPr/>
            <p:nvPr/>
          </p:nvSpPr>
          <p:spPr>
            <a:xfrm>
              <a:off x="3445510" y="2946400"/>
              <a:ext cx="114300" cy="175260"/>
            </a:xfrm>
            <a:custGeom>
              <a:avLst/>
              <a:gdLst>
                <a:gd name="connsiteX0" fmla="*/ 25865 w 130142"/>
                <a:gd name="connsiteY0" fmla="*/ 200122 h 200121"/>
                <a:gd name="connsiteX1" fmla="*/ 13784 w 130142"/>
                <a:gd name="connsiteY1" fmla="*/ 197121 h 200121"/>
                <a:gd name="connsiteX2" fmla="*/ 3011 w 130142"/>
                <a:gd name="connsiteY2" fmla="*/ 162109 h 200121"/>
                <a:gd name="connsiteX3" fmla="*/ 81346 w 130142"/>
                <a:gd name="connsiteY3" fmla="*/ 13750 h 200121"/>
                <a:gd name="connsiteX4" fmla="*/ 116358 w 130142"/>
                <a:gd name="connsiteY4" fmla="*/ 2977 h 200121"/>
                <a:gd name="connsiteX5" fmla="*/ 127131 w 130142"/>
                <a:gd name="connsiteY5" fmla="*/ 37989 h 200121"/>
                <a:gd name="connsiteX6" fmla="*/ 48796 w 130142"/>
                <a:gd name="connsiteY6" fmla="*/ 186348 h 200121"/>
                <a:gd name="connsiteX7" fmla="*/ 25865 w 130142"/>
                <a:gd name="connsiteY7" fmla="*/ 200122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42" h="200121">
                  <a:moveTo>
                    <a:pt x="25865" y="200122"/>
                  </a:moveTo>
                  <a:cubicBezTo>
                    <a:pt x="21787" y="200122"/>
                    <a:pt x="17632" y="199121"/>
                    <a:pt x="13784" y="197121"/>
                  </a:cubicBezTo>
                  <a:cubicBezTo>
                    <a:pt x="1165" y="190426"/>
                    <a:pt x="-3683" y="174805"/>
                    <a:pt x="3011" y="162109"/>
                  </a:cubicBezTo>
                  <a:lnTo>
                    <a:pt x="81346" y="13750"/>
                  </a:lnTo>
                  <a:cubicBezTo>
                    <a:pt x="88040" y="1131"/>
                    <a:pt x="103738" y="-3640"/>
                    <a:pt x="116358" y="2977"/>
                  </a:cubicBezTo>
                  <a:cubicBezTo>
                    <a:pt x="128978" y="9672"/>
                    <a:pt x="133825" y="25293"/>
                    <a:pt x="127131" y="37989"/>
                  </a:cubicBezTo>
                  <a:lnTo>
                    <a:pt x="48796" y="186348"/>
                  </a:lnTo>
                  <a:cubicBezTo>
                    <a:pt x="44179" y="195120"/>
                    <a:pt x="35176" y="200122"/>
                    <a:pt x="25865" y="200122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B66BF755-ADE5-A9D9-6764-7587F67B8D4E}"/>
                </a:ext>
              </a:extLst>
            </p:cNvPr>
            <p:cNvSpPr/>
            <p:nvPr/>
          </p:nvSpPr>
          <p:spPr>
            <a:xfrm>
              <a:off x="3606800" y="3291840"/>
              <a:ext cx="291465" cy="114935"/>
            </a:xfrm>
            <a:custGeom>
              <a:avLst/>
              <a:gdLst>
                <a:gd name="connsiteX0" fmla="*/ 117101 w 332646"/>
                <a:gd name="connsiteY0" fmla="*/ 131363 h 131363"/>
                <a:gd name="connsiteX1" fmla="*/ 20760 w 332646"/>
                <a:gd name="connsiteY1" fmla="*/ 122591 h 131363"/>
                <a:gd name="connsiteX2" fmla="*/ 522 w 332646"/>
                <a:gd name="connsiteY2" fmla="*/ 92119 h 131363"/>
                <a:gd name="connsiteX3" fmla="*/ 30994 w 332646"/>
                <a:gd name="connsiteY3" fmla="*/ 71804 h 131363"/>
                <a:gd name="connsiteX4" fmla="*/ 284158 w 332646"/>
                <a:gd name="connsiteY4" fmla="*/ 13323 h 131363"/>
                <a:gd name="connsiteX5" fmla="*/ 319324 w 332646"/>
                <a:gd name="connsiteY5" fmla="*/ 3242 h 131363"/>
                <a:gd name="connsiteX6" fmla="*/ 329404 w 332646"/>
                <a:gd name="connsiteY6" fmla="*/ 38408 h 131363"/>
                <a:gd name="connsiteX7" fmla="*/ 117101 w 332646"/>
                <a:gd name="connsiteY7" fmla="*/ 131286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646" h="131363">
                  <a:moveTo>
                    <a:pt x="117101" y="131363"/>
                  </a:moveTo>
                  <a:cubicBezTo>
                    <a:pt x="65468" y="131363"/>
                    <a:pt x="24761" y="123360"/>
                    <a:pt x="20760" y="122591"/>
                  </a:cubicBezTo>
                  <a:cubicBezTo>
                    <a:pt x="6755" y="119744"/>
                    <a:pt x="-2325" y="106124"/>
                    <a:pt x="522" y="92119"/>
                  </a:cubicBezTo>
                  <a:cubicBezTo>
                    <a:pt x="3369" y="78114"/>
                    <a:pt x="16989" y="69034"/>
                    <a:pt x="30994" y="71804"/>
                  </a:cubicBezTo>
                  <a:cubicBezTo>
                    <a:pt x="32995" y="72189"/>
                    <a:pt x="230216" y="110433"/>
                    <a:pt x="284158" y="13323"/>
                  </a:cubicBezTo>
                  <a:cubicBezTo>
                    <a:pt x="291083" y="857"/>
                    <a:pt x="306858" y="-3683"/>
                    <a:pt x="319324" y="3242"/>
                  </a:cubicBezTo>
                  <a:cubicBezTo>
                    <a:pt x="331789" y="10168"/>
                    <a:pt x="336329" y="25942"/>
                    <a:pt x="329404" y="38408"/>
                  </a:cubicBezTo>
                  <a:cubicBezTo>
                    <a:pt x="286851" y="114973"/>
                    <a:pt x="190895" y="131286"/>
                    <a:pt x="117101" y="13128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EBF63A3-4C25-D74C-B13B-401FB57463EE}"/>
                </a:ext>
              </a:extLst>
            </p:cNvPr>
            <p:cNvSpPr/>
            <p:nvPr/>
          </p:nvSpPr>
          <p:spPr>
            <a:xfrm>
              <a:off x="4330700" y="2822575"/>
              <a:ext cx="845820" cy="1231900"/>
            </a:xfrm>
            <a:custGeom>
              <a:avLst/>
              <a:gdLst>
                <a:gd name="connsiteX0" fmla="*/ 479226 w 964871"/>
                <a:gd name="connsiteY0" fmla="*/ 745535 h 1405376"/>
                <a:gd name="connsiteX1" fmla="*/ 288622 w 964871"/>
                <a:gd name="connsiteY1" fmla="*/ 748767 h 1405376"/>
                <a:gd name="connsiteX2" fmla="*/ 29841 w 964871"/>
                <a:gd name="connsiteY2" fmla="*/ 548083 h 1405376"/>
                <a:gd name="connsiteX3" fmla="*/ 137185 w 964871"/>
                <a:gd name="connsiteY3" fmla="*/ 909053 h 1405376"/>
                <a:gd name="connsiteX4" fmla="*/ 308090 w 964871"/>
                <a:gd name="connsiteY4" fmla="*/ 1405376 h 1405376"/>
                <a:gd name="connsiteX5" fmla="*/ 888211 w 964871"/>
                <a:gd name="connsiteY5" fmla="*/ 1266944 h 1405376"/>
                <a:gd name="connsiteX6" fmla="*/ 964853 w 964871"/>
                <a:gd name="connsiteY6" fmla="*/ 748767 h 1405376"/>
                <a:gd name="connsiteX7" fmla="*/ 847582 w 964871"/>
                <a:gd name="connsiteY7" fmla="*/ 580325 h 1405376"/>
                <a:gd name="connsiteX8" fmla="*/ 751319 w 964871"/>
                <a:gd name="connsiteY8" fmla="*/ 137250 h 1405376"/>
                <a:gd name="connsiteX9" fmla="*/ 607577 w 964871"/>
                <a:gd name="connsiteY9" fmla="*/ 5821 h 1405376"/>
                <a:gd name="connsiteX10" fmla="*/ 607577 w 964871"/>
                <a:gd name="connsiteY10" fmla="*/ 476443 h 1405376"/>
                <a:gd name="connsiteX11" fmla="*/ 479303 w 964871"/>
                <a:gd name="connsiteY11" fmla="*/ 745458 h 140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4871" h="1405376">
                  <a:moveTo>
                    <a:pt x="479226" y="745535"/>
                  </a:moveTo>
                  <a:cubicBezTo>
                    <a:pt x="435210" y="839106"/>
                    <a:pt x="338023" y="839644"/>
                    <a:pt x="288622" y="748767"/>
                  </a:cubicBezTo>
                  <a:cubicBezTo>
                    <a:pt x="165656" y="522459"/>
                    <a:pt x="111715" y="490063"/>
                    <a:pt x="29841" y="548083"/>
                  </a:cubicBezTo>
                  <a:cubicBezTo>
                    <a:pt x="-45493" y="601486"/>
                    <a:pt x="33457" y="706984"/>
                    <a:pt x="137185" y="909053"/>
                  </a:cubicBezTo>
                  <a:cubicBezTo>
                    <a:pt x="195359" y="1022399"/>
                    <a:pt x="308090" y="1405376"/>
                    <a:pt x="308090" y="1405376"/>
                  </a:cubicBezTo>
                  <a:cubicBezTo>
                    <a:pt x="308090" y="1405376"/>
                    <a:pt x="884749" y="1275871"/>
                    <a:pt x="888211" y="1266944"/>
                  </a:cubicBezTo>
                  <a:cubicBezTo>
                    <a:pt x="891674" y="1258018"/>
                    <a:pt x="964007" y="801708"/>
                    <a:pt x="964853" y="748767"/>
                  </a:cubicBezTo>
                  <a:cubicBezTo>
                    <a:pt x="966084" y="666354"/>
                    <a:pt x="904679" y="580710"/>
                    <a:pt x="847582" y="580325"/>
                  </a:cubicBezTo>
                  <a:cubicBezTo>
                    <a:pt x="847582" y="580325"/>
                    <a:pt x="799874" y="377178"/>
                    <a:pt x="751319" y="137250"/>
                  </a:cubicBezTo>
                  <a:cubicBezTo>
                    <a:pt x="737545" y="69227"/>
                    <a:pt x="696531" y="-24344"/>
                    <a:pt x="607577" y="5821"/>
                  </a:cubicBezTo>
                  <a:cubicBezTo>
                    <a:pt x="521240" y="35138"/>
                    <a:pt x="572488" y="199271"/>
                    <a:pt x="607577" y="476443"/>
                  </a:cubicBezTo>
                  <a:cubicBezTo>
                    <a:pt x="608808" y="486370"/>
                    <a:pt x="485535" y="732069"/>
                    <a:pt x="479303" y="745458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EAC25415-31CC-4EDB-57EB-7052111540CF}"/>
                </a:ext>
              </a:extLst>
            </p:cNvPr>
            <p:cNvSpPr/>
            <p:nvPr/>
          </p:nvSpPr>
          <p:spPr>
            <a:xfrm>
              <a:off x="4642485" y="3194685"/>
              <a:ext cx="260350" cy="396240"/>
            </a:xfrm>
            <a:custGeom>
              <a:avLst/>
              <a:gdLst>
                <a:gd name="connsiteX0" fmla="*/ 77 w 297244"/>
                <a:gd name="connsiteY0" fmla="*/ 405252 h 452344"/>
                <a:gd name="connsiteX1" fmla="*/ 6002 w 297244"/>
                <a:gd name="connsiteY1" fmla="*/ 227422 h 452344"/>
                <a:gd name="connsiteX2" fmla="*/ 134816 w 297244"/>
                <a:gd name="connsiteY2" fmla="*/ 10194 h 452344"/>
                <a:gd name="connsiteX3" fmla="*/ 293639 w 297244"/>
                <a:gd name="connsiteY3" fmla="*/ 62904 h 452344"/>
                <a:gd name="connsiteX4" fmla="*/ 238081 w 297244"/>
                <a:gd name="connsiteY4" fmla="*/ 385322 h 452344"/>
                <a:gd name="connsiteX5" fmla="*/ 31011 w 297244"/>
                <a:gd name="connsiteY5" fmla="*/ 452345 h 452344"/>
                <a:gd name="connsiteX6" fmla="*/ 0 w 297244"/>
                <a:gd name="connsiteY6" fmla="*/ 405252 h 45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7244" h="452344">
                  <a:moveTo>
                    <a:pt x="77" y="405252"/>
                  </a:moveTo>
                  <a:cubicBezTo>
                    <a:pt x="2616" y="389016"/>
                    <a:pt x="-3232" y="281133"/>
                    <a:pt x="6002" y="227422"/>
                  </a:cubicBezTo>
                  <a:cubicBezTo>
                    <a:pt x="15236" y="173711"/>
                    <a:pt x="96956" y="46129"/>
                    <a:pt x="134816" y="10194"/>
                  </a:cubicBezTo>
                  <a:cubicBezTo>
                    <a:pt x="172674" y="-25742"/>
                    <a:pt x="272786" y="43359"/>
                    <a:pt x="293639" y="62904"/>
                  </a:cubicBezTo>
                  <a:cubicBezTo>
                    <a:pt x="314492" y="82526"/>
                    <a:pt x="238081" y="385322"/>
                    <a:pt x="238081" y="385322"/>
                  </a:cubicBezTo>
                  <a:lnTo>
                    <a:pt x="31011" y="452345"/>
                  </a:lnTo>
                  <a:lnTo>
                    <a:pt x="0" y="405252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6DB9C800-B07D-EC33-FE34-FB8DE59E3F36}"/>
                </a:ext>
              </a:extLst>
            </p:cNvPr>
            <p:cNvSpPr/>
            <p:nvPr/>
          </p:nvSpPr>
          <p:spPr>
            <a:xfrm>
              <a:off x="2134870" y="3569970"/>
              <a:ext cx="1713230" cy="2122170"/>
            </a:xfrm>
            <a:custGeom>
              <a:avLst/>
              <a:gdLst>
                <a:gd name="connsiteX0" fmla="*/ 1076237 w 1954614"/>
                <a:gd name="connsiteY0" fmla="*/ 154 h 2421561"/>
                <a:gd name="connsiteX1" fmla="*/ 522509 w 1954614"/>
                <a:gd name="connsiteY1" fmla="*/ 1107610 h 2421561"/>
                <a:gd name="connsiteX2" fmla="*/ 2562 w 1954614"/>
                <a:gd name="connsiteY2" fmla="*/ 2115878 h 2421561"/>
                <a:gd name="connsiteX3" fmla="*/ 1075159 w 1954614"/>
                <a:gd name="connsiteY3" fmla="*/ 2284474 h 2421561"/>
                <a:gd name="connsiteX4" fmla="*/ 1954614 w 1954614"/>
                <a:gd name="connsiteY4" fmla="*/ 263936 h 2421561"/>
                <a:gd name="connsiteX5" fmla="*/ 1512617 w 1954614"/>
                <a:gd name="connsiteY5" fmla="*/ 101342 h 2421561"/>
                <a:gd name="connsiteX6" fmla="*/ 1076237 w 1954614"/>
                <a:gd name="connsiteY6" fmla="*/ 0 h 242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614" h="2421561">
                  <a:moveTo>
                    <a:pt x="1076237" y="154"/>
                  </a:moveTo>
                  <a:cubicBezTo>
                    <a:pt x="827074" y="528104"/>
                    <a:pt x="522509" y="1107610"/>
                    <a:pt x="522509" y="1107610"/>
                  </a:cubicBezTo>
                  <a:cubicBezTo>
                    <a:pt x="-62307" y="331113"/>
                    <a:pt x="1407" y="2172974"/>
                    <a:pt x="2562" y="2115878"/>
                  </a:cubicBezTo>
                  <a:cubicBezTo>
                    <a:pt x="299125" y="2549719"/>
                    <a:pt x="897329" y="2439527"/>
                    <a:pt x="1075159" y="2284474"/>
                  </a:cubicBezTo>
                  <a:cubicBezTo>
                    <a:pt x="1346714" y="2047701"/>
                    <a:pt x="1388189" y="1995144"/>
                    <a:pt x="1954614" y="263936"/>
                  </a:cubicBezTo>
                  <a:cubicBezTo>
                    <a:pt x="1954614" y="263936"/>
                    <a:pt x="1821876" y="187680"/>
                    <a:pt x="1512617" y="101342"/>
                  </a:cubicBezTo>
                  <a:cubicBezTo>
                    <a:pt x="1169346" y="5540"/>
                    <a:pt x="1076237" y="0"/>
                    <a:pt x="1076237" y="0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1F1F2D8-FAC1-388E-6F42-F34F94DD4849}"/>
                </a:ext>
              </a:extLst>
            </p:cNvPr>
            <p:cNvSpPr/>
            <p:nvPr/>
          </p:nvSpPr>
          <p:spPr>
            <a:xfrm>
              <a:off x="1782445" y="2731770"/>
              <a:ext cx="1021715" cy="956310"/>
            </a:xfrm>
            <a:custGeom>
              <a:avLst/>
              <a:gdLst>
                <a:gd name="connsiteX0" fmla="*/ 1156330 w 1165484"/>
                <a:gd name="connsiteY0" fmla="*/ 304259 h 1091060"/>
                <a:gd name="connsiteX1" fmla="*/ 1048601 w 1165484"/>
                <a:gd name="connsiteY1" fmla="*/ 85953 h 1091060"/>
                <a:gd name="connsiteX2" fmla="*/ 1027670 w 1165484"/>
                <a:gd name="connsiteY2" fmla="*/ 69332 h 1091060"/>
                <a:gd name="connsiteX3" fmla="*/ 831526 w 1165484"/>
                <a:gd name="connsiteY3" fmla="*/ 3156 h 1091060"/>
                <a:gd name="connsiteX4" fmla="*/ 790281 w 1165484"/>
                <a:gd name="connsiteY4" fmla="*/ 539 h 1091060"/>
                <a:gd name="connsiteX5" fmla="*/ 762887 w 1165484"/>
                <a:gd name="connsiteY5" fmla="*/ 1 h 1091060"/>
                <a:gd name="connsiteX6" fmla="*/ 571899 w 1165484"/>
                <a:gd name="connsiteY6" fmla="*/ 15852 h 1091060"/>
                <a:gd name="connsiteX7" fmla="*/ 545044 w 1165484"/>
                <a:gd name="connsiteY7" fmla="*/ 20238 h 1091060"/>
                <a:gd name="connsiteX8" fmla="*/ 536041 w 1165484"/>
                <a:gd name="connsiteY8" fmla="*/ 21931 h 1091060"/>
                <a:gd name="connsiteX9" fmla="*/ 518650 w 1165484"/>
                <a:gd name="connsiteY9" fmla="*/ 25317 h 1091060"/>
                <a:gd name="connsiteX10" fmla="*/ 508262 w 1165484"/>
                <a:gd name="connsiteY10" fmla="*/ 27549 h 1091060"/>
                <a:gd name="connsiteX11" fmla="*/ 492718 w 1165484"/>
                <a:gd name="connsiteY11" fmla="*/ 31088 h 1091060"/>
                <a:gd name="connsiteX12" fmla="*/ 481945 w 1165484"/>
                <a:gd name="connsiteY12" fmla="*/ 33705 h 1091060"/>
                <a:gd name="connsiteX13" fmla="*/ 467325 w 1165484"/>
                <a:gd name="connsiteY13" fmla="*/ 37552 h 1091060"/>
                <a:gd name="connsiteX14" fmla="*/ 456629 w 1165484"/>
                <a:gd name="connsiteY14" fmla="*/ 40476 h 1091060"/>
                <a:gd name="connsiteX15" fmla="*/ 442239 w 1165484"/>
                <a:gd name="connsiteY15" fmla="*/ 44785 h 1091060"/>
                <a:gd name="connsiteX16" fmla="*/ 432159 w 1165484"/>
                <a:gd name="connsiteY16" fmla="*/ 47863 h 1091060"/>
                <a:gd name="connsiteX17" fmla="*/ 414922 w 1165484"/>
                <a:gd name="connsiteY17" fmla="*/ 53711 h 1091060"/>
                <a:gd name="connsiteX18" fmla="*/ 400148 w 1165484"/>
                <a:gd name="connsiteY18" fmla="*/ 59098 h 1091060"/>
                <a:gd name="connsiteX19" fmla="*/ 386913 w 1165484"/>
                <a:gd name="connsiteY19" fmla="*/ 64177 h 1091060"/>
                <a:gd name="connsiteX20" fmla="*/ 375370 w 1165484"/>
                <a:gd name="connsiteY20" fmla="*/ 69024 h 1091060"/>
                <a:gd name="connsiteX21" fmla="*/ 364905 w 1165484"/>
                <a:gd name="connsiteY21" fmla="*/ 73564 h 1091060"/>
                <a:gd name="connsiteX22" fmla="*/ 353055 w 1165484"/>
                <a:gd name="connsiteY22" fmla="*/ 79028 h 1091060"/>
                <a:gd name="connsiteX23" fmla="*/ 343821 w 1165484"/>
                <a:gd name="connsiteY23" fmla="*/ 83491 h 1091060"/>
                <a:gd name="connsiteX24" fmla="*/ 331817 w 1165484"/>
                <a:gd name="connsiteY24" fmla="*/ 89647 h 1091060"/>
                <a:gd name="connsiteX25" fmla="*/ 323737 w 1165484"/>
                <a:gd name="connsiteY25" fmla="*/ 94033 h 1091060"/>
                <a:gd name="connsiteX26" fmla="*/ 311502 w 1165484"/>
                <a:gd name="connsiteY26" fmla="*/ 100958 h 1091060"/>
                <a:gd name="connsiteX27" fmla="*/ 305192 w 1165484"/>
                <a:gd name="connsiteY27" fmla="*/ 104806 h 1091060"/>
                <a:gd name="connsiteX28" fmla="*/ 259407 w 1165484"/>
                <a:gd name="connsiteY28" fmla="*/ 136509 h 1091060"/>
                <a:gd name="connsiteX29" fmla="*/ 245557 w 1165484"/>
                <a:gd name="connsiteY29" fmla="*/ 147974 h 1091060"/>
                <a:gd name="connsiteX30" fmla="*/ 242017 w 1165484"/>
                <a:gd name="connsiteY30" fmla="*/ 151052 h 1091060"/>
                <a:gd name="connsiteX31" fmla="*/ 230090 w 1165484"/>
                <a:gd name="connsiteY31" fmla="*/ 162056 h 1091060"/>
                <a:gd name="connsiteX32" fmla="*/ 226627 w 1165484"/>
                <a:gd name="connsiteY32" fmla="*/ 165442 h 1091060"/>
                <a:gd name="connsiteX33" fmla="*/ 215085 w 1165484"/>
                <a:gd name="connsiteY33" fmla="*/ 177292 h 1091060"/>
                <a:gd name="connsiteX34" fmla="*/ 212545 w 1165484"/>
                <a:gd name="connsiteY34" fmla="*/ 180062 h 1091060"/>
                <a:gd name="connsiteX35" fmla="*/ 200849 w 1165484"/>
                <a:gd name="connsiteY35" fmla="*/ 193375 h 1091060"/>
                <a:gd name="connsiteX36" fmla="*/ 156603 w 1165484"/>
                <a:gd name="connsiteY36" fmla="*/ 260551 h 1091060"/>
                <a:gd name="connsiteX37" fmla="*/ 147908 w 1165484"/>
                <a:gd name="connsiteY37" fmla="*/ 278865 h 1091060"/>
                <a:gd name="connsiteX38" fmla="*/ 139674 w 1165484"/>
                <a:gd name="connsiteY38" fmla="*/ 298872 h 1091060"/>
                <a:gd name="connsiteX39" fmla="*/ 113204 w 1165484"/>
                <a:gd name="connsiteY39" fmla="*/ 430840 h 1091060"/>
                <a:gd name="connsiteX40" fmla="*/ 112434 w 1165484"/>
                <a:gd name="connsiteY40" fmla="*/ 456234 h 1091060"/>
                <a:gd name="connsiteX41" fmla="*/ 93428 w 1165484"/>
                <a:gd name="connsiteY41" fmla="*/ 335577 h 1091060"/>
                <a:gd name="connsiteX42" fmla="*/ 65495 w 1165484"/>
                <a:gd name="connsiteY42" fmla="*/ 311954 h 1091060"/>
                <a:gd name="connsiteX43" fmla="*/ 41871 w 1165484"/>
                <a:gd name="connsiteY43" fmla="*/ 339886 h 1091060"/>
                <a:gd name="connsiteX44" fmla="*/ 100430 w 1165484"/>
                <a:gd name="connsiteY44" fmla="*/ 602668 h 1091060"/>
                <a:gd name="connsiteX45" fmla="*/ 42795 w 1165484"/>
                <a:gd name="connsiteY45" fmla="*/ 552882 h 1091060"/>
                <a:gd name="connsiteX46" fmla="*/ 6321 w 1165484"/>
                <a:gd name="connsiteY46" fmla="*/ 555499 h 1091060"/>
                <a:gd name="connsiteX47" fmla="*/ 8937 w 1165484"/>
                <a:gd name="connsiteY47" fmla="*/ 591973 h 1091060"/>
                <a:gd name="connsiteX48" fmla="*/ 174224 w 1165484"/>
                <a:gd name="connsiteY48" fmla="*/ 734868 h 1091060"/>
                <a:gd name="connsiteX49" fmla="*/ 191461 w 1165484"/>
                <a:gd name="connsiteY49" fmla="*/ 764647 h 1091060"/>
                <a:gd name="connsiteX50" fmla="*/ 195616 w 1165484"/>
                <a:gd name="connsiteY50" fmla="*/ 771419 h 1091060"/>
                <a:gd name="connsiteX51" fmla="*/ 210083 w 1165484"/>
                <a:gd name="connsiteY51" fmla="*/ 793965 h 1091060"/>
                <a:gd name="connsiteX52" fmla="*/ 213930 w 1165484"/>
                <a:gd name="connsiteY52" fmla="*/ 799813 h 1091060"/>
                <a:gd name="connsiteX53" fmla="*/ 233168 w 1165484"/>
                <a:gd name="connsiteY53" fmla="*/ 826822 h 1091060"/>
                <a:gd name="connsiteX54" fmla="*/ 235399 w 1165484"/>
                <a:gd name="connsiteY54" fmla="*/ 829746 h 1091060"/>
                <a:gd name="connsiteX55" fmla="*/ 253713 w 1165484"/>
                <a:gd name="connsiteY55" fmla="*/ 853524 h 1091060"/>
                <a:gd name="connsiteX56" fmla="*/ 259023 w 1165484"/>
                <a:gd name="connsiteY56" fmla="*/ 860218 h 1091060"/>
                <a:gd name="connsiteX57" fmla="*/ 277491 w 1165484"/>
                <a:gd name="connsiteY57" fmla="*/ 882841 h 1091060"/>
                <a:gd name="connsiteX58" fmla="*/ 280338 w 1165484"/>
                <a:gd name="connsiteY58" fmla="*/ 886304 h 1091060"/>
                <a:gd name="connsiteX59" fmla="*/ 303038 w 1165484"/>
                <a:gd name="connsiteY59" fmla="*/ 913236 h 1091060"/>
                <a:gd name="connsiteX60" fmla="*/ 311194 w 1165484"/>
                <a:gd name="connsiteY60" fmla="*/ 922778 h 1091060"/>
                <a:gd name="connsiteX61" fmla="*/ 330201 w 1165484"/>
                <a:gd name="connsiteY61" fmla="*/ 945093 h 1091060"/>
                <a:gd name="connsiteX62" fmla="*/ 354286 w 1165484"/>
                <a:gd name="connsiteY62" fmla="*/ 973565 h 1091060"/>
                <a:gd name="connsiteX63" fmla="*/ 402379 w 1165484"/>
                <a:gd name="connsiteY63" fmla="*/ 1073291 h 1091060"/>
                <a:gd name="connsiteX64" fmla="*/ 615068 w 1165484"/>
                <a:gd name="connsiteY64" fmla="*/ 1062672 h 1091060"/>
                <a:gd name="connsiteX65" fmla="*/ 627226 w 1165484"/>
                <a:gd name="connsiteY65" fmla="*/ 1056824 h 1091060"/>
                <a:gd name="connsiteX66" fmla="*/ 743573 w 1165484"/>
                <a:gd name="connsiteY66" fmla="*/ 1051899 h 1091060"/>
                <a:gd name="connsiteX67" fmla="*/ 750345 w 1165484"/>
                <a:gd name="connsiteY67" fmla="*/ 1051053 h 1091060"/>
                <a:gd name="connsiteX68" fmla="*/ 1069531 w 1165484"/>
                <a:gd name="connsiteY68" fmla="*/ 805661 h 1091060"/>
                <a:gd name="connsiteX69" fmla="*/ 1088076 w 1165484"/>
                <a:gd name="connsiteY69" fmla="*/ 769649 h 1091060"/>
                <a:gd name="connsiteX70" fmla="*/ 1111699 w 1165484"/>
                <a:gd name="connsiteY70" fmla="*/ 714168 h 1091060"/>
                <a:gd name="connsiteX71" fmla="*/ 1121933 w 1165484"/>
                <a:gd name="connsiteY71" fmla="*/ 685543 h 1091060"/>
                <a:gd name="connsiteX72" fmla="*/ 1156407 w 1165484"/>
                <a:gd name="connsiteY72" fmla="*/ 304259 h 1091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165484" h="1091060">
                  <a:moveTo>
                    <a:pt x="1156330" y="304259"/>
                  </a:moveTo>
                  <a:cubicBezTo>
                    <a:pt x="1139939" y="204532"/>
                    <a:pt x="1102773" y="133893"/>
                    <a:pt x="1048601" y="85953"/>
                  </a:cubicBezTo>
                  <a:cubicBezTo>
                    <a:pt x="1041906" y="80028"/>
                    <a:pt x="1034904" y="74565"/>
                    <a:pt x="1027670" y="69332"/>
                  </a:cubicBezTo>
                  <a:cubicBezTo>
                    <a:pt x="974960" y="31011"/>
                    <a:pt x="908706" y="10466"/>
                    <a:pt x="831526" y="3156"/>
                  </a:cubicBezTo>
                  <a:cubicBezTo>
                    <a:pt x="818137" y="1924"/>
                    <a:pt x="804363" y="1001"/>
                    <a:pt x="790281" y="539"/>
                  </a:cubicBezTo>
                  <a:cubicBezTo>
                    <a:pt x="781278" y="232"/>
                    <a:pt x="772198" y="1"/>
                    <a:pt x="762887" y="1"/>
                  </a:cubicBezTo>
                  <a:cubicBezTo>
                    <a:pt x="704021" y="-76"/>
                    <a:pt x="639999" y="5772"/>
                    <a:pt x="571899" y="15852"/>
                  </a:cubicBezTo>
                  <a:cubicBezTo>
                    <a:pt x="562434" y="17237"/>
                    <a:pt x="553662" y="18699"/>
                    <a:pt x="545044" y="20238"/>
                  </a:cubicBezTo>
                  <a:cubicBezTo>
                    <a:pt x="542043" y="20777"/>
                    <a:pt x="539042" y="21393"/>
                    <a:pt x="536041" y="21931"/>
                  </a:cubicBezTo>
                  <a:cubicBezTo>
                    <a:pt x="530192" y="23009"/>
                    <a:pt x="524421" y="24086"/>
                    <a:pt x="518650" y="25317"/>
                  </a:cubicBezTo>
                  <a:cubicBezTo>
                    <a:pt x="515187" y="26010"/>
                    <a:pt x="511725" y="26779"/>
                    <a:pt x="508262" y="27549"/>
                  </a:cubicBezTo>
                  <a:cubicBezTo>
                    <a:pt x="503029" y="28703"/>
                    <a:pt x="497874" y="29857"/>
                    <a:pt x="492718" y="31088"/>
                  </a:cubicBezTo>
                  <a:cubicBezTo>
                    <a:pt x="489101" y="31935"/>
                    <a:pt x="485562" y="32781"/>
                    <a:pt x="481945" y="33705"/>
                  </a:cubicBezTo>
                  <a:cubicBezTo>
                    <a:pt x="477020" y="34936"/>
                    <a:pt x="472173" y="36244"/>
                    <a:pt x="467325" y="37552"/>
                  </a:cubicBezTo>
                  <a:cubicBezTo>
                    <a:pt x="463785" y="38475"/>
                    <a:pt x="460168" y="39476"/>
                    <a:pt x="456629" y="40476"/>
                  </a:cubicBezTo>
                  <a:cubicBezTo>
                    <a:pt x="451781" y="41861"/>
                    <a:pt x="447010" y="43323"/>
                    <a:pt x="442239" y="44785"/>
                  </a:cubicBezTo>
                  <a:cubicBezTo>
                    <a:pt x="438853" y="45786"/>
                    <a:pt x="435468" y="46786"/>
                    <a:pt x="432159" y="47863"/>
                  </a:cubicBezTo>
                  <a:cubicBezTo>
                    <a:pt x="426311" y="49710"/>
                    <a:pt x="420616" y="51711"/>
                    <a:pt x="414922" y="53711"/>
                  </a:cubicBezTo>
                  <a:cubicBezTo>
                    <a:pt x="409921" y="55481"/>
                    <a:pt x="404996" y="57251"/>
                    <a:pt x="400148" y="59098"/>
                  </a:cubicBezTo>
                  <a:cubicBezTo>
                    <a:pt x="395685" y="60791"/>
                    <a:pt x="391222" y="62407"/>
                    <a:pt x="386913" y="64177"/>
                  </a:cubicBezTo>
                  <a:cubicBezTo>
                    <a:pt x="383065" y="65716"/>
                    <a:pt x="379218" y="67408"/>
                    <a:pt x="375370" y="69024"/>
                  </a:cubicBezTo>
                  <a:cubicBezTo>
                    <a:pt x="371907" y="70486"/>
                    <a:pt x="368368" y="72025"/>
                    <a:pt x="364905" y="73564"/>
                  </a:cubicBezTo>
                  <a:cubicBezTo>
                    <a:pt x="360904" y="75334"/>
                    <a:pt x="356979" y="77181"/>
                    <a:pt x="353055" y="79028"/>
                  </a:cubicBezTo>
                  <a:cubicBezTo>
                    <a:pt x="349977" y="80490"/>
                    <a:pt x="346822" y="82029"/>
                    <a:pt x="343821" y="83491"/>
                  </a:cubicBezTo>
                  <a:cubicBezTo>
                    <a:pt x="339820" y="85492"/>
                    <a:pt x="335818" y="87569"/>
                    <a:pt x="331817" y="89647"/>
                  </a:cubicBezTo>
                  <a:cubicBezTo>
                    <a:pt x="329124" y="91109"/>
                    <a:pt x="326430" y="92571"/>
                    <a:pt x="323737" y="94033"/>
                  </a:cubicBezTo>
                  <a:cubicBezTo>
                    <a:pt x="319582" y="96264"/>
                    <a:pt x="315504" y="98573"/>
                    <a:pt x="311502" y="100958"/>
                  </a:cubicBezTo>
                  <a:cubicBezTo>
                    <a:pt x="309348" y="102190"/>
                    <a:pt x="307347" y="103498"/>
                    <a:pt x="305192" y="104806"/>
                  </a:cubicBezTo>
                  <a:cubicBezTo>
                    <a:pt x="289110" y="114578"/>
                    <a:pt x="273797" y="125120"/>
                    <a:pt x="259407" y="136509"/>
                  </a:cubicBezTo>
                  <a:cubicBezTo>
                    <a:pt x="254098" y="140664"/>
                    <a:pt x="249866" y="144358"/>
                    <a:pt x="245557" y="147974"/>
                  </a:cubicBezTo>
                  <a:cubicBezTo>
                    <a:pt x="244402" y="148975"/>
                    <a:pt x="243171" y="149975"/>
                    <a:pt x="242017" y="151052"/>
                  </a:cubicBezTo>
                  <a:cubicBezTo>
                    <a:pt x="237939" y="154669"/>
                    <a:pt x="234014" y="158363"/>
                    <a:pt x="230090" y="162056"/>
                  </a:cubicBezTo>
                  <a:cubicBezTo>
                    <a:pt x="228935" y="163210"/>
                    <a:pt x="227781" y="164288"/>
                    <a:pt x="226627" y="165442"/>
                  </a:cubicBezTo>
                  <a:cubicBezTo>
                    <a:pt x="222703" y="169289"/>
                    <a:pt x="218855" y="173214"/>
                    <a:pt x="215085" y="177292"/>
                  </a:cubicBezTo>
                  <a:cubicBezTo>
                    <a:pt x="214238" y="178216"/>
                    <a:pt x="213392" y="179139"/>
                    <a:pt x="212545" y="180062"/>
                  </a:cubicBezTo>
                  <a:cubicBezTo>
                    <a:pt x="208544" y="184448"/>
                    <a:pt x="204619" y="188835"/>
                    <a:pt x="200849" y="193375"/>
                  </a:cubicBezTo>
                  <a:cubicBezTo>
                    <a:pt x="183766" y="213920"/>
                    <a:pt x="168992" y="236235"/>
                    <a:pt x="156603" y="260551"/>
                  </a:cubicBezTo>
                  <a:cubicBezTo>
                    <a:pt x="153371" y="266938"/>
                    <a:pt x="150601" y="272863"/>
                    <a:pt x="147908" y="278865"/>
                  </a:cubicBezTo>
                  <a:cubicBezTo>
                    <a:pt x="144599" y="286406"/>
                    <a:pt x="142060" y="292562"/>
                    <a:pt x="139674" y="298872"/>
                  </a:cubicBezTo>
                  <a:cubicBezTo>
                    <a:pt x="124746" y="338655"/>
                    <a:pt x="115743" y="382362"/>
                    <a:pt x="113204" y="430840"/>
                  </a:cubicBezTo>
                  <a:cubicBezTo>
                    <a:pt x="112742" y="440151"/>
                    <a:pt x="112511" y="448154"/>
                    <a:pt x="112434" y="456234"/>
                  </a:cubicBezTo>
                  <a:cubicBezTo>
                    <a:pt x="98198" y="388903"/>
                    <a:pt x="93582" y="336654"/>
                    <a:pt x="93428" y="335577"/>
                  </a:cubicBezTo>
                  <a:cubicBezTo>
                    <a:pt x="92196" y="321341"/>
                    <a:pt x="79731" y="310722"/>
                    <a:pt x="65495" y="311954"/>
                  </a:cubicBezTo>
                  <a:cubicBezTo>
                    <a:pt x="51259" y="313108"/>
                    <a:pt x="40640" y="325651"/>
                    <a:pt x="41871" y="339886"/>
                  </a:cubicBezTo>
                  <a:cubicBezTo>
                    <a:pt x="42487" y="347581"/>
                    <a:pt x="54183" y="480550"/>
                    <a:pt x="100430" y="602668"/>
                  </a:cubicBezTo>
                  <a:lnTo>
                    <a:pt x="42795" y="552882"/>
                  </a:lnTo>
                  <a:cubicBezTo>
                    <a:pt x="31945" y="543494"/>
                    <a:pt x="15632" y="544726"/>
                    <a:pt x="6321" y="555499"/>
                  </a:cubicBezTo>
                  <a:cubicBezTo>
                    <a:pt x="-3067" y="566348"/>
                    <a:pt x="-1836" y="582662"/>
                    <a:pt x="8937" y="591973"/>
                  </a:cubicBezTo>
                  <a:lnTo>
                    <a:pt x="174224" y="734868"/>
                  </a:lnTo>
                  <a:cubicBezTo>
                    <a:pt x="180226" y="745410"/>
                    <a:pt x="185767" y="755105"/>
                    <a:pt x="191461" y="764647"/>
                  </a:cubicBezTo>
                  <a:cubicBezTo>
                    <a:pt x="192846" y="766956"/>
                    <a:pt x="194231" y="769187"/>
                    <a:pt x="195616" y="771419"/>
                  </a:cubicBezTo>
                  <a:cubicBezTo>
                    <a:pt x="200310" y="779037"/>
                    <a:pt x="205081" y="786578"/>
                    <a:pt x="210083" y="793965"/>
                  </a:cubicBezTo>
                  <a:cubicBezTo>
                    <a:pt x="211391" y="795888"/>
                    <a:pt x="212622" y="797889"/>
                    <a:pt x="213930" y="799813"/>
                  </a:cubicBezTo>
                  <a:cubicBezTo>
                    <a:pt x="220163" y="808893"/>
                    <a:pt x="226550" y="817973"/>
                    <a:pt x="233168" y="826822"/>
                  </a:cubicBezTo>
                  <a:cubicBezTo>
                    <a:pt x="233860" y="827822"/>
                    <a:pt x="234630" y="828746"/>
                    <a:pt x="235399" y="829746"/>
                  </a:cubicBezTo>
                  <a:cubicBezTo>
                    <a:pt x="241401" y="837749"/>
                    <a:pt x="247480" y="845675"/>
                    <a:pt x="253713" y="853524"/>
                  </a:cubicBezTo>
                  <a:cubicBezTo>
                    <a:pt x="255483" y="855755"/>
                    <a:pt x="257253" y="857987"/>
                    <a:pt x="259023" y="860218"/>
                  </a:cubicBezTo>
                  <a:cubicBezTo>
                    <a:pt x="265102" y="867759"/>
                    <a:pt x="271258" y="875300"/>
                    <a:pt x="277491" y="882841"/>
                  </a:cubicBezTo>
                  <a:cubicBezTo>
                    <a:pt x="278414" y="883995"/>
                    <a:pt x="279337" y="885150"/>
                    <a:pt x="280338" y="886304"/>
                  </a:cubicBezTo>
                  <a:cubicBezTo>
                    <a:pt x="287802" y="895230"/>
                    <a:pt x="295343" y="904233"/>
                    <a:pt x="303038" y="913236"/>
                  </a:cubicBezTo>
                  <a:cubicBezTo>
                    <a:pt x="305731" y="916391"/>
                    <a:pt x="308424" y="919623"/>
                    <a:pt x="311194" y="922778"/>
                  </a:cubicBezTo>
                  <a:cubicBezTo>
                    <a:pt x="317504" y="930165"/>
                    <a:pt x="323814" y="937629"/>
                    <a:pt x="330201" y="945093"/>
                  </a:cubicBezTo>
                  <a:cubicBezTo>
                    <a:pt x="338204" y="954481"/>
                    <a:pt x="346206" y="963869"/>
                    <a:pt x="354286" y="973565"/>
                  </a:cubicBezTo>
                  <a:cubicBezTo>
                    <a:pt x="396531" y="1023966"/>
                    <a:pt x="402379" y="1073291"/>
                    <a:pt x="402379" y="1073291"/>
                  </a:cubicBezTo>
                  <a:cubicBezTo>
                    <a:pt x="402379" y="1073291"/>
                    <a:pt x="490871" y="1119615"/>
                    <a:pt x="615068" y="1062672"/>
                  </a:cubicBezTo>
                  <a:cubicBezTo>
                    <a:pt x="619069" y="1060825"/>
                    <a:pt x="623147" y="1058902"/>
                    <a:pt x="627226" y="1056824"/>
                  </a:cubicBezTo>
                  <a:cubicBezTo>
                    <a:pt x="665393" y="1058902"/>
                    <a:pt x="704329" y="1057286"/>
                    <a:pt x="743573" y="1051899"/>
                  </a:cubicBezTo>
                  <a:cubicBezTo>
                    <a:pt x="745805" y="1051591"/>
                    <a:pt x="748113" y="1051438"/>
                    <a:pt x="750345" y="1051053"/>
                  </a:cubicBezTo>
                  <a:cubicBezTo>
                    <a:pt x="892778" y="1029892"/>
                    <a:pt x="999815" y="932704"/>
                    <a:pt x="1069531" y="805661"/>
                  </a:cubicBezTo>
                  <a:cubicBezTo>
                    <a:pt x="1075995" y="793888"/>
                    <a:pt x="1082227" y="781961"/>
                    <a:pt x="1088076" y="769649"/>
                  </a:cubicBezTo>
                  <a:cubicBezTo>
                    <a:pt x="1096617" y="751566"/>
                    <a:pt x="1104543" y="733098"/>
                    <a:pt x="1111699" y="714168"/>
                  </a:cubicBezTo>
                  <a:cubicBezTo>
                    <a:pt x="1115316" y="704703"/>
                    <a:pt x="1118701" y="695162"/>
                    <a:pt x="1121933" y="685543"/>
                  </a:cubicBezTo>
                  <a:cubicBezTo>
                    <a:pt x="1163871" y="560577"/>
                    <a:pt x="1175875" y="422761"/>
                    <a:pt x="1156407" y="304259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C7D41FBF-3D00-6945-88E3-BB6E8FB2FDF8}"/>
                </a:ext>
              </a:extLst>
            </p:cNvPr>
            <p:cNvSpPr/>
            <p:nvPr/>
          </p:nvSpPr>
          <p:spPr>
            <a:xfrm>
              <a:off x="2134870" y="3002915"/>
              <a:ext cx="769620" cy="898525"/>
            </a:xfrm>
            <a:custGeom>
              <a:avLst/>
              <a:gdLst>
                <a:gd name="connsiteX0" fmla="*/ 829438 w 878287"/>
                <a:gd name="connsiteY0" fmla="*/ 295902 h 1024997"/>
                <a:gd name="connsiteX1" fmla="*/ 756643 w 878287"/>
                <a:gd name="connsiteY1" fmla="*/ 12343 h 1024997"/>
                <a:gd name="connsiteX2" fmla="*/ 451308 w 878287"/>
                <a:gd name="connsiteY2" fmla="*/ 262 h 1024997"/>
                <a:gd name="connsiteX3" fmla="*/ 430840 w 878287"/>
                <a:gd name="connsiteY3" fmla="*/ 22116 h 1024997"/>
                <a:gd name="connsiteX4" fmla="*/ 293793 w 878287"/>
                <a:gd name="connsiteY4" fmla="*/ 378084 h 1024997"/>
                <a:gd name="connsiteX5" fmla="*/ 0 w 878287"/>
                <a:gd name="connsiteY5" fmla="*/ 763754 h 1024997"/>
                <a:gd name="connsiteX6" fmla="*/ 4155 w 878287"/>
                <a:gd name="connsiteY6" fmla="*/ 1019919 h 1024997"/>
                <a:gd name="connsiteX7" fmla="*/ 643528 w 878287"/>
                <a:gd name="connsiteY7" fmla="*/ 1024997 h 1024997"/>
                <a:gd name="connsiteX8" fmla="*/ 635217 w 878287"/>
                <a:gd name="connsiteY8" fmla="*/ 829007 h 1024997"/>
                <a:gd name="connsiteX9" fmla="*/ 829438 w 878287"/>
                <a:gd name="connsiteY9" fmla="*/ 745979 h 1024997"/>
                <a:gd name="connsiteX10" fmla="*/ 829438 w 878287"/>
                <a:gd name="connsiteY10" fmla="*/ 295825 h 102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8287" h="1024997">
                  <a:moveTo>
                    <a:pt x="829438" y="295902"/>
                  </a:moveTo>
                  <a:cubicBezTo>
                    <a:pt x="791040" y="110531"/>
                    <a:pt x="756643" y="12343"/>
                    <a:pt x="756643" y="12343"/>
                  </a:cubicBezTo>
                  <a:cubicBezTo>
                    <a:pt x="629523" y="26348"/>
                    <a:pt x="505404" y="9496"/>
                    <a:pt x="451308" y="262"/>
                  </a:cubicBezTo>
                  <a:cubicBezTo>
                    <a:pt x="438612" y="-1892"/>
                    <a:pt x="427839" y="9573"/>
                    <a:pt x="430840" y="22116"/>
                  </a:cubicBezTo>
                  <a:cubicBezTo>
                    <a:pt x="479549" y="227417"/>
                    <a:pt x="293793" y="378084"/>
                    <a:pt x="293793" y="378084"/>
                  </a:cubicBezTo>
                  <a:cubicBezTo>
                    <a:pt x="293100" y="699194"/>
                    <a:pt x="46862" y="755905"/>
                    <a:pt x="0" y="763754"/>
                  </a:cubicBezTo>
                  <a:cubicBezTo>
                    <a:pt x="2309" y="903340"/>
                    <a:pt x="4155" y="1019919"/>
                    <a:pt x="4155" y="1019919"/>
                  </a:cubicBezTo>
                  <a:lnTo>
                    <a:pt x="643528" y="1024997"/>
                  </a:lnTo>
                  <a:lnTo>
                    <a:pt x="635217" y="829007"/>
                  </a:lnTo>
                  <a:cubicBezTo>
                    <a:pt x="635217" y="829007"/>
                    <a:pt x="749410" y="834317"/>
                    <a:pt x="829438" y="745979"/>
                  </a:cubicBezTo>
                  <a:cubicBezTo>
                    <a:pt x="903694" y="664028"/>
                    <a:pt x="884764" y="562839"/>
                    <a:pt x="829438" y="295825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372E9A2A-8010-2264-815A-247D2EC1034F}"/>
                </a:ext>
              </a:extLst>
            </p:cNvPr>
            <p:cNvSpPr/>
            <p:nvPr/>
          </p:nvSpPr>
          <p:spPr>
            <a:xfrm>
              <a:off x="2635250" y="3086735"/>
              <a:ext cx="168910" cy="88900"/>
            </a:xfrm>
            <a:custGeom>
              <a:avLst/>
              <a:gdLst>
                <a:gd name="connsiteX0" fmla="*/ 25791 w 192761"/>
                <a:gd name="connsiteY0" fmla="*/ 101410 h 101410"/>
                <a:gd name="connsiteX1" fmla="*/ 11017 w 192761"/>
                <a:gd name="connsiteY1" fmla="*/ 96717 h 101410"/>
                <a:gd name="connsiteX2" fmla="*/ 4630 w 192761"/>
                <a:gd name="connsiteY2" fmla="*/ 60858 h 101410"/>
                <a:gd name="connsiteX3" fmla="*/ 177843 w 192761"/>
                <a:gd name="connsiteY3" fmla="*/ 13996 h 101410"/>
                <a:gd name="connsiteX4" fmla="*/ 190309 w 192761"/>
                <a:gd name="connsiteY4" fmla="*/ 48392 h 101410"/>
                <a:gd name="connsiteX5" fmla="*/ 155912 w 192761"/>
                <a:gd name="connsiteY5" fmla="*/ 60858 h 101410"/>
                <a:gd name="connsiteX6" fmla="*/ 47106 w 192761"/>
                <a:gd name="connsiteY6" fmla="*/ 90484 h 101410"/>
                <a:gd name="connsiteX7" fmla="*/ 25945 w 192761"/>
                <a:gd name="connsiteY7" fmla="*/ 101410 h 10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761" h="101410">
                  <a:moveTo>
                    <a:pt x="25791" y="101410"/>
                  </a:moveTo>
                  <a:cubicBezTo>
                    <a:pt x="20635" y="101410"/>
                    <a:pt x="15480" y="99871"/>
                    <a:pt x="11017" y="96717"/>
                  </a:cubicBezTo>
                  <a:cubicBezTo>
                    <a:pt x="-603" y="88560"/>
                    <a:pt x="-3527" y="72554"/>
                    <a:pt x="4630" y="60858"/>
                  </a:cubicBezTo>
                  <a:cubicBezTo>
                    <a:pt x="27792" y="27462"/>
                    <a:pt x="93737" y="-25402"/>
                    <a:pt x="177843" y="13996"/>
                  </a:cubicBezTo>
                  <a:cubicBezTo>
                    <a:pt x="190770" y="20075"/>
                    <a:pt x="196388" y="35465"/>
                    <a:pt x="190309" y="48392"/>
                  </a:cubicBezTo>
                  <a:cubicBezTo>
                    <a:pt x="184230" y="61320"/>
                    <a:pt x="168763" y="66937"/>
                    <a:pt x="155912" y="60858"/>
                  </a:cubicBezTo>
                  <a:cubicBezTo>
                    <a:pt x="91967" y="30848"/>
                    <a:pt x="51492" y="84328"/>
                    <a:pt x="47106" y="90484"/>
                  </a:cubicBezTo>
                  <a:cubicBezTo>
                    <a:pt x="42104" y="97563"/>
                    <a:pt x="34024" y="101410"/>
                    <a:pt x="25945" y="101410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E4CEB039-134F-0795-4985-CBF7C52AF0F6}"/>
                </a:ext>
              </a:extLst>
            </p:cNvPr>
            <p:cNvSpPr/>
            <p:nvPr/>
          </p:nvSpPr>
          <p:spPr>
            <a:xfrm>
              <a:off x="2847975" y="3226435"/>
              <a:ext cx="62230" cy="179705"/>
            </a:xfrm>
            <a:custGeom>
              <a:avLst/>
              <a:gdLst>
                <a:gd name="connsiteX0" fmla="*/ 77 w 71309"/>
                <a:gd name="connsiteY0" fmla="*/ 0 h 205147"/>
                <a:gd name="connsiteX1" fmla="*/ 70486 w 71309"/>
                <a:gd name="connsiteY1" fmla="*/ 102574 h 205147"/>
                <a:gd name="connsiteX2" fmla="*/ 38398 w 71309"/>
                <a:gd name="connsiteY2" fmla="*/ 205147 h 205147"/>
                <a:gd name="connsiteX3" fmla="*/ 0 w 71309"/>
                <a:gd name="connsiteY3" fmla="*/ 77 h 20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9" h="205147">
                  <a:moveTo>
                    <a:pt x="77" y="0"/>
                  </a:moveTo>
                  <a:cubicBezTo>
                    <a:pt x="77" y="0"/>
                    <a:pt x="63560" y="72102"/>
                    <a:pt x="70486" y="102574"/>
                  </a:cubicBezTo>
                  <a:cubicBezTo>
                    <a:pt x="77411" y="133046"/>
                    <a:pt x="38398" y="205147"/>
                    <a:pt x="38398" y="205147"/>
                  </a:cubicBezTo>
                  <a:lnTo>
                    <a:pt x="0" y="77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62" name="그래픽 42">
              <a:extLst>
                <a:ext uri="{FF2B5EF4-FFF2-40B4-BE49-F238E27FC236}">
                  <a16:creationId xmlns:a16="http://schemas.microsoft.com/office/drawing/2014/main" id="{7576F1BF-6C64-CD51-9CCA-145EC81D2986}"/>
                </a:ext>
              </a:extLst>
            </p:cNvPr>
            <p:cNvGrpSpPr/>
            <p:nvPr/>
          </p:nvGrpSpPr>
          <p:grpSpPr>
            <a:xfrm>
              <a:off x="2253615" y="3220720"/>
              <a:ext cx="220980" cy="207645"/>
              <a:chOff x="2253615" y="3220720"/>
              <a:chExt cx="220980" cy="207645"/>
            </a:xfrm>
          </p:grpSpPr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2269A1F5-9F3E-620A-F41C-7DEC6045C89E}"/>
                  </a:ext>
                </a:extLst>
              </p:cNvPr>
              <p:cNvSpPr/>
              <p:nvPr/>
            </p:nvSpPr>
            <p:spPr>
              <a:xfrm>
                <a:off x="2253615" y="3220720"/>
                <a:ext cx="220980" cy="207645"/>
              </a:xfrm>
              <a:custGeom>
                <a:avLst/>
                <a:gdLst>
                  <a:gd name="connsiteX0" fmla="*/ 17999 w 252379"/>
                  <a:gd name="connsiteY0" fmla="*/ 33420 h 237052"/>
                  <a:gd name="connsiteX1" fmla="*/ 61321 w 252379"/>
                  <a:gd name="connsiteY1" fmla="*/ 201016 h 237052"/>
                  <a:gd name="connsiteX2" fmla="*/ 234380 w 252379"/>
                  <a:gd name="connsiteY2" fmla="*/ 203632 h 237052"/>
                  <a:gd name="connsiteX3" fmla="*/ 191058 w 252379"/>
                  <a:gd name="connsiteY3" fmla="*/ 36036 h 237052"/>
                  <a:gd name="connsiteX4" fmla="*/ 17999 w 252379"/>
                  <a:gd name="connsiteY4" fmla="*/ 33420 h 23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379" h="237052">
                    <a:moveTo>
                      <a:pt x="17999" y="33420"/>
                    </a:moveTo>
                    <a:cubicBezTo>
                      <a:pt x="-17860" y="78974"/>
                      <a:pt x="1532" y="154000"/>
                      <a:pt x="61321" y="201016"/>
                    </a:cubicBezTo>
                    <a:cubicBezTo>
                      <a:pt x="121111" y="248032"/>
                      <a:pt x="198599" y="249186"/>
                      <a:pt x="234380" y="203632"/>
                    </a:cubicBezTo>
                    <a:cubicBezTo>
                      <a:pt x="270239" y="158078"/>
                      <a:pt x="250848" y="83052"/>
                      <a:pt x="191058" y="36036"/>
                    </a:cubicBezTo>
                    <a:cubicBezTo>
                      <a:pt x="131268" y="-10980"/>
                      <a:pt x="53780" y="-12134"/>
                      <a:pt x="17999" y="33420"/>
                    </a:cubicBezTo>
                    <a:close/>
                  </a:path>
                </a:pathLst>
              </a:custGeom>
              <a:solidFill>
                <a:srgbClr val="FFBDBD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ADEAFC4B-52C6-9700-24A5-AFC28D3AF57F}"/>
                  </a:ext>
                </a:extLst>
              </p:cNvPr>
              <p:cNvSpPr/>
              <p:nvPr/>
            </p:nvSpPr>
            <p:spPr>
              <a:xfrm>
                <a:off x="2284730" y="3239770"/>
                <a:ext cx="136525" cy="64135"/>
              </a:xfrm>
              <a:custGeom>
                <a:avLst/>
                <a:gdLst>
                  <a:gd name="connsiteX0" fmla="*/ 129523 w 155504"/>
                  <a:gd name="connsiteY0" fmla="*/ 73160 h 73160"/>
                  <a:gd name="connsiteX1" fmla="*/ 113594 w 155504"/>
                  <a:gd name="connsiteY1" fmla="*/ 67620 h 73160"/>
                  <a:gd name="connsiteX2" fmla="*/ 46187 w 155504"/>
                  <a:gd name="connsiteY2" fmla="*/ 61695 h 73160"/>
                  <a:gd name="connsiteX3" fmla="*/ 9867 w 155504"/>
                  <a:gd name="connsiteY3" fmla="*/ 66004 h 73160"/>
                  <a:gd name="connsiteX4" fmla="*/ 5558 w 155504"/>
                  <a:gd name="connsiteY4" fmla="*/ 29684 h 73160"/>
                  <a:gd name="connsiteX5" fmla="*/ 145605 w 155504"/>
                  <a:gd name="connsiteY5" fmla="*/ 26914 h 73160"/>
                  <a:gd name="connsiteX6" fmla="*/ 149915 w 155504"/>
                  <a:gd name="connsiteY6" fmla="*/ 63234 h 73160"/>
                  <a:gd name="connsiteX7" fmla="*/ 129523 w 155504"/>
                  <a:gd name="connsiteY7" fmla="*/ 73160 h 7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504" h="73160">
                    <a:moveTo>
                      <a:pt x="129523" y="73160"/>
                    </a:moveTo>
                    <a:cubicBezTo>
                      <a:pt x="123983" y="73160"/>
                      <a:pt x="118288" y="71314"/>
                      <a:pt x="113594" y="67620"/>
                    </a:cubicBezTo>
                    <a:cubicBezTo>
                      <a:pt x="89432" y="48690"/>
                      <a:pt x="58653" y="45920"/>
                      <a:pt x="46187" y="61695"/>
                    </a:cubicBezTo>
                    <a:cubicBezTo>
                      <a:pt x="37338" y="72853"/>
                      <a:pt x="21101" y="74853"/>
                      <a:pt x="9867" y="66004"/>
                    </a:cubicBezTo>
                    <a:cubicBezTo>
                      <a:pt x="-1368" y="57155"/>
                      <a:pt x="-3292" y="40919"/>
                      <a:pt x="5558" y="29684"/>
                    </a:cubicBezTo>
                    <a:cubicBezTo>
                      <a:pt x="35876" y="-8791"/>
                      <a:pt x="98666" y="-10022"/>
                      <a:pt x="145605" y="26914"/>
                    </a:cubicBezTo>
                    <a:cubicBezTo>
                      <a:pt x="156840" y="35763"/>
                      <a:pt x="158841" y="51999"/>
                      <a:pt x="149915" y="63234"/>
                    </a:cubicBezTo>
                    <a:cubicBezTo>
                      <a:pt x="144836" y="69698"/>
                      <a:pt x="137218" y="73160"/>
                      <a:pt x="129523" y="73160"/>
                    </a:cubicBezTo>
                    <a:close/>
                  </a:path>
                </a:pathLst>
              </a:custGeom>
              <a:solidFill>
                <a:srgbClr val="ED5858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A084E5E5-9AF3-1C25-B7C5-B172D77C6D7A}"/>
                </a:ext>
              </a:extLst>
            </p:cNvPr>
            <p:cNvSpPr/>
            <p:nvPr/>
          </p:nvSpPr>
          <p:spPr>
            <a:xfrm>
              <a:off x="2574290" y="3705860"/>
              <a:ext cx="130810" cy="52070"/>
            </a:xfrm>
            <a:custGeom>
              <a:avLst/>
              <a:gdLst>
                <a:gd name="connsiteX0" fmla="*/ 109990 w 149229"/>
                <a:gd name="connsiteY0" fmla="*/ 59314 h 59314"/>
                <a:gd name="connsiteX1" fmla="*/ 22190 w 149229"/>
                <a:gd name="connsiteY1" fmla="*/ 51542 h 59314"/>
                <a:gd name="connsiteX2" fmla="*/ 260 w 149229"/>
                <a:gd name="connsiteY2" fmla="*/ 22225 h 59314"/>
                <a:gd name="connsiteX3" fmla="*/ 29578 w 149229"/>
                <a:gd name="connsiteY3" fmla="*/ 294 h 59314"/>
                <a:gd name="connsiteX4" fmla="*/ 120224 w 149229"/>
                <a:gd name="connsiteY4" fmla="*/ 7219 h 59314"/>
                <a:gd name="connsiteX5" fmla="*/ 149003 w 149229"/>
                <a:gd name="connsiteY5" fmla="*/ 29535 h 59314"/>
                <a:gd name="connsiteX6" fmla="*/ 127226 w 149229"/>
                <a:gd name="connsiteY6" fmla="*/ 58468 h 59314"/>
                <a:gd name="connsiteX7" fmla="*/ 109913 w 149229"/>
                <a:gd name="connsiteY7" fmla="*/ 59314 h 5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229" h="59314">
                  <a:moveTo>
                    <a:pt x="109990" y="59314"/>
                  </a:moveTo>
                  <a:cubicBezTo>
                    <a:pt x="94138" y="59314"/>
                    <a:pt x="66436" y="57929"/>
                    <a:pt x="22190" y="51542"/>
                  </a:cubicBezTo>
                  <a:cubicBezTo>
                    <a:pt x="8032" y="49542"/>
                    <a:pt x="-1741" y="36383"/>
                    <a:pt x="260" y="22225"/>
                  </a:cubicBezTo>
                  <a:cubicBezTo>
                    <a:pt x="2337" y="8066"/>
                    <a:pt x="15265" y="-1861"/>
                    <a:pt x="29578" y="294"/>
                  </a:cubicBezTo>
                  <a:cubicBezTo>
                    <a:pt x="95831" y="9836"/>
                    <a:pt x="120070" y="7296"/>
                    <a:pt x="120224" y="7219"/>
                  </a:cubicBezTo>
                  <a:cubicBezTo>
                    <a:pt x="134383" y="5450"/>
                    <a:pt x="147233" y="15530"/>
                    <a:pt x="149003" y="29535"/>
                  </a:cubicBezTo>
                  <a:cubicBezTo>
                    <a:pt x="150850" y="43540"/>
                    <a:pt x="141231" y="56467"/>
                    <a:pt x="127226" y="58468"/>
                  </a:cubicBezTo>
                  <a:cubicBezTo>
                    <a:pt x="126072" y="58622"/>
                    <a:pt x="120762" y="59314"/>
                    <a:pt x="109913" y="59314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7BCFB39A-3C72-0776-77D9-2292EF217D30}"/>
                </a:ext>
              </a:extLst>
            </p:cNvPr>
            <p:cNvSpPr/>
            <p:nvPr/>
          </p:nvSpPr>
          <p:spPr>
            <a:xfrm>
              <a:off x="2753360" y="3369945"/>
              <a:ext cx="131445" cy="113665"/>
            </a:xfrm>
            <a:custGeom>
              <a:avLst/>
              <a:gdLst>
                <a:gd name="connsiteX0" fmla="*/ 123966 w 150128"/>
                <a:gd name="connsiteY0" fmla="*/ 129319 h 129424"/>
                <a:gd name="connsiteX1" fmla="*/ 1924 w 150128"/>
                <a:gd name="connsiteY1" fmla="*/ 35595 h 129424"/>
                <a:gd name="connsiteX2" fmla="*/ 16006 w 150128"/>
                <a:gd name="connsiteY2" fmla="*/ 1968 h 129424"/>
                <a:gd name="connsiteX3" fmla="*/ 49787 w 150128"/>
                <a:gd name="connsiteY3" fmla="*/ 15973 h 129424"/>
                <a:gd name="connsiteX4" fmla="*/ 123966 w 150128"/>
                <a:gd name="connsiteY4" fmla="*/ 77609 h 129424"/>
                <a:gd name="connsiteX5" fmla="*/ 150129 w 150128"/>
                <a:gd name="connsiteY5" fmla="*/ 103387 h 129424"/>
                <a:gd name="connsiteX6" fmla="*/ 123889 w 150128"/>
                <a:gd name="connsiteY6" fmla="*/ 129396 h 12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128" h="129424">
                  <a:moveTo>
                    <a:pt x="123966" y="129319"/>
                  </a:moveTo>
                  <a:cubicBezTo>
                    <a:pt x="41169" y="129319"/>
                    <a:pt x="3463" y="39442"/>
                    <a:pt x="1924" y="35595"/>
                  </a:cubicBezTo>
                  <a:cubicBezTo>
                    <a:pt x="-3462" y="22360"/>
                    <a:pt x="2848" y="7354"/>
                    <a:pt x="16006" y="1968"/>
                  </a:cubicBezTo>
                  <a:cubicBezTo>
                    <a:pt x="29241" y="-3495"/>
                    <a:pt x="44323" y="2814"/>
                    <a:pt x="49787" y="15973"/>
                  </a:cubicBezTo>
                  <a:cubicBezTo>
                    <a:pt x="50018" y="16588"/>
                    <a:pt x="76027" y="77609"/>
                    <a:pt x="123966" y="77609"/>
                  </a:cubicBezTo>
                  <a:cubicBezTo>
                    <a:pt x="138510" y="77609"/>
                    <a:pt x="150129" y="89152"/>
                    <a:pt x="150129" y="103387"/>
                  </a:cubicBezTo>
                  <a:cubicBezTo>
                    <a:pt x="150129" y="117854"/>
                    <a:pt x="137586" y="130089"/>
                    <a:pt x="123889" y="12939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C19B64FB-0059-ADB1-11E8-254B203E7A0A}"/>
                </a:ext>
              </a:extLst>
            </p:cNvPr>
            <p:cNvSpPr/>
            <p:nvPr/>
          </p:nvSpPr>
          <p:spPr>
            <a:xfrm>
              <a:off x="1277620" y="3713480"/>
              <a:ext cx="3935730" cy="3209925"/>
            </a:xfrm>
            <a:custGeom>
              <a:avLst/>
              <a:gdLst>
                <a:gd name="connsiteX0" fmla="*/ 3554833 w 4490615"/>
                <a:gd name="connsiteY0" fmla="*/ 4287 h 3662683"/>
                <a:gd name="connsiteX1" fmla="*/ 3064512 w 4490615"/>
                <a:gd name="connsiteY1" fmla="*/ 1149217 h 3662683"/>
                <a:gd name="connsiteX2" fmla="*/ 1628636 w 4490615"/>
                <a:gd name="connsiteY2" fmla="*/ 240598 h 3662683"/>
                <a:gd name="connsiteX3" fmla="*/ 939323 w 4490615"/>
                <a:gd name="connsiteY3" fmla="*/ 249448 h 3662683"/>
                <a:gd name="connsiteX4" fmla="*/ 21625 w 4490615"/>
                <a:gd name="connsiteY4" fmla="*/ 1486948 h 3662683"/>
                <a:gd name="connsiteX5" fmla="*/ 243393 w 4490615"/>
                <a:gd name="connsiteY5" fmla="*/ 2606177 h 3662683"/>
                <a:gd name="connsiteX6" fmla="*/ 250549 w 4490615"/>
                <a:gd name="connsiteY6" fmla="*/ 3641378 h 3662683"/>
                <a:gd name="connsiteX7" fmla="*/ 2975020 w 4490615"/>
                <a:gd name="connsiteY7" fmla="*/ 3641378 h 3662683"/>
                <a:gd name="connsiteX8" fmla="*/ 2620206 w 4490615"/>
                <a:gd name="connsiteY8" fmla="*/ 2248901 h 3662683"/>
                <a:gd name="connsiteX9" fmla="*/ 3675721 w 4490615"/>
                <a:gd name="connsiteY9" fmla="*/ 2374405 h 3662683"/>
                <a:gd name="connsiteX10" fmla="*/ 4490615 w 4490615"/>
                <a:gd name="connsiteY10" fmla="*/ 221823 h 3662683"/>
                <a:gd name="connsiteX11" fmla="*/ 4003602 w 4490615"/>
                <a:gd name="connsiteY11" fmla="*/ 53380 h 3662683"/>
                <a:gd name="connsiteX12" fmla="*/ 3554833 w 4490615"/>
                <a:gd name="connsiteY12" fmla="*/ 4287 h 366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90615" h="3662683">
                  <a:moveTo>
                    <a:pt x="3554833" y="4287"/>
                  </a:moveTo>
                  <a:cubicBezTo>
                    <a:pt x="3343761" y="548550"/>
                    <a:pt x="3064512" y="1149217"/>
                    <a:pt x="3064512" y="1149217"/>
                  </a:cubicBezTo>
                  <a:cubicBezTo>
                    <a:pt x="2426063" y="416120"/>
                    <a:pt x="2282244" y="310237"/>
                    <a:pt x="1628636" y="240598"/>
                  </a:cubicBezTo>
                  <a:cubicBezTo>
                    <a:pt x="1610553" y="238675"/>
                    <a:pt x="1214340" y="211050"/>
                    <a:pt x="939323" y="249448"/>
                  </a:cubicBezTo>
                  <a:cubicBezTo>
                    <a:pt x="125352" y="363179"/>
                    <a:pt x="-72715" y="1045412"/>
                    <a:pt x="21625" y="1486948"/>
                  </a:cubicBezTo>
                  <a:cubicBezTo>
                    <a:pt x="176524" y="2211504"/>
                    <a:pt x="193453" y="2290684"/>
                    <a:pt x="243393" y="2606177"/>
                  </a:cubicBezTo>
                  <a:cubicBezTo>
                    <a:pt x="284407" y="2865112"/>
                    <a:pt x="250549" y="3641378"/>
                    <a:pt x="250549" y="3641378"/>
                  </a:cubicBezTo>
                  <a:cubicBezTo>
                    <a:pt x="250549" y="3641378"/>
                    <a:pt x="2564572" y="3689317"/>
                    <a:pt x="2975020" y="3641378"/>
                  </a:cubicBezTo>
                  <a:cubicBezTo>
                    <a:pt x="2975020" y="3641378"/>
                    <a:pt x="2623053" y="2305920"/>
                    <a:pt x="2620206" y="2248901"/>
                  </a:cubicBezTo>
                  <a:cubicBezTo>
                    <a:pt x="2952089" y="2615873"/>
                    <a:pt x="3462571" y="2475671"/>
                    <a:pt x="3675721" y="2374405"/>
                  </a:cubicBezTo>
                  <a:cubicBezTo>
                    <a:pt x="3955970" y="2241206"/>
                    <a:pt x="4032997" y="2050987"/>
                    <a:pt x="4490615" y="221823"/>
                  </a:cubicBezTo>
                  <a:cubicBezTo>
                    <a:pt x="4490615" y="221823"/>
                    <a:pt x="4344334" y="131253"/>
                    <a:pt x="4003602" y="53380"/>
                  </a:cubicBezTo>
                  <a:cubicBezTo>
                    <a:pt x="3675721" y="-21491"/>
                    <a:pt x="3554833" y="4287"/>
                    <a:pt x="3554833" y="4287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A5BB0E43-A57B-1471-3830-E4568034F03E}"/>
                </a:ext>
              </a:extLst>
            </p:cNvPr>
            <p:cNvSpPr/>
            <p:nvPr/>
          </p:nvSpPr>
          <p:spPr>
            <a:xfrm>
              <a:off x="2693035" y="3910330"/>
              <a:ext cx="1303655" cy="842010"/>
            </a:xfrm>
            <a:custGeom>
              <a:avLst/>
              <a:gdLst>
                <a:gd name="connsiteX0" fmla="*/ 1461806 w 1487705"/>
                <a:gd name="connsiteY0" fmla="*/ 960404 h 960480"/>
                <a:gd name="connsiteX1" fmla="*/ 1442261 w 1487705"/>
                <a:gd name="connsiteY1" fmla="*/ 951555 h 960480"/>
                <a:gd name="connsiteX2" fmla="*/ 23160 w 1487705"/>
                <a:gd name="connsiteY2" fmla="*/ 51631 h 960480"/>
                <a:gd name="connsiteX3" fmla="*/ 152 w 1487705"/>
                <a:gd name="connsiteY3" fmla="*/ 23160 h 960480"/>
                <a:gd name="connsiteX4" fmla="*/ 28623 w 1487705"/>
                <a:gd name="connsiteY4" fmla="*/ 152 h 960480"/>
                <a:gd name="connsiteX5" fmla="*/ 1481351 w 1487705"/>
                <a:gd name="connsiteY5" fmla="*/ 917543 h 960480"/>
                <a:gd name="connsiteX6" fmla="*/ 1478812 w 1487705"/>
                <a:gd name="connsiteY6" fmla="*/ 954094 h 960480"/>
                <a:gd name="connsiteX7" fmla="*/ 1461806 w 1487705"/>
                <a:gd name="connsiteY7" fmla="*/ 960481 h 96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7705" h="960480">
                  <a:moveTo>
                    <a:pt x="1461806" y="960404"/>
                  </a:moveTo>
                  <a:cubicBezTo>
                    <a:pt x="1454573" y="960404"/>
                    <a:pt x="1447417" y="957403"/>
                    <a:pt x="1442261" y="951555"/>
                  </a:cubicBezTo>
                  <a:cubicBezTo>
                    <a:pt x="813892" y="230000"/>
                    <a:pt x="680308" y="121732"/>
                    <a:pt x="23160" y="51631"/>
                  </a:cubicBezTo>
                  <a:cubicBezTo>
                    <a:pt x="8924" y="50092"/>
                    <a:pt x="-1387" y="37396"/>
                    <a:pt x="152" y="23160"/>
                  </a:cubicBezTo>
                  <a:cubicBezTo>
                    <a:pt x="1691" y="8924"/>
                    <a:pt x="14388" y="-1387"/>
                    <a:pt x="28623" y="152"/>
                  </a:cubicBezTo>
                  <a:cubicBezTo>
                    <a:pt x="700315" y="71715"/>
                    <a:pt x="850520" y="193218"/>
                    <a:pt x="1481351" y="917543"/>
                  </a:cubicBezTo>
                  <a:cubicBezTo>
                    <a:pt x="1490739" y="928316"/>
                    <a:pt x="1489585" y="944629"/>
                    <a:pt x="1478812" y="954094"/>
                  </a:cubicBezTo>
                  <a:cubicBezTo>
                    <a:pt x="1473887" y="958326"/>
                    <a:pt x="1467885" y="960481"/>
                    <a:pt x="1461806" y="960481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11911E63-7C33-3A07-75AA-A34712CE2140}"/>
                </a:ext>
              </a:extLst>
            </p:cNvPr>
            <p:cNvSpPr/>
            <p:nvPr/>
          </p:nvSpPr>
          <p:spPr>
            <a:xfrm>
              <a:off x="3951605" y="4706620"/>
              <a:ext cx="180975" cy="687705"/>
            </a:xfrm>
            <a:custGeom>
              <a:avLst/>
              <a:gdLst>
                <a:gd name="connsiteX0" fmla="*/ 180367 w 206298"/>
                <a:gd name="connsiteY0" fmla="*/ 785035 h 785035"/>
                <a:gd name="connsiteX1" fmla="*/ 154512 w 206298"/>
                <a:gd name="connsiteY1" fmla="*/ 759180 h 785035"/>
                <a:gd name="connsiteX2" fmla="*/ 998 w 206298"/>
                <a:gd name="connsiteY2" fmla="*/ 32932 h 785035"/>
                <a:gd name="connsiteX3" fmla="*/ 18850 w 206298"/>
                <a:gd name="connsiteY3" fmla="*/ 998 h 785035"/>
                <a:gd name="connsiteX4" fmla="*/ 50784 w 206298"/>
                <a:gd name="connsiteY4" fmla="*/ 18850 h 785035"/>
                <a:gd name="connsiteX5" fmla="*/ 206299 w 206298"/>
                <a:gd name="connsiteY5" fmla="*/ 759180 h 785035"/>
                <a:gd name="connsiteX6" fmla="*/ 180444 w 206298"/>
                <a:gd name="connsiteY6" fmla="*/ 785035 h 785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98" h="785035">
                  <a:moveTo>
                    <a:pt x="180367" y="785035"/>
                  </a:moveTo>
                  <a:cubicBezTo>
                    <a:pt x="166054" y="785035"/>
                    <a:pt x="154512" y="773416"/>
                    <a:pt x="154512" y="759180"/>
                  </a:cubicBezTo>
                  <a:cubicBezTo>
                    <a:pt x="154512" y="577580"/>
                    <a:pt x="2537" y="38318"/>
                    <a:pt x="998" y="32932"/>
                  </a:cubicBezTo>
                  <a:cubicBezTo>
                    <a:pt x="-2927" y="19158"/>
                    <a:pt x="5076" y="4845"/>
                    <a:pt x="18850" y="998"/>
                  </a:cubicBezTo>
                  <a:cubicBezTo>
                    <a:pt x="32624" y="-2927"/>
                    <a:pt x="46937" y="5076"/>
                    <a:pt x="50784" y="18850"/>
                  </a:cubicBezTo>
                  <a:cubicBezTo>
                    <a:pt x="57094" y="41319"/>
                    <a:pt x="206299" y="570423"/>
                    <a:pt x="206299" y="759180"/>
                  </a:cubicBezTo>
                  <a:cubicBezTo>
                    <a:pt x="206299" y="773493"/>
                    <a:pt x="194679" y="785035"/>
                    <a:pt x="180444" y="785035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686A9351-034D-B06F-559D-C523DC15AB60}"/>
                </a:ext>
              </a:extLst>
            </p:cNvPr>
            <p:cNvSpPr/>
            <p:nvPr/>
          </p:nvSpPr>
          <p:spPr>
            <a:xfrm>
              <a:off x="2919730" y="5164455"/>
              <a:ext cx="741045" cy="600075"/>
            </a:xfrm>
            <a:custGeom>
              <a:avLst/>
              <a:gdLst>
                <a:gd name="connsiteX0" fmla="*/ 819615 w 845506"/>
                <a:gd name="connsiteY0" fmla="*/ 684800 h 684799"/>
                <a:gd name="connsiteX1" fmla="*/ 806533 w 845506"/>
                <a:gd name="connsiteY1" fmla="*/ 681183 h 684799"/>
                <a:gd name="connsiteX2" fmla="*/ 6952 w 845506"/>
                <a:gd name="connsiteY2" fmla="*/ 43503 h 684799"/>
                <a:gd name="connsiteX3" fmla="*/ 8260 w 845506"/>
                <a:gd name="connsiteY3" fmla="*/ 6952 h 684799"/>
                <a:gd name="connsiteX4" fmla="*/ 44811 w 845506"/>
                <a:gd name="connsiteY4" fmla="*/ 8260 h 684799"/>
                <a:gd name="connsiteX5" fmla="*/ 832773 w 845506"/>
                <a:gd name="connsiteY5" fmla="*/ 636552 h 684799"/>
                <a:gd name="connsiteX6" fmla="*/ 841930 w 845506"/>
                <a:gd name="connsiteY6" fmla="*/ 672026 h 684799"/>
                <a:gd name="connsiteX7" fmla="*/ 819615 w 845506"/>
                <a:gd name="connsiteY7" fmla="*/ 684800 h 684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5506" h="684799">
                  <a:moveTo>
                    <a:pt x="819615" y="684800"/>
                  </a:moveTo>
                  <a:cubicBezTo>
                    <a:pt x="815152" y="684800"/>
                    <a:pt x="810612" y="683645"/>
                    <a:pt x="806533" y="681183"/>
                  </a:cubicBezTo>
                  <a:cubicBezTo>
                    <a:pt x="350377" y="412399"/>
                    <a:pt x="167930" y="216408"/>
                    <a:pt x="6952" y="43503"/>
                  </a:cubicBezTo>
                  <a:cubicBezTo>
                    <a:pt x="-2820" y="33038"/>
                    <a:pt x="-2205" y="16648"/>
                    <a:pt x="8260" y="6952"/>
                  </a:cubicBezTo>
                  <a:cubicBezTo>
                    <a:pt x="18725" y="-2820"/>
                    <a:pt x="35116" y="-2205"/>
                    <a:pt x="44811" y="8260"/>
                  </a:cubicBezTo>
                  <a:cubicBezTo>
                    <a:pt x="203404" y="178549"/>
                    <a:pt x="383081" y="371615"/>
                    <a:pt x="832773" y="636552"/>
                  </a:cubicBezTo>
                  <a:cubicBezTo>
                    <a:pt x="845085" y="643785"/>
                    <a:pt x="849163" y="659714"/>
                    <a:pt x="841930" y="672026"/>
                  </a:cubicBezTo>
                  <a:cubicBezTo>
                    <a:pt x="837082" y="680183"/>
                    <a:pt x="828464" y="684800"/>
                    <a:pt x="819615" y="684800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053FA562-3135-1C83-1A2C-F0622088CD2E}"/>
                </a:ext>
              </a:extLst>
            </p:cNvPr>
            <p:cNvSpPr/>
            <p:nvPr/>
          </p:nvSpPr>
          <p:spPr>
            <a:xfrm>
              <a:off x="2581910" y="3262630"/>
              <a:ext cx="152400" cy="152400"/>
            </a:xfrm>
            <a:custGeom>
              <a:avLst/>
              <a:gdLst>
                <a:gd name="connsiteX0" fmla="*/ 173752 w 173751"/>
                <a:gd name="connsiteY0" fmla="*/ 86876 h 173751"/>
                <a:gd name="connsiteX1" fmla="*/ 86876 w 173751"/>
                <a:gd name="connsiteY1" fmla="*/ 173752 h 173751"/>
                <a:gd name="connsiteX2" fmla="*/ 0 w 173751"/>
                <a:gd name="connsiteY2" fmla="*/ 86876 h 173751"/>
                <a:gd name="connsiteX3" fmla="*/ 86876 w 173751"/>
                <a:gd name="connsiteY3" fmla="*/ 0 h 173751"/>
                <a:gd name="connsiteX4" fmla="*/ 173752 w 173751"/>
                <a:gd name="connsiteY4" fmla="*/ 86876 h 17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51" h="173751">
                  <a:moveTo>
                    <a:pt x="173752" y="86876"/>
                  </a:moveTo>
                  <a:cubicBezTo>
                    <a:pt x="173752" y="134815"/>
                    <a:pt x="134892" y="173752"/>
                    <a:pt x="86876" y="173752"/>
                  </a:cubicBezTo>
                  <a:cubicBezTo>
                    <a:pt x="38859" y="173752"/>
                    <a:pt x="0" y="134892"/>
                    <a:pt x="0" y="86876"/>
                  </a:cubicBezTo>
                  <a:cubicBezTo>
                    <a:pt x="0" y="38859"/>
                    <a:pt x="38859" y="0"/>
                    <a:pt x="86876" y="0"/>
                  </a:cubicBezTo>
                  <a:cubicBezTo>
                    <a:pt x="134892" y="0"/>
                    <a:pt x="173752" y="38859"/>
                    <a:pt x="173752" y="86876"/>
                  </a:cubicBezTo>
                  <a:close/>
                </a:path>
              </a:pathLst>
            </a:custGeom>
            <a:solidFill>
              <a:srgbClr val="FF9797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34D9F70F-7E37-F443-1614-FADE255861A0}"/>
                </a:ext>
              </a:extLst>
            </p:cNvPr>
            <p:cNvSpPr/>
            <p:nvPr/>
          </p:nvSpPr>
          <p:spPr>
            <a:xfrm>
              <a:off x="4314190" y="2766060"/>
              <a:ext cx="473710" cy="473710"/>
            </a:xfrm>
            <a:custGeom>
              <a:avLst/>
              <a:gdLst>
                <a:gd name="connsiteX0" fmla="*/ 540647 w 540646"/>
                <a:gd name="connsiteY0" fmla="*/ 270323 h 540646"/>
                <a:gd name="connsiteX1" fmla="*/ 270323 w 540646"/>
                <a:gd name="connsiteY1" fmla="*/ 540647 h 540646"/>
                <a:gd name="connsiteX2" fmla="*/ 0 w 540646"/>
                <a:gd name="connsiteY2" fmla="*/ 270323 h 540646"/>
                <a:gd name="connsiteX3" fmla="*/ 270323 w 540646"/>
                <a:gd name="connsiteY3" fmla="*/ 0 h 540646"/>
                <a:gd name="connsiteX4" fmla="*/ 540647 w 540646"/>
                <a:gd name="connsiteY4" fmla="*/ 270323 h 54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646" h="540646">
                  <a:moveTo>
                    <a:pt x="540647" y="270323"/>
                  </a:moveTo>
                  <a:cubicBezTo>
                    <a:pt x="540647" y="419605"/>
                    <a:pt x="419605" y="540647"/>
                    <a:pt x="270323" y="540647"/>
                  </a:cubicBezTo>
                  <a:cubicBezTo>
                    <a:pt x="121041" y="540647"/>
                    <a:pt x="0" y="419605"/>
                    <a:pt x="0" y="270323"/>
                  </a:cubicBezTo>
                  <a:cubicBezTo>
                    <a:pt x="0" y="121041"/>
                    <a:pt x="121041" y="0"/>
                    <a:pt x="270323" y="0"/>
                  </a:cubicBezTo>
                  <a:cubicBezTo>
                    <a:pt x="419605" y="0"/>
                    <a:pt x="540647" y="121041"/>
                    <a:pt x="540647" y="270323"/>
                  </a:cubicBezTo>
                  <a:close/>
                </a:path>
              </a:pathLst>
            </a:custGeom>
            <a:solidFill>
              <a:srgbClr val="FF505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D3ADDC3B-544C-BF46-466C-81B4E7A7979B}"/>
                </a:ext>
              </a:extLst>
            </p:cNvPr>
            <p:cNvSpPr/>
            <p:nvPr/>
          </p:nvSpPr>
          <p:spPr>
            <a:xfrm>
              <a:off x="2007870" y="3778250"/>
              <a:ext cx="883285" cy="197485"/>
            </a:xfrm>
            <a:custGeom>
              <a:avLst/>
              <a:gdLst>
                <a:gd name="connsiteX0" fmla="*/ 77 w 1007652"/>
                <a:gd name="connsiteY0" fmla="*/ 194182 h 225577"/>
                <a:gd name="connsiteX1" fmla="*/ 49863 w 1007652"/>
                <a:gd name="connsiteY1" fmla="*/ 28279 h 225577"/>
                <a:gd name="connsiteX2" fmla="*/ 79643 w 1007652"/>
                <a:gd name="connsiteY2" fmla="*/ 1270 h 225577"/>
                <a:gd name="connsiteX3" fmla="*/ 769956 w 1007652"/>
                <a:gd name="connsiteY3" fmla="*/ 16967 h 225577"/>
                <a:gd name="connsiteX4" fmla="*/ 891305 w 1007652"/>
                <a:gd name="connsiteY4" fmla="*/ 68293 h 225577"/>
                <a:gd name="connsiteX5" fmla="*/ 1007652 w 1007652"/>
                <a:gd name="connsiteY5" fmla="*/ 225577 h 225577"/>
                <a:gd name="connsiteX6" fmla="*/ 505788 w 1007652"/>
                <a:gd name="connsiteY6" fmla="*/ 190104 h 225577"/>
                <a:gd name="connsiteX7" fmla="*/ 0 w 1007652"/>
                <a:gd name="connsiteY7" fmla="*/ 194182 h 22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652" h="225577">
                  <a:moveTo>
                    <a:pt x="77" y="194182"/>
                  </a:moveTo>
                  <a:lnTo>
                    <a:pt x="49863" y="28279"/>
                  </a:lnTo>
                  <a:cubicBezTo>
                    <a:pt x="52403" y="13428"/>
                    <a:pt x="64714" y="2270"/>
                    <a:pt x="79643" y="1270"/>
                  </a:cubicBezTo>
                  <a:cubicBezTo>
                    <a:pt x="135585" y="-2655"/>
                    <a:pt x="691083" y="2501"/>
                    <a:pt x="769956" y="16967"/>
                  </a:cubicBezTo>
                  <a:cubicBezTo>
                    <a:pt x="815279" y="25278"/>
                    <a:pt x="864834" y="30588"/>
                    <a:pt x="891305" y="68293"/>
                  </a:cubicBezTo>
                  <a:lnTo>
                    <a:pt x="1007652" y="225577"/>
                  </a:lnTo>
                  <a:cubicBezTo>
                    <a:pt x="1007652" y="225577"/>
                    <a:pt x="695469" y="197260"/>
                    <a:pt x="505788" y="190104"/>
                  </a:cubicBezTo>
                  <a:cubicBezTo>
                    <a:pt x="268630" y="181101"/>
                    <a:pt x="0" y="194182"/>
                    <a:pt x="0" y="194182"/>
                  </a:cubicBezTo>
                  <a:close/>
                </a:path>
              </a:pathLst>
            </a:custGeom>
            <a:solidFill>
              <a:srgbClr val="FFFFFF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5DC4043D-18FD-5870-DF00-8B23EE626B5F}"/>
                </a:ext>
              </a:extLst>
            </p:cNvPr>
            <p:cNvSpPr/>
            <p:nvPr/>
          </p:nvSpPr>
          <p:spPr>
            <a:xfrm>
              <a:off x="4619625" y="3200400"/>
              <a:ext cx="266065" cy="372110"/>
            </a:xfrm>
            <a:custGeom>
              <a:avLst/>
              <a:gdLst>
                <a:gd name="connsiteX0" fmla="*/ 29733 w 303279"/>
                <a:gd name="connsiteY0" fmla="*/ 424649 h 424648"/>
                <a:gd name="connsiteX1" fmla="*/ 22807 w 303279"/>
                <a:gd name="connsiteY1" fmla="*/ 424264 h 424648"/>
                <a:gd name="connsiteX2" fmla="*/ 184 w 303279"/>
                <a:gd name="connsiteY2" fmla="*/ 395485 h 424648"/>
                <a:gd name="connsiteX3" fmla="*/ 28271 w 303279"/>
                <a:gd name="connsiteY3" fmla="*/ 372785 h 424648"/>
                <a:gd name="connsiteX4" fmla="*/ 252424 w 303279"/>
                <a:gd name="connsiteY4" fmla="*/ 19126 h 424648"/>
                <a:gd name="connsiteX5" fmla="*/ 284128 w 303279"/>
                <a:gd name="connsiteY5" fmla="*/ 889 h 424648"/>
                <a:gd name="connsiteX6" fmla="*/ 302365 w 303279"/>
                <a:gd name="connsiteY6" fmla="*/ 32592 h 424648"/>
                <a:gd name="connsiteX7" fmla="*/ 29733 w 303279"/>
                <a:gd name="connsiteY7" fmla="*/ 424649 h 42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279" h="424648">
                  <a:moveTo>
                    <a:pt x="29733" y="424649"/>
                  </a:moveTo>
                  <a:cubicBezTo>
                    <a:pt x="26578" y="424649"/>
                    <a:pt x="24193" y="424418"/>
                    <a:pt x="22807" y="424264"/>
                  </a:cubicBezTo>
                  <a:cubicBezTo>
                    <a:pt x="8649" y="422571"/>
                    <a:pt x="-1509" y="409721"/>
                    <a:pt x="184" y="395485"/>
                  </a:cubicBezTo>
                  <a:cubicBezTo>
                    <a:pt x="1800" y="381480"/>
                    <a:pt x="14574" y="372093"/>
                    <a:pt x="28271" y="372785"/>
                  </a:cubicBezTo>
                  <a:cubicBezTo>
                    <a:pt x="31272" y="373324"/>
                    <a:pt x="157315" y="372323"/>
                    <a:pt x="252424" y="19126"/>
                  </a:cubicBezTo>
                  <a:cubicBezTo>
                    <a:pt x="256118" y="5352"/>
                    <a:pt x="270277" y="-2805"/>
                    <a:pt x="284128" y="889"/>
                  </a:cubicBezTo>
                  <a:cubicBezTo>
                    <a:pt x="297901" y="4582"/>
                    <a:pt x="306135" y="18818"/>
                    <a:pt x="302365" y="32592"/>
                  </a:cubicBezTo>
                  <a:cubicBezTo>
                    <a:pt x="203408" y="399794"/>
                    <a:pt x="65129" y="424649"/>
                    <a:pt x="29733" y="424649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60329FC8-D7E3-5F02-9AC3-5A5A1D19E4D9}"/>
                </a:ext>
              </a:extLst>
            </p:cNvPr>
            <p:cNvSpPr/>
            <p:nvPr/>
          </p:nvSpPr>
          <p:spPr>
            <a:xfrm>
              <a:off x="4697095" y="3370580"/>
              <a:ext cx="90170" cy="97790"/>
            </a:xfrm>
            <a:custGeom>
              <a:avLst/>
              <a:gdLst>
                <a:gd name="connsiteX0" fmla="*/ 77003 w 102912"/>
                <a:gd name="connsiteY0" fmla="*/ 111676 h 111752"/>
                <a:gd name="connsiteX1" fmla="*/ 57304 w 102912"/>
                <a:gd name="connsiteY1" fmla="*/ 102596 h 111752"/>
                <a:gd name="connsiteX2" fmla="*/ 6210 w 102912"/>
                <a:gd name="connsiteY2" fmla="*/ 42652 h 111752"/>
                <a:gd name="connsiteX3" fmla="*/ 9134 w 102912"/>
                <a:gd name="connsiteY3" fmla="*/ 6178 h 111752"/>
                <a:gd name="connsiteX4" fmla="*/ 45608 w 102912"/>
                <a:gd name="connsiteY4" fmla="*/ 9103 h 111752"/>
                <a:gd name="connsiteX5" fmla="*/ 96702 w 102912"/>
                <a:gd name="connsiteY5" fmla="*/ 69046 h 111752"/>
                <a:gd name="connsiteX6" fmla="*/ 93778 w 102912"/>
                <a:gd name="connsiteY6" fmla="*/ 105520 h 111752"/>
                <a:gd name="connsiteX7" fmla="*/ 77003 w 102912"/>
                <a:gd name="connsiteY7" fmla="*/ 111753 h 1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912" h="111752">
                  <a:moveTo>
                    <a:pt x="77003" y="111676"/>
                  </a:moveTo>
                  <a:cubicBezTo>
                    <a:pt x="69693" y="111676"/>
                    <a:pt x="62460" y="108598"/>
                    <a:pt x="57304" y="102596"/>
                  </a:cubicBezTo>
                  <a:lnTo>
                    <a:pt x="6210" y="42652"/>
                  </a:lnTo>
                  <a:cubicBezTo>
                    <a:pt x="-3101" y="31726"/>
                    <a:pt x="-1793" y="15412"/>
                    <a:pt x="9134" y="6178"/>
                  </a:cubicBezTo>
                  <a:cubicBezTo>
                    <a:pt x="20061" y="-3056"/>
                    <a:pt x="36374" y="-1824"/>
                    <a:pt x="45608" y="9103"/>
                  </a:cubicBezTo>
                  <a:lnTo>
                    <a:pt x="96702" y="69046"/>
                  </a:lnTo>
                  <a:cubicBezTo>
                    <a:pt x="106014" y="79973"/>
                    <a:pt x="104705" y="96286"/>
                    <a:pt x="93778" y="105520"/>
                  </a:cubicBezTo>
                  <a:cubicBezTo>
                    <a:pt x="88931" y="109675"/>
                    <a:pt x="82929" y="111753"/>
                    <a:pt x="77003" y="111753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55467A76-CF21-7385-BFC2-5EC804F1483E}"/>
                </a:ext>
              </a:extLst>
            </p:cNvPr>
            <p:cNvSpPr/>
            <p:nvPr/>
          </p:nvSpPr>
          <p:spPr>
            <a:xfrm>
              <a:off x="3633470" y="3782695"/>
              <a:ext cx="137795" cy="137795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3" y="157285"/>
                    <a:pt x="0" y="122042"/>
                    <a:pt x="0" y="78642"/>
                  </a:cubicBezTo>
                  <a:cubicBezTo>
                    <a:pt x="0" y="35243"/>
                    <a:pt x="35243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4B21A221-BC99-A18F-E587-229B688DE012}"/>
                </a:ext>
              </a:extLst>
            </p:cNvPr>
            <p:cNvSpPr/>
            <p:nvPr/>
          </p:nvSpPr>
          <p:spPr>
            <a:xfrm>
              <a:off x="4949825" y="3902075"/>
              <a:ext cx="137795" cy="137795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2" y="157285"/>
                    <a:pt x="0" y="122042"/>
                    <a:pt x="0" y="78642"/>
                  </a:cubicBezTo>
                  <a:cubicBezTo>
                    <a:pt x="0" y="35243"/>
                    <a:pt x="35242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B35DA600-56D6-8AD0-A495-DE618239C849}"/>
                </a:ext>
              </a:extLst>
            </p:cNvPr>
            <p:cNvSpPr/>
            <p:nvPr/>
          </p:nvSpPr>
          <p:spPr>
            <a:xfrm>
              <a:off x="2733675" y="3194050"/>
              <a:ext cx="45085" cy="59055"/>
            </a:xfrm>
            <a:custGeom>
              <a:avLst/>
              <a:gdLst>
                <a:gd name="connsiteX0" fmla="*/ 30570 w 51444"/>
                <a:gd name="connsiteY0" fmla="*/ 67275 h 67526"/>
                <a:gd name="connsiteX1" fmla="*/ 2945 w 51444"/>
                <a:gd name="connsiteY1" fmla="*/ 46652 h 67526"/>
                <a:gd name="connsiteX2" fmla="*/ 252 w 51444"/>
                <a:gd name="connsiteY2" fmla="*/ 27877 h 67526"/>
                <a:gd name="connsiteX3" fmla="*/ 20874 w 51444"/>
                <a:gd name="connsiteY3" fmla="*/ 252 h 67526"/>
                <a:gd name="connsiteX4" fmla="*/ 48499 w 51444"/>
                <a:gd name="connsiteY4" fmla="*/ 20874 h 67526"/>
                <a:gd name="connsiteX5" fmla="*/ 51192 w 51444"/>
                <a:gd name="connsiteY5" fmla="*/ 39650 h 67526"/>
                <a:gd name="connsiteX6" fmla="*/ 30570 w 51444"/>
                <a:gd name="connsiteY6" fmla="*/ 67275 h 6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4" h="67526">
                  <a:moveTo>
                    <a:pt x="30570" y="67275"/>
                  </a:moveTo>
                  <a:cubicBezTo>
                    <a:pt x="17258" y="69199"/>
                    <a:pt x="4869" y="59888"/>
                    <a:pt x="2945" y="46652"/>
                  </a:cubicBezTo>
                  <a:lnTo>
                    <a:pt x="252" y="27877"/>
                  </a:lnTo>
                  <a:cubicBezTo>
                    <a:pt x="-1672" y="14641"/>
                    <a:pt x="7639" y="2176"/>
                    <a:pt x="20874" y="252"/>
                  </a:cubicBezTo>
                  <a:cubicBezTo>
                    <a:pt x="34110" y="-1672"/>
                    <a:pt x="46575" y="7639"/>
                    <a:pt x="48499" y="20874"/>
                  </a:cubicBezTo>
                  <a:lnTo>
                    <a:pt x="51192" y="39650"/>
                  </a:lnTo>
                  <a:cubicBezTo>
                    <a:pt x="53116" y="52962"/>
                    <a:pt x="43805" y="65351"/>
                    <a:pt x="30570" y="67275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0115" y="5818505"/>
            <a:ext cx="321310" cy="32131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78625" y="4077335"/>
            <a:ext cx="5222240" cy="1102360"/>
            <a:chOff x="6778625" y="4077335"/>
            <a:chExt cx="5222240" cy="1102360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78625" y="4077335"/>
              <a:ext cx="1663700" cy="70485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42125" y="4223385"/>
              <a:ext cx="5158740" cy="956310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TEAM D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조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최연흠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이승준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유재욱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27522" b="23907"/>
          <a:stretch/>
        </p:blipFill>
        <p:spPr>
          <a:xfrm flipV="1">
            <a:off x="7546340" y="-635"/>
            <a:ext cx="4645660" cy="3296920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DC93D8B7-E021-DDBE-4439-051B5A27D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6585" y="5136515"/>
            <a:ext cx="1419225" cy="1685925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E8DB05A1-B4D6-453C-6D19-E3F99477CCB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1818"/>
          <a:stretch/>
        </p:blipFill>
        <p:spPr>
          <a:xfrm>
            <a:off x="45720" y="3369945"/>
            <a:ext cx="3592830" cy="344614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585" y="519430"/>
            <a:ext cx="2266950" cy="1224915"/>
            <a:chOff x="870585" y="519430"/>
            <a:chExt cx="2266950" cy="122491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85825" y="913130"/>
              <a:ext cx="2252345" cy="8312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585" y="519430"/>
              <a:ext cx="225234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050" y="1880870"/>
            <a:ext cx="5255260" cy="789305"/>
            <a:chOff x="6242050" y="1880870"/>
            <a:chExt cx="5255260" cy="78930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154545" y="2067560"/>
              <a:ext cx="4342765" cy="307975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개요 및 목표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050" y="1880870"/>
              <a:ext cx="883920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050" y="2679700"/>
            <a:ext cx="4702175" cy="805418"/>
            <a:chOff x="6242050" y="2679700"/>
            <a:chExt cx="4702175" cy="80541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154545" y="2869565"/>
              <a:ext cx="3789680" cy="615553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처리 과정</a:t>
              </a:r>
            </a:p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050" y="2679700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050" y="3479165"/>
            <a:ext cx="4949190" cy="789305"/>
            <a:chOff x="6242050" y="3479165"/>
            <a:chExt cx="4949190" cy="7893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154545" y="3670935"/>
              <a:ext cx="4036695" cy="30797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핵심기능설계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050" y="3479165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050" y="4278630"/>
            <a:ext cx="3881755" cy="789305"/>
            <a:chOff x="6242050" y="4278630"/>
            <a:chExt cx="3881755" cy="789305"/>
          </a:xfrm>
        </p:grpSpPr>
        <p:sp>
          <p:nvSpPr>
            <p:cNvPr id="20" name="TextBox 19"/>
            <p:cNvSpPr txBox="1">
              <a:spLocks/>
            </p:cNvSpPr>
            <p:nvPr/>
          </p:nvSpPr>
          <p:spPr>
            <a:xfrm>
              <a:off x="7185660" y="4431030"/>
              <a:ext cx="2938780" cy="41592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ko-KR" altLang="en-US" sz="2000" b="1" dirty="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050" y="4278630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042670" y="4289425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73130" y="1555115"/>
            <a:ext cx="233045" cy="233045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700000">
            <a:off x="11933555" y="302895"/>
            <a:ext cx="343535" cy="34353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45" y="1043305"/>
            <a:ext cx="6160770" cy="4371340"/>
            <a:chOff x="296545" y="1043305"/>
            <a:chExt cx="6160770" cy="437134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46710" y="1043305"/>
              <a:ext cx="6111240" cy="3434080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709670" y="5176520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538345" y="4298315"/>
              <a:ext cx="106680" cy="106680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203325" y="2752090"/>
              <a:ext cx="320675" cy="32067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96545" y="1824355"/>
              <a:ext cx="320675" cy="304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1-1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기존 추천 서비스의 한계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04F0E963-3F94-4208-9026-E61640E98D53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49"/>
          <a:stretch/>
        </p:blipFill>
        <p:spPr>
          <a:xfrm>
            <a:off x="1523492" y="2160093"/>
            <a:ext cx="8047619" cy="4367881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49953A2-487D-4B15-A7D8-97EFF3C397C4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941512" y="3281471"/>
            <a:ext cx="766556" cy="14796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222AC2-FD61-4295-B858-5527150D46F7}"/>
              </a:ext>
            </a:extLst>
          </p:cNvPr>
          <p:cNvSpPr txBox="1"/>
          <p:nvPr/>
        </p:nvSpPr>
        <p:spPr>
          <a:xfrm>
            <a:off x="6708068" y="2804417"/>
            <a:ext cx="51622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/>
              <a:t>ㆍ카테고리와</a:t>
            </a:r>
            <a:r>
              <a:rPr lang="ko-KR" altLang="en-US" sz="2800" dirty="0"/>
              <a:t> 단순하게 반영된 </a:t>
            </a:r>
            <a:endParaRPr lang="en-US" altLang="ko-KR" sz="2800" dirty="0"/>
          </a:p>
          <a:p>
            <a:r>
              <a:rPr lang="en-US" altLang="ko-KR" sz="2800" dirty="0"/>
              <a:t>   </a:t>
            </a:r>
            <a:r>
              <a:rPr lang="ko-KR" altLang="en-US" sz="2800" dirty="0"/>
              <a:t>이용자의 상황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A0E459-183C-46F0-8E06-EAEA330F9699}"/>
              </a:ext>
            </a:extLst>
          </p:cNvPr>
          <p:cNvSpPr/>
          <p:nvPr/>
        </p:nvSpPr>
        <p:spPr>
          <a:xfrm>
            <a:off x="1828728" y="2255878"/>
            <a:ext cx="4320480" cy="157141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778151-4D29-4EAC-98A9-642A7AEF8E15}"/>
              </a:ext>
            </a:extLst>
          </p:cNvPr>
          <p:cNvSpPr txBox="1"/>
          <p:nvPr/>
        </p:nvSpPr>
        <p:spPr>
          <a:xfrm>
            <a:off x="2528811" y="2748646"/>
            <a:ext cx="322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err="1"/>
              <a:t>마파두부덮밥</a:t>
            </a:r>
            <a:endParaRPr lang="ko-KR" altLang="en-US" sz="3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92BD8F-601C-4244-9A0F-72AF0CC06F0C}"/>
              </a:ext>
            </a:extLst>
          </p:cNvPr>
          <p:cNvSpPr txBox="1"/>
          <p:nvPr/>
        </p:nvSpPr>
        <p:spPr>
          <a:xfrm>
            <a:off x="6672063" y="4068298"/>
            <a:ext cx="50709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/>
              <a:t>ㆍ</a:t>
            </a:r>
            <a:r>
              <a:rPr lang="ko-KR" altLang="en-US" sz="2800" dirty="0" err="1">
                <a:solidFill>
                  <a:schemeClr val="tx1"/>
                </a:solidFill>
              </a:rPr>
              <a:t>이용자의</a:t>
            </a:r>
            <a:r>
              <a:rPr lang="ko-KR" altLang="en-US" sz="2800" dirty="0">
                <a:solidFill>
                  <a:schemeClr val="tx1"/>
                </a:solidFill>
              </a:rPr>
              <a:t> 상황을 세부적으로 </a:t>
            </a:r>
            <a:endParaRPr lang="en-US" altLang="ko-KR" sz="2800" dirty="0">
              <a:solidFill>
                <a:schemeClr val="tx1"/>
              </a:solidFill>
            </a:endParaRPr>
          </a:p>
          <a:p>
            <a:r>
              <a:rPr lang="en-US" altLang="ko-KR" sz="2800" dirty="0"/>
              <a:t>   </a:t>
            </a:r>
            <a:r>
              <a:rPr lang="ko-KR" altLang="en-US" sz="2800" dirty="0">
                <a:solidFill>
                  <a:schemeClr val="tx1"/>
                </a:solidFill>
              </a:rPr>
              <a:t>반영하지 못함</a:t>
            </a:r>
          </a:p>
        </p:txBody>
      </p:sp>
    </p:spTree>
    <p:extLst>
      <p:ext uri="{BB962C8B-B14F-4D97-AF65-F5344CB8AC3E}">
        <p14:creationId xmlns:p14="http://schemas.microsoft.com/office/powerpoint/2010/main" val="699627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1-1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기존 추천 서비스의 한계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FD99DF44-0E61-429D-A93E-94E8E5351BF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27"/>
          <a:stretch/>
        </p:blipFill>
        <p:spPr>
          <a:xfrm>
            <a:off x="319383" y="2174040"/>
            <a:ext cx="6761728" cy="46205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222AC2-FD61-4295-B858-5527150D46F7}"/>
              </a:ext>
            </a:extLst>
          </p:cNvPr>
          <p:cNvSpPr txBox="1"/>
          <p:nvPr/>
        </p:nvSpPr>
        <p:spPr>
          <a:xfrm>
            <a:off x="7247821" y="3001171"/>
            <a:ext cx="51622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/>
              <a:t>ㆍ매번</a:t>
            </a:r>
            <a:r>
              <a:rPr lang="ko-KR" altLang="en-US" sz="2800" dirty="0"/>
              <a:t> 이용자의 기호에 맡김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en-US" altLang="ko-KR" sz="2800" dirty="0"/>
              <a:t> &gt; </a:t>
            </a:r>
            <a:r>
              <a:rPr lang="ko-KR" altLang="en-US" sz="2800" dirty="0"/>
              <a:t>선택에 따른 피로도 증가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2DDE47-F10F-4B5F-9412-CD6050E4C132}"/>
              </a:ext>
            </a:extLst>
          </p:cNvPr>
          <p:cNvSpPr/>
          <p:nvPr/>
        </p:nvSpPr>
        <p:spPr>
          <a:xfrm>
            <a:off x="319383" y="2212911"/>
            <a:ext cx="6761728" cy="4558430"/>
          </a:xfrm>
          <a:prstGeom prst="rect">
            <a:avLst/>
          </a:prstGeom>
          <a:noFill/>
          <a:ln w="698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751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1-2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기획 의도 및 목표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835" y="3020695"/>
            <a:ext cx="290830" cy="2827655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15" y="2888615"/>
            <a:ext cx="1738630" cy="954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425" y="3660775"/>
            <a:ext cx="9095105" cy="673100"/>
            <a:chOff x="2638425" y="3660775"/>
            <a:chExt cx="9095105" cy="673100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30830" y="366077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38425" y="3812540"/>
              <a:ext cx="408305" cy="351790"/>
              <a:chOff x="2638425" y="3812540"/>
              <a:chExt cx="408305" cy="351790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2638425" y="381254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2663825" y="380746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2714625" y="387794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49930" y="3841303"/>
              <a:ext cx="817689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매일 반복되는 음식 선택 과정에서 발생하는 고민과 결정 피로를 줄이는 서비스의 제공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425" y="4598035"/>
            <a:ext cx="9095105" cy="673100"/>
            <a:chOff x="2638425" y="4598035"/>
            <a:chExt cx="9095105" cy="67310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30830" y="459803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38425" y="4749165"/>
              <a:ext cx="408305" cy="351790"/>
              <a:chOff x="2638425" y="4749165"/>
              <a:chExt cx="408305" cy="351790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2638425" y="474916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2663825" y="474408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2714625" y="4814570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49930" y="4732568"/>
              <a:ext cx="8176895" cy="3886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·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위치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·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시간 정보를 통합한 상황 인지형 음식점 추천 기능 구현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425" y="2724150"/>
            <a:ext cx="9095105" cy="673100"/>
            <a:chOff x="2638425" y="2724150"/>
            <a:chExt cx="9095105" cy="673100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30830" y="272415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7609" y="2905199"/>
              <a:ext cx="81492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사용자의 위치 정보와 실시간 날씨 데이터를 활용하여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이용자의 상황에 적합한 음식 선택을 돕는다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38425" y="2875915"/>
              <a:ext cx="408305" cy="387985"/>
              <a:chOff x="2638425" y="2875915"/>
              <a:chExt cx="408305" cy="387985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2638425" y="287591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2663825" y="287083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2714625" y="2941320"/>
                <a:ext cx="255905" cy="322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425" y="5534660"/>
            <a:ext cx="9095105" cy="673100"/>
            <a:chOff x="2638425" y="5534660"/>
            <a:chExt cx="9095105" cy="6731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30830" y="553466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38425" y="5685790"/>
              <a:ext cx="408305" cy="351790"/>
              <a:chOff x="2638425" y="5685790"/>
              <a:chExt cx="408305" cy="351790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2638425" y="568579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2663825" y="568071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2714625" y="575119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49929" y="5713511"/>
              <a:ext cx="801941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추천 과정에서 발생하는 이용 이력을 수집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·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분석하여 향후 개인화 추천 및 서비스 고도화에 활용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975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90350" y="3164840"/>
            <a:ext cx="178435" cy="17843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272352">
            <a:off x="386715" y="5443220"/>
            <a:ext cx="186690" cy="207645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4921"/>
          <a:stretch/>
        </p:blipFill>
        <p:spPr>
          <a:xfrm rot="10800000">
            <a:off x="11016615" y="4903470"/>
            <a:ext cx="1175385" cy="77978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5412"/>
          <a:stretch/>
        </p:blipFill>
        <p:spPr>
          <a:xfrm>
            <a:off x="0" y="3261995"/>
            <a:ext cx="2914650" cy="2847975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0" y="5934710"/>
            <a:ext cx="12192000" cy="92329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72570" y="2240915"/>
            <a:ext cx="149225" cy="149225"/>
          </a:xfrm>
          <a:prstGeom prst="rect">
            <a:avLst/>
          </a:prstGeom>
        </p:spPr>
      </p:pic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28" name="_x278651016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ECFF9AA-B8BE-40FD-9C3B-6DBCEEE69F9E}"/>
              </a:ext>
            </a:extLst>
          </p:cNvPr>
          <p:cNvSpPr txBox="1"/>
          <p:nvPr/>
        </p:nvSpPr>
        <p:spPr>
          <a:xfrm>
            <a:off x="423151" y="4989542"/>
            <a:ext cx="2036445" cy="488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12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GeoLocation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으로 이용자의 좌표 획득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81D922-48EB-4362-BBD3-39CA7DDE51E7}"/>
              </a:ext>
            </a:extLst>
          </p:cNvPr>
          <p:cNvSpPr txBox="1"/>
          <p:nvPr/>
        </p:nvSpPr>
        <p:spPr>
          <a:xfrm>
            <a:off x="3217111" y="5049180"/>
            <a:ext cx="2122805" cy="48692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LCC DFS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좌표로 변환 후 기상청에 날씨 요청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8734F482-8D9D-4730-AC07-2A52F78763B7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26143AA-EC37-486B-9653-36B79C491362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1-3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개요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4" name="그래픽 43">
              <a:extLst>
                <a:ext uri="{FF2B5EF4-FFF2-40B4-BE49-F238E27FC236}">
                  <a16:creationId xmlns:a16="http://schemas.microsoft.com/office/drawing/2014/main" id="{61F120D7-0567-4C32-963B-AAE1B9E62D91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10" name="그래픽 9">
            <a:extLst>
              <a:ext uri="{FF2B5EF4-FFF2-40B4-BE49-F238E27FC236}">
                <a16:creationId xmlns:a16="http://schemas.microsoft.com/office/drawing/2014/main" id="{61C75D0F-C629-45FF-9672-63EAEFAD4AB5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30085" y="2276872"/>
            <a:ext cx="2704453" cy="1869452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5F235FE4-2D8A-41A8-90F6-8A48CC24C89D}"/>
              </a:ext>
            </a:extLst>
          </p:cNvPr>
          <p:cNvSpPr txBox="1"/>
          <p:nvPr/>
        </p:nvSpPr>
        <p:spPr>
          <a:xfrm>
            <a:off x="504612" y="4353952"/>
            <a:ext cx="1774964" cy="371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1. </a:t>
            </a:r>
            <a:r>
              <a: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이용자 좌표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4FF910B-A010-4F36-8925-10580F09256B}"/>
              </a:ext>
            </a:extLst>
          </p:cNvPr>
          <p:cNvSpPr txBox="1"/>
          <p:nvPr/>
        </p:nvSpPr>
        <p:spPr>
          <a:xfrm>
            <a:off x="3442090" y="4293096"/>
            <a:ext cx="1717806" cy="708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6E66D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2. </a:t>
            </a:r>
            <a:r>
              <a:rPr lang="ko-KR" altLang="en-US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6E66D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초단기예보 </a:t>
            </a:r>
            <a:r>
              <a: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6E66D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API </a:t>
            </a:r>
            <a:r>
              <a:rPr lang="ko-KR" altLang="en-US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6E66D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호출</a:t>
            </a:r>
            <a:endParaRPr lang="en-US" altLang="ko-KR" sz="19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6E66D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3D6C4C69-A727-4DEE-81F3-A65E346BF6D4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52168" y="2276872"/>
            <a:ext cx="2386637" cy="1929833"/>
          </a:xfrm>
          <a:prstGeom prst="rect">
            <a:avLst/>
          </a:prstGeom>
        </p:spPr>
      </p:pic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22217562-97B7-43FD-AB54-46F8751A38C1}"/>
              </a:ext>
            </a:extLst>
          </p:cNvPr>
          <p:cNvGrpSpPr/>
          <p:nvPr/>
        </p:nvGrpSpPr>
        <p:grpSpPr>
          <a:xfrm>
            <a:off x="9021045" y="2380758"/>
            <a:ext cx="3041168" cy="1804326"/>
            <a:chOff x="4403811" y="1494281"/>
            <a:chExt cx="3070254" cy="1895648"/>
          </a:xfrm>
        </p:grpSpPr>
        <p:sp>
          <p:nvSpPr>
            <p:cNvPr id="212" name="자유형: 도형 211">
              <a:extLst>
                <a:ext uri="{FF2B5EF4-FFF2-40B4-BE49-F238E27FC236}">
                  <a16:creationId xmlns:a16="http://schemas.microsoft.com/office/drawing/2014/main" id="{83D821A6-3480-474D-9107-653311551F12}"/>
                </a:ext>
              </a:extLst>
            </p:cNvPr>
            <p:cNvSpPr/>
            <p:nvPr/>
          </p:nvSpPr>
          <p:spPr>
            <a:xfrm>
              <a:off x="5502539" y="1494281"/>
              <a:ext cx="1141537" cy="1571168"/>
            </a:xfrm>
            <a:custGeom>
              <a:avLst/>
              <a:gdLst>
                <a:gd name="connsiteX0" fmla="*/ 1141224 w 1141537"/>
                <a:gd name="connsiteY0" fmla="*/ 471352 h 1571168"/>
                <a:gd name="connsiteX1" fmla="*/ 684287 w 1141537"/>
                <a:gd name="connsiteY1" fmla="*/ 1503977 h 1571168"/>
                <a:gd name="connsiteX2" fmla="*/ 507059 w 1141537"/>
                <a:gd name="connsiteY2" fmla="*/ 1554413 h 1571168"/>
                <a:gd name="connsiteX3" fmla="*/ 456623 w 1141537"/>
                <a:gd name="connsiteY3" fmla="*/ 1503977 h 1571168"/>
                <a:gd name="connsiteX4" fmla="*/ -314 w 1141537"/>
                <a:gd name="connsiteY4" fmla="*/ 471352 h 1571168"/>
                <a:gd name="connsiteX5" fmla="*/ 570455 w 1141537"/>
                <a:gd name="connsiteY5" fmla="*/ -269 h 1571168"/>
                <a:gd name="connsiteX6" fmla="*/ 1141224 w 1141537"/>
                <a:gd name="connsiteY6" fmla="*/ 471352 h 157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537" h="1571168">
                  <a:moveTo>
                    <a:pt x="1141224" y="471352"/>
                  </a:moveTo>
                  <a:cubicBezTo>
                    <a:pt x="1141224" y="657149"/>
                    <a:pt x="850802" y="1205082"/>
                    <a:pt x="684287" y="1503977"/>
                  </a:cubicBezTo>
                  <a:cubicBezTo>
                    <a:pt x="649275" y="1566842"/>
                    <a:pt x="569925" y="1589426"/>
                    <a:pt x="507059" y="1554413"/>
                  </a:cubicBezTo>
                  <a:cubicBezTo>
                    <a:pt x="485885" y="1542617"/>
                    <a:pt x="468419" y="1525152"/>
                    <a:pt x="456623" y="1503977"/>
                  </a:cubicBezTo>
                  <a:cubicBezTo>
                    <a:pt x="290109" y="1205082"/>
                    <a:pt x="-314" y="657149"/>
                    <a:pt x="-314" y="471352"/>
                  </a:cubicBezTo>
                  <a:cubicBezTo>
                    <a:pt x="-314" y="210883"/>
                    <a:pt x="255230" y="-269"/>
                    <a:pt x="570455" y="-269"/>
                  </a:cubicBezTo>
                  <a:cubicBezTo>
                    <a:pt x="885680" y="-269"/>
                    <a:pt x="1141224" y="210883"/>
                    <a:pt x="1141224" y="471352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3" name="자유형: 도형 212">
              <a:extLst>
                <a:ext uri="{FF2B5EF4-FFF2-40B4-BE49-F238E27FC236}">
                  <a16:creationId xmlns:a16="http://schemas.microsoft.com/office/drawing/2014/main" id="{B553194A-D5B0-4E21-A145-693D9F1F0DD4}"/>
                </a:ext>
              </a:extLst>
            </p:cNvPr>
            <p:cNvSpPr/>
            <p:nvPr/>
          </p:nvSpPr>
          <p:spPr>
            <a:xfrm>
              <a:off x="5765146" y="1649702"/>
              <a:ext cx="621682" cy="621682"/>
            </a:xfrm>
            <a:custGeom>
              <a:avLst/>
              <a:gdLst>
                <a:gd name="connsiteX0" fmla="*/ 621682 w 621682"/>
                <a:gd name="connsiteY0" fmla="*/ 310841 h 621682"/>
                <a:gd name="connsiteX1" fmla="*/ 310841 w 621682"/>
                <a:gd name="connsiteY1" fmla="*/ 621682 h 621682"/>
                <a:gd name="connsiteX2" fmla="*/ 0 w 621682"/>
                <a:gd name="connsiteY2" fmla="*/ 310841 h 621682"/>
                <a:gd name="connsiteX3" fmla="*/ 310841 w 621682"/>
                <a:gd name="connsiteY3" fmla="*/ 0 h 621682"/>
                <a:gd name="connsiteX4" fmla="*/ 621682 w 621682"/>
                <a:gd name="connsiteY4" fmla="*/ 310841 h 621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1682" h="621682">
                  <a:moveTo>
                    <a:pt x="621682" y="310841"/>
                  </a:moveTo>
                  <a:cubicBezTo>
                    <a:pt x="621682" y="482514"/>
                    <a:pt x="482514" y="621682"/>
                    <a:pt x="310841" y="621682"/>
                  </a:cubicBezTo>
                  <a:cubicBezTo>
                    <a:pt x="139168" y="621682"/>
                    <a:pt x="0" y="482514"/>
                    <a:pt x="0" y="310841"/>
                  </a:cubicBezTo>
                  <a:cubicBezTo>
                    <a:pt x="0" y="139168"/>
                    <a:pt x="139168" y="0"/>
                    <a:pt x="310841" y="0"/>
                  </a:cubicBezTo>
                  <a:cubicBezTo>
                    <a:pt x="482514" y="0"/>
                    <a:pt x="621682" y="139168"/>
                    <a:pt x="621682" y="310841"/>
                  </a:cubicBezTo>
                  <a:close/>
                </a:path>
              </a:pathLst>
            </a:custGeom>
            <a:solidFill>
              <a:srgbClr val="FFFF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4" name="자유형: 도형 213">
              <a:extLst>
                <a:ext uri="{FF2B5EF4-FFF2-40B4-BE49-F238E27FC236}">
                  <a16:creationId xmlns:a16="http://schemas.microsoft.com/office/drawing/2014/main" id="{D967D472-B7BF-4807-A4D1-DE6A86F572DB}"/>
                </a:ext>
              </a:extLst>
            </p:cNvPr>
            <p:cNvSpPr/>
            <p:nvPr/>
          </p:nvSpPr>
          <p:spPr>
            <a:xfrm>
              <a:off x="4592686" y="1869437"/>
              <a:ext cx="372361" cy="372361"/>
            </a:xfrm>
            <a:custGeom>
              <a:avLst/>
              <a:gdLst>
                <a:gd name="connsiteX0" fmla="*/ 372362 w 372361"/>
                <a:gd name="connsiteY0" fmla="*/ 186181 h 372361"/>
                <a:gd name="connsiteX1" fmla="*/ 186181 w 372361"/>
                <a:gd name="connsiteY1" fmla="*/ 372362 h 372361"/>
                <a:gd name="connsiteX2" fmla="*/ 0 w 372361"/>
                <a:gd name="connsiteY2" fmla="*/ 186181 h 372361"/>
                <a:gd name="connsiteX3" fmla="*/ 186181 w 372361"/>
                <a:gd name="connsiteY3" fmla="*/ 0 h 372361"/>
                <a:gd name="connsiteX4" fmla="*/ 372362 w 372361"/>
                <a:gd name="connsiteY4" fmla="*/ 186181 h 37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361" h="372361">
                  <a:moveTo>
                    <a:pt x="372362" y="186181"/>
                  </a:moveTo>
                  <a:cubicBezTo>
                    <a:pt x="372362" y="289006"/>
                    <a:pt x="289006" y="372362"/>
                    <a:pt x="186181" y="372362"/>
                  </a:cubicBezTo>
                  <a:cubicBezTo>
                    <a:pt x="83356" y="372362"/>
                    <a:pt x="0" y="289006"/>
                    <a:pt x="0" y="186181"/>
                  </a:cubicBezTo>
                  <a:cubicBezTo>
                    <a:pt x="0" y="83356"/>
                    <a:pt x="83356" y="0"/>
                    <a:pt x="186181" y="0"/>
                  </a:cubicBezTo>
                  <a:cubicBezTo>
                    <a:pt x="289006" y="0"/>
                    <a:pt x="372362" y="83356"/>
                    <a:pt x="372362" y="186181"/>
                  </a:cubicBezTo>
                  <a:close/>
                </a:path>
              </a:pathLst>
            </a:custGeom>
            <a:solidFill>
              <a:srgbClr val="FF6584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5" name="자유형: 도형 214">
              <a:extLst>
                <a:ext uri="{FF2B5EF4-FFF2-40B4-BE49-F238E27FC236}">
                  <a16:creationId xmlns:a16="http://schemas.microsoft.com/office/drawing/2014/main" id="{4B541338-A0BE-4F0A-9CDE-2D0400BF8729}"/>
                </a:ext>
              </a:extLst>
            </p:cNvPr>
            <p:cNvSpPr/>
            <p:nvPr/>
          </p:nvSpPr>
          <p:spPr>
            <a:xfrm rot="16753048">
              <a:off x="4528118" y="2096917"/>
              <a:ext cx="214223" cy="214223"/>
            </a:xfrm>
            <a:custGeom>
              <a:avLst/>
              <a:gdLst>
                <a:gd name="connsiteX0" fmla="*/ 213910 w 214223"/>
                <a:gd name="connsiteY0" fmla="*/ 106842 h 214223"/>
                <a:gd name="connsiteX1" fmla="*/ 106798 w 214223"/>
                <a:gd name="connsiteY1" fmla="*/ 213954 h 214223"/>
                <a:gd name="connsiteX2" fmla="*/ -313 w 214223"/>
                <a:gd name="connsiteY2" fmla="*/ 106842 h 214223"/>
                <a:gd name="connsiteX3" fmla="*/ 106798 w 214223"/>
                <a:gd name="connsiteY3" fmla="*/ -269 h 214223"/>
                <a:gd name="connsiteX4" fmla="*/ 213910 w 214223"/>
                <a:gd name="connsiteY4" fmla="*/ 106842 h 21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23" h="214223">
                  <a:moveTo>
                    <a:pt x="213910" y="106842"/>
                  </a:moveTo>
                  <a:cubicBezTo>
                    <a:pt x="213910" y="165998"/>
                    <a:pt x="165954" y="213954"/>
                    <a:pt x="106798" y="213954"/>
                  </a:cubicBezTo>
                  <a:cubicBezTo>
                    <a:pt x="47642" y="213954"/>
                    <a:pt x="-313" y="165998"/>
                    <a:pt x="-313" y="106842"/>
                  </a:cubicBezTo>
                  <a:cubicBezTo>
                    <a:pt x="-313" y="47686"/>
                    <a:pt x="47642" y="-269"/>
                    <a:pt x="106798" y="-269"/>
                  </a:cubicBezTo>
                  <a:cubicBezTo>
                    <a:pt x="165954" y="-269"/>
                    <a:pt x="213910" y="47686"/>
                    <a:pt x="213910" y="106842"/>
                  </a:cubicBezTo>
                  <a:close/>
                </a:path>
              </a:pathLst>
            </a:custGeom>
            <a:solidFill>
              <a:srgbClr val="6C63FF">
                <a:alpha val="40000"/>
              </a:srgbClr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6" name="자유형: 도형 215">
              <a:extLst>
                <a:ext uri="{FF2B5EF4-FFF2-40B4-BE49-F238E27FC236}">
                  <a16:creationId xmlns:a16="http://schemas.microsoft.com/office/drawing/2014/main" id="{2DC800BA-F5B4-47FF-9E79-A7768A88D1B9}"/>
                </a:ext>
              </a:extLst>
            </p:cNvPr>
            <p:cNvSpPr/>
            <p:nvPr/>
          </p:nvSpPr>
          <p:spPr>
            <a:xfrm>
              <a:off x="4655861" y="2618598"/>
              <a:ext cx="2485335" cy="771331"/>
            </a:xfrm>
            <a:custGeom>
              <a:avLst/>
              <a:gdLst>
                <a:gd name="connsiteX0" fmla="*/ 2485022 w 2485335"/>
                <a:gd name="connsiteY0" fmla="*/ 137697 h 771331"/>
                <a:gd name="connsiteX1" fmla="*/ 18766 w 2485335"/>
                <a:gd name="connsiteY1" fmla="*/ 760344 h 771331"/>
                <a:gd name="connsiteX2" fmla="*/ 8744 w 2485335"/>
                <a:gd name="connsiteY2" fmla="*/ 771062 h 771331"/>
                <a:gd name="connsiteX3" fmla="*/ -314 w 2485335"/>
                <a:gd name="connsiteY3" fmla="*/ 771062 h 771331"/>
                <a:gd name="connsiteX4" fmla="*/ 9172 w 2485335"/>
                <a:gd name="connsiteY4" fmla="*/ 760344 h 771331"/>
                <a:gd name="connsiteX5" fmla="*/ 2485022 w 2485335"/>
                <a:gd name="connsiteY5" fmla="*/ 137697 h 771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5335" h="771331">
                  <a:moveTo>
                    <a:pt x="2485022" y="137697"/>
                  </a:moveTo>
                  <a:cubicBezTo>
                    <a:pt x="1641517" y="-178504"/>
                    <a:pt x="612740" y="129765"/>
                    <a:pt x="18766" y="760344"/>
                  </a:cubicBezTo>
                  <a:cubicBezTo>
                    <a:pt x="15389" y="763881"/>
                    <a:pt x="12013" y="767472"/>
                    <a:pt x="8744" y="771062"/>
                  </a:cubicBezTo>
                  <a:lnTo>
                    <a:pt x="-314" y="771062"/>
                  </a:lnTo>
                  <a:cubicBezTo>
                    <a:pt x="2795" y="767472"/>
                    <a:pt x="6010" y="763881"/>
                    <a:pt x="9172" y="760344"/>
                  </a:cubicBezTo>
                  <a:cubicBezTo>
                    <a:pt x="615473" y="81799"/>
                    <a:pt x="1630584" y="-188633"/>
                    <a:pt x="2485022" y="137697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7" name="자유형: 도형 216">
              <a:extLst>
                <a:ext uri="{FF2B5EF4-FFF2-40B4-BE49-F238E27FC236}">
                  <a16:creationId xmlns:a16="http://schemas.microsoft.com/office/drawing/2014/main" id="{BF966F7B-43B7-4852-9A0C-A73B107C35B8}"/>
                </a:ext>
              </a:extLst>
            </p:cNvPr>
            <p:cNvSpPr/>
            <p:nvPr/>
          </p:nvSpPr>
          <p:spPr>
            <a:xfrm>
              <a:off x="7141196" y="2756564"/>
              <a:ext cx="230504" cy="104882"/>
            </a:xfrm>
            <a:custGeom>
              <a:avLst/>
              <a:gdLst>
                <a:gd name="connsiteX0" fmla="*/ 230191 w 230504"/>
                <a:gd name="connsiteY0" fmla="*/ 104613 h 104882"/>
                <a:gd name="connsiteX1" fmla="*/ -314 w 230504"/>
                <a:gd name="connsiteY1" fmla="*/ -269 h 104882"/>
                <a:gd name="connsiteX2" fmla="*/ 230191 w 230504"/>
                <a:gd name="connsiteY2" fmla="*/ 104613 h 10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0504" h="104882">
                  <a:moveTo>
                    <a:pt x="230191" y="104613"/>
                  </a:moveTo>
                  <a:cubicBezTo>
                    <a:pt x="155632" y="64852"/>
                    <a:pt x="78645" y="29823"/>
                    <a:pt x="-314" y="-269"/>
                  </a:cubicBezTo>
                  <a:cubicBezTo>
                    <a:pt x="78854" y="29325"/>
                    <a:pt x="155873" y="64370"/>
                    <a:pt x="230191" y="104613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8" name="자유형: 도형 217">
              <a:extLst>
                <a:ext uri="{FF2B5EF4-FFF2-40B4-BE49-F238E27FC236}">
                  <a16:creationId xmlns:a16="http://schemas.microsoft.com/office/drawing/2014/main" id="{4867830D-9661-4296-BE1C-B9EF9F431C5B}"/>
                </a:ext>
              </a:extLst>
            </p:cNvPr>
            <p:cNvSpPr/>
            <p:nvPr/>
          </p:nvSpPr>
          <p:spPr>
            <a:xfrm>
              <a:off x="6792576" y="2311015"/>
              <a:ext cx="234955" cy="234955"/>
            </a:xfrm>
            <a:custGeom>
              <a:avLst/>
              <a:gdLst>
                <a:gd name="connsiteX0" fmla="*/ 234955 w 234955"/>
                <a:gd name="connsiteY0" fmla="*/ 117478 h 234955"/>
                <a:gd name="connsiteX1" fmla="*/ 117478 w 234955"/>
                <a:gd name="connsiteY1" fmla="*/ 234955 h 234955"/>
                <a:gd name="connsiteX2" fmla="*/ 0 w 234955"/>
                <a:gd name="connsiteY2" fmla="*/ 117478 h 234955"/>
                <a:gd name="connsiteX3" fmla="*/ 117478 w 234955"/>
                <a:gd name="connsiteY3" fmla="*/ 0 h 234955"/>
                <a:gd name="connsiteX4" fmla="*/ 234955 w 234955"/>
                <a:gd name="connsiteY4" fmla="*/ 117478 h 23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955" h="234955">
                  <a:moveTo>
                    <a:pt x="234955" y="117478"/>
                  </a:moveTo>
                  <a:cubicBezTo>
                    <a:pt x="234955" y="182359"/>
                    <a:pt x="182359" y="234955"/>
                    <a:pt x="117478" y="234955"/>
                  </a:cubicBezTo>
                  <a:cubicBezTo>
                    <a:pt x="52596" y="234955"/>
                    <a:pt x="0" y="182359"/>
                    <a:pt x="0" y="117478"/>
                  </a:cubicBezTo>
                  <a:cubicBezTo>
                    <a:pt x="0" y="52597"/>
                    <a:pt x="52596" y="0"/>
                    <a:pt x="117478" y="0"/>
                  </a:cubicBezTo>
                  <a:cubicBezTo>
                    <a:pt x="182359" y="0"/>
                    <a:pt x="234955" y="52597"/>
                    <a:pt x="234955" y="117478"/>
                  </a:cubicBezTo>
                  <a:close/>
                </a:path>
              </a:pathLst>
            </a:custGeom>
            <a:solidFill>
              <a:srgbClr val="6C63FF">
                <a:alpha val="40000"/>
              </a:srgbClr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9" name="자유형: 도형 218">
              <a:extLst>
                <a:ext uri="{FF2B5EF4-FFF2-40B4-BE49-F238E27FC236}">
                  <a16:creationId xmlns:a16="http://schemas.microsoft.com/office/drawing/2014/main" id="{1A737428-E473-4900-B719-ADF2ABB77838}"/>
                </a:ext>
              </a:extLst>
            </p:cNvPr>
            <p:cNvSpPr/>
            <p:nvPr/>
          </p:nvSpPr>
          <p:spPr>
            <a:xfrm>
              <a:off x="6920389" y="3264924"/>
              <a:ext cx="52956" cy="121528"/>
            </a:xfrm>
            <a:custGeom>
              <a:avLst/>
              <a:gdLst>
                <a:gd name="connsiteX0" fmla="*/ 2428 w 52956"/>
                <a:gd name="connsiteY0" fmla="*/ 66915 h 121528"/>
                <a:gd name="connsiteX1" fmla="*/ 42602 w 52956"/>
                <a:gd name="connsiteY1" fmla="*/ 121259 h 121528"/>
                <a:gd name="connsiteX2" fmla="*/ 49901 w 52956"/>
                <a:gd name="connsiteY2" fmla="*/ 54074 h 121528"/>
                <a:gd name="connsiteX3" fmla="*/ 9727 w 52956"/>
                <a:gd name="connsiteY3" fmla="*/ -269 h 121528"/>
                <a:gd name="connsiteX4" fmla="*/ 2428 w 52956"/>
                <a:gd name="connsiteY4" fmla="*/ 66915 h 121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956" h="121528">
                  <a:moveTo>
                    <a:pt x="2428" y="66915"/>
                  </a:moveTo>
                  <a:cubicBezTo>
                    <a:pt x="11507" y="100475"/>
                    <a:pt x="42602" y="121259"/>
                    <a:pt x="42602" y="121259"/>
                  </a:cubicBezTo>
                  <a:cubicBezTo>
                    <a:pt x="42602" y="121259"/>
                    <a:pt x="58980" y="87634"/>
                    <a:pt x="49901" y="54074"/>
                  </a:cubicBezTo>
                  <a:cubicBezTo>
                    <a:pt x="40822" y="20514"/>
                    <a:pt x="9727" y="-269"/>
                    <a:pt x="9727" y="-269"/>
                  </a:cubicBezTo>
                  <a:cubicBezTo>
                    <a:pt x="9727" y="-269"/>
                    <a:pt x="-6651" y="33361"/>
                    <a:pt x="2428" y="66915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0" name="자유형: 도형 219">
              <a:extLst>
                <a:ext uri="{FF2B5EF4-FFF2-40B4-BE49-F238E27FC236}">
                  <a16:creationId xmlns:a16="http://schemas.microsoft.com/office/drawing/2014/main" id="{8778CAE8-54D0-4828-BBD5-566501D655DD}"/>
                </a:ext>
              </a:extLst>
            </p:cNvPr>
            <p:cNvSpPr/>
            <p:nvPr/>
          </p:nvSpPr>
          <p:spPr>
            <a:xfrm>
              <a:off x="6874216" y="3298607"/>
              <a:ext cx="90208" cy="87818"/>
            </a:xfrm>
            <a:custGeom>
              <a:avLst/>
              <a:gdLst>
                <a:gd name="connsiteX0" fmla="*/ 61941 w 90208"/>
                <a:gd name="connsiteY0" fmla="*/ 26024 h 87818"/>
                <a:gd name="connsiteX1" fmla="*/ 89895 w 90208"/>
                <a:gd name="connsiteY1" fmla="*/ 87549 h 87818"/>
                <a:gd name="connsiteX2" fmla="*/ 27641 w 90208"/>
                <a:gd name="connsiteY2" fmla="*/ 61261 h 87818"/>
                <a:gd name="connsiteX3" fmla="*/ -314 w 90208"/>
                <a:gd name="connsiteY3" fmla="*/ -269 h 87818"/>
                <a:gd name="connsiteX4" fmla="*/ 61941 w 90208"/>
                <a:gd name="connsiteY4" fmla="*/ 26024 h 87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08" h="87818">
                  <a:moveTo>
                    <a:pt x="61941" y="26024"/>
                  </a:moveTo>
                  <a:cubicBezTo>
                    <a:pt x="86856" y="50275"/>
                    <a:pt x="89895" y="87549"/>
                    <a:pt x="89895" y="87549"/>
                  </a:cubicBezTo>
                  <a:cubicBezTo>
                    <a:pt x="89895" y="87549"/>
                    <a:pt x="52551" y="85512"/>
                    <a:pt x="27641" y="61261"/>
                  </a:cubicBezTo>
                  <a:cubicBezTo>
                    <a:pt x="2731" y="37010"/>
                    <a:pt x="-314" y="-269"/>
                    <a:pt x="-314" y="-269"/>
                  </a:cubicBezTo>
                  <a:cubicBezTo>
                    <a:pt x="-314" y="-269"/>
                    <a:pt x="37030" y="1773"/>
                    <a:pt x="61941" y="26024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1" name="자유형: 도형 220">
              <a:extLst>
                <a:ext uri="{FF2B5EF4-FFF2-40B4-BE49-F238E27FC236}">
                  <a16:creationId xmlns:a16="http://schemas.microsoft.com/office/drawing/2014/main" id="{874BB850-4FF7-41FA-B427-DEFBC07035A3}"/>
                </a:ext>
              </a:extLst>
            </p:cNvPr>
            <p:cNvSpPr/>
            <p:nvPr/>
          </p:nvSpPr>
          <p:spPr>
            <a:xfrm>
              <a:off x="4419246" y="2864962"/>
              <a:ext cx="2572" cy="55094"/>
            </a:xfrm>
            <a:custGeom>
              <a:avLst/>
              <a:gdLst>
                <a:gd name="connsiteX0" fmla="*/ 2259 w 2572"/>
                <a:gd name="connsiteY0" fmla="*/ 267 h 55094"/>
                <a:gd name="connsiteX1" fmla="*/ 2259 w 2572"/>
                <a:gd name="connsiteY1" fmla="*/ 52038 h 55094"/>
                <a:gd name="connsiteX2" fmla="*/ -314 w 2572"/>
                <a:gd name="connsiteY2" fmla="*/ 54825 h 55094"/>
                <a:gd name="connsiteX3" fmla="*/ -314 w 2572"/>
                <a:gd name="connsiteY3" fmla="*/ -269 h 55094"/>
                <a:gd name="connsiteX4" fmla="*/ 2259 w 2572"/>
                <a:gd name="connsiteY4" fmla="*/ 267 h 5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2" h="55094">
                  <a:moveTo>
                    <a:pt x="2259" y="267"/>
                  </a:moveTo>
                  <a:lnTo>
                    <a:pt x="2259" y="52038"/>
                  </a:lnTo>
                  <a:lnTo>
                    <a:pt x="-314" y="54825"/>
                  </a:lnTo>
                  <a:lnTo>
                    <a:pt x="-314" y="-269"/>
                  </a:lnTo>
                  <a:cubicBezTo>
                    <a:pt x="544" y="-108"/>
                    <a:pt x="1401" y="106"/>
                    <a:pt x="2259" y="267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2" name="자유형: 도형 221">
              <a:extLst>
                <a:ext uri="{FF2B5EF4-FFF2-40B4-BE49-F238E27FC236}">
                  <a16:creationId xmlns:a16="http://schemas.microsoft.com/office/drawing/2014/main" id="{FFC0418B-96D6-4794-9ABC-3AD56FA8FA22}"/>
                </a:ext>
              </a:extLst>
            </p:cNvPr>
            <p:cNvSpPr/>
            <p:nvPr/>
          </p:nvSpPr>
          <p:spPr>
            <a:xfrm>
              <a:off x="4419246" y="2853975"/>
              <a:ext cx="202436" cy="528912"/>
            </a:xfrm>
            <a:custGeom>
              <a:avLst/>
              <a:gdLst>
                <a:gd name="connsiteX0" fmla="*/ 167219 w 202436"/>
                <a:gd name="connsiteY0" fmla="*/ 524945 h 528912"/>
                <a:gd name="connsiteX1" fmla="*/ 164861 w 202436"/>
                <a:gd name="connsiteY1" fmla="*/ 528643 h 528912"/>
                <a:gd name="connsiteX2" fmla="*/ -314 w 202436"/>
                <a:gd name="connsiteY2" fmla="*/ 528643 h 528912"/>
                <a:gd name="connsiteX3" fmla="*/ -314 w 202436"/>
                <a:gd name="connsiteY3" fmla="*/ 13826 h 528912"/>
                <a:gd name="connsiteX4" fmla="*/ 2259 w 202436"/>
                <a:gd name="connsiteY4" fmla="*/ 11253 h 528912"/>
                <a:gd name="connsiteX5" fmla="*/ 24179 w 202436"/>
                <a:gd name="connsiteY5" fmla="*/ 36174 h 528912"/>
                <a:gd name="connsiteX6" fmla="*/ 24179 w 202436"/>
                <a:gd name="connsiteY6" fmla="*/ -269 h 528912"/>
                <a:gd name="connsiteX7" fmla="*/ 93850 w 202436"/>
                <a:gd name="connsiteY7" fmla="*/ -269 h 528912"/>
                <a:gd name="connsiteX8" fmla="*/ 93850 w 202436"/>
                <a:gd name="connsiteY8" fmla="*/ 115385 h 528912"/>
                <a:gd name="connsiteX9" fmla="*/ 164218 w 202436"/>
                <a:gd name="connsiteY9" fmla="*/ 195293 h 528912"/>
                <a:gd name="connsiteX10" fmla="*/ 164861 w 202436"/>
                <a:gd name="connsiteY10" fmla="*/ 196043 h 528912"/>
                <a:gd name="connsiteX11" fmla="*/ 167326 w 202436"/>
                <a:gd name="connsiteY11" fmla="*/ 204082 h 528912"/>
                <a:gd name="connsiteX12" fmla="*/ 167380 w 202436"/>
                <a:gd name="connsiteY12" fmla="*/ 204189 h 528912"/>
                <a:gd name="connsiteX13" fmla="*/ 193319 w 202436"/>
                <a:gd name="connsiteY13" fmla="*/ 307035 h 528912"/>
                <a:gd name="connsiteX14" fmla="*/ 167219 w 202436"/>
                <a:gd name="connsiteY14" fmla="*/ 524945 h 52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2436" h="528912">
                  <a:moveTo>
                    <a:pt x="167219" y="524945"/>
                  </a:moveTo>
                  <a:cubicBezTo>
                    <a:pt x="166469" y="526178"/>
                    <a:pt x="165665" y="527410"/>
                    <a:pt x="164861" y="528643"/>
                  </a:cubicBezTo>
                  <a:lnTo>
                    <a:pt x="-314" y="528643"/>
                  </a:lnTo>
                  <a:lnTo>
                    <a:pt x="-314" y="13826"/>
                  </a:lnTo>
                  <a:lnTo>
                    <a:pt x="2259" y="11253"/>
                  </a:lnTo>
                  <a:lnTo>
                    <a:pt x="24179" y="36174"/>
                  </a:lnTo>
                  <a:lnTo>
                    <a:pt x="24179" y="-269"/>
                  </a:lnTo>
                  <a:lnTo>
                    <a:pt x="93850" y="-269"/>
                  </a:lnTo>
                  <a:lnTo>
                    <a:pt x="93850" y="115385"/>
                  </a:lnTo>
                  <a:lnTo>
                    <a:pt x="164218" y="195293"/>
                  </a:lnTo>
                  <a:lnTo>
                    <a:pt x="164861" y="196043"/>
                  </a:lnTo>
                  <a:cubicBezTo>
                    <a:pt x="165719" y="198723"/>
                    <a:pt x="166522" y="201402"/>
                    <a:pt x="167326" y="204082"/>
                  </a:cubicBezTo>
                  <a:cubicBezTo>
                    <a:pt x="167332" y="204120"/>
                    <a:pt x="167348" y="204157"/>
                    <a:pt x="167380" y="204189"/>
                  </a:cubicBezTo>
                  <a:cubicBezTo>
                    <a:pt x="177932" y="237958"/>
                    <a:pt x="186593" y="272296"/>
                    <a:pt x="193319" y="307035"/>
                  </a:cubicBezTo>
                  <a:cubicBezTo>
                    <a:pt x="208647" y="388979"/>
                    <a:pt x="206342" y="464117"/>
                    <a:pt x="167219" y="524945"/>
                  </a:cubicBez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3" name="자유형: 도형 222">
              <a:extLst>
                <a:ext uri="{FF2B5EF4-FFF2-40B4-BE49-F238E27FC236}">
                  <a16:creationId xmlns:a16="http://schemas.microsoft.com/office/drawing/2014/main" id="{90820960-6D3D-47FE-93D8-F4E931844C7F}"/>
                </a:ext>
              </a:extLst>
            </p:cNvPr>
            <p:cNvSpPr/>
            <p:nvPr/>
          </p:nvSpPr>
          <p:spPr>
            <a:xfrm>
              <a:off x="4432897" y="3150062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4" name="자유형: 도형 223">
              <a:extLst>
                <a:ext uri="{FF2B5EF4-FFF2-40B4-BE49-F238E27FC236}">
                  <a16:creationId xmlns:a16="http://schemas.microsoft.com/office/drawing/2014/main" id="{3D9252F3-137F-4D28-83DD-D9B905AD0232}"/>
                </a:ext>
              </a:extLst>
            </p:cNvPr>
            <p:cNvSpPr/>
            <p:nvPr/>
          </p:nvSpPr>
          <p:spPr>
            <a:xfrm>
              <a:off x="4432897" y="3216582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5" name="자유형: 도형 224">
              <a:extLst>
                <a:ext uri="{FF2B5EF4-FFF2-40B4-BE49-F238E27FC236}">
                  <a16:creationId xmlns:a16="http://schemas.microsoft.com/office/drawing/2014/main" id="{0DB7FC09-2E22-47DC-974A-CF50A37F9D1E}"/>
                </a:ext>
              </a:extLst>
            </p:cNvPr>
            <p:cNvSpPr/>
            <p:nvPr/>
          </p:nvSpPr>
          <p:spPr>
            <a:xfrm>
              <a:off x="5821092" y="2817920"/>
              <a:ext cx="739094" cy="350621"/>
            </a:xfrm>
            <a:custGeom>
              <a:avLst/>
              <a:gdLst>
                <a:gd name="connsiteX0" fmla="*/ 21858 w 739094"/>
                <a:gd name="connsiteY0" fmla="*/ 261661 h 350621"/>
                <a:gd name="connsiteX1" fmla="*/ -314 w 739094"/>
                <a:gd name="connsiteY1" fmla="*/ 224708 h 350621"/>
                <a:gd name="connsiteX2" fmla="*/ 206632 w 739094"/>
                <a:gd name="connsiteY2" fmla="*/ 47325 h 350621"/>
                <a:gd name="connsiteX3" fmla="*/ 738781 w 739094"/>
                <a:gd name="connsiteY3" fmla="*/ 47325 h 350621"/>
                <a:gd name="connsiteX4" fmla="*/ 738781 w 739094"/>
                <a:gd name="connsiteY4" fmla="*/ 99059 h 350621"/>
                <a:gd name="connsiteX5" fmla="*/ 546617 w 739094"/>
                <a:gd name="connsiteY5" fmla="*/ 306009 h 350621"/>
                <a:gd name="connsiteX6" fmla="*/ 324885 w 739094"/>
                <a:gd name="connsiteY6" fmla="*/ 350352 h 350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094" h="350621">
                  <a:moveTo>
                    <a:pt x="21858" y="261661"/>
                  </a:moveTo>
                  <a:lnTo>
                    <a:pt x="-314" y="224708"/>
                  </a:lnTo>
                  <a:lnTo>
                    <a:pt x="206632" y="47325"/>
                  </a:lnTo>
                  <a:cubicBezTo>
                    <a:pt x="359624" y="-26317"/>
                    <a:pt x="544044" y="-5068"/>
                    <a:pt x="738781" y="47325"/>
                  </a:cubicBezTo>
                  <a:lnTo>
                    <a:pt x="738781" y="99059"/>
                  </a:lnTo>
                  <a:lnTo>
                    <a:pt x="546617" y="306009"/>
                  </a:lnTo>
                  <a:lnTo>
                    <a:pt x="324885" y="350352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6" name="자유형: 도형 225">
              <a:extLst>
                <a:ext uri="{FF2B5EF4-FFF2-40B4-BE49-F238E27FC236}">
                  <a16:creationId xmlns:a16="http://schemas.microsoft.com/office/drawing/2014/main" id="{1F35891B-A0AC-45EB-AE5D-4B73BD92656A}"/>
                </a:ext>
              </a:extLst>
            </p:cNvPr>
            <p:cNvSpPr/>
            <p:nvPr/>
          </p:nvSpPr>
          <p:spPr>
            <a:xfrm>
              <a:off x="6316283" y="2853970"/>
              <a:ext cx="406499" cy="528906"/>
            </a:xfrm>
            <a:custGeom>
              <a:avLst/>
              <a:gdLst>
                <a:gd name="connsiteX0" fmla="*/ 335191 w 406499"/>
                <a:gd name="connsiteY0" fmla="*/ 115369 h 528906"/>
                <a:gd name="connsiteX1" fmla="*/ 335191 w 406499"/>
                <a:gd name="connsiteY1" fmla="*/ -269 h 528906"/>
                <a:gd name="connsiteX2" fmla="*/ 265520 w 406499"/>
                <a:gd name="connsiteY2" fmla="*/ -269 h 528906"/>
                <a:gd name="connsiteX3" fmla="*/ 265520 w 406499"/>
                <a:gd name="connsiteY3" fmla="*/ 36196 h 528906"/>
                <a:gd name="connsiteX4" fmla="*/ 243590 w 406499"/>
                <a:gd name="connsiteY4" fmla="*/ 11275 h 528906"/>
                <a:gd name="connsiteX5" fmla="*/ 66206 w 406499"/>
                <a:gd name="connsiteY5" fmla="*/ 188658 h 528906"/>
                <a:gd name="connsiteX6" fmla="*/ 36639 w 406499"/>
                <a:gd name="connsiteY6" fmla="*/ 218220 h 528906"/>
                <a:gd name="connsiteX7" fmla="*/ -314 w 406499"/>
                <a:gd name="connsiteY7" fmla="*/ 366041 h 528906"/>
                <a:gd name="connsiteX8" fmla="*/ 66206 w 406499"/>
                <a:gd name="connsiteY8" fmla="*/ 528637 h 528906"/>
                <a:gd name="connsiteX9" fmla="*/ 406186 w 406499"/>
                <a:gd name="connsiteY9" fmla="*/ 528637 h 528906"/>
                <a:gd name="connsiteX10" fmla="*/ 406186 w 406499"/>
                <a:gd name="connsiteY10" fmla="*/ 196048 h 528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6499" h="528906">
                  <a:moveTo>
                    <a:pt x="335191" y="115369"/>
                  </a:moveTo>
                  <a:cubicBezTo>
                    <a:pt x="371940" y="74493"/>
                    <a:pt x="377048" y="35622"/>
                    <a:pt x="335191" y="-269"/>
                  </a:cubicBezTo>
                  <a:lnTo>
                    <a:pt x="265520" y="-269"/>
                  </a:lnTo>
                  <a:lnTo>
                    <a:pt x="265520" y="36196"/>
                  </a:lnTo>
                  <a:lnTo>
                    <a:pt x="243590" y="11275"/>
                  </a:lnTo>
                  <a:lnTo>
                    <a:pt x="66206" y="188658"/>
                  </a:lnTo>
                  <a:lnTo>
                    <a:pt x="36639" y="218220"/>
                  </a:lnTo>
                  <a:lnTo>
                    <a:pt x="-314" y="366041"/>
                  </a:lnTo>
                  <a:lnTo>
                    <a:pt x="66206" y="528637"/>
                  </a:lnTo>
                  <a:lnTo>
                    <a:pt x="406186" y="528637"/>
                  </a:lnTo>
                  <a:lnTo>
                    <a:pt x="406186" y="196048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7" name="자유형: 도형 226">
              <a:extLst>
                <a:ext uri="{FF2B5EF4-FFF2-40B4-BE49-F238E27FC236}">
                  <a16:creationId xmlns:a16="http://schemas.microsoft.com/office/drawing/2014/main" id="{074B7363-CD4E-417E-93E1-466AB181790F}"/>
                </a:ext>
              </a:extLst>
            </p:cNvPr>
            <p:cNvSpPr/>
            <p:nvPr/>
          </p:nvSpPr>
          <p:spPr>
            <a:xfrm>
              <a:off x="5782264" y="3042897"/>
              <a:ext cx="600538" cy="339979"/>
            </a:xfrm>
            <a:custGeom>
              <a:avLst/>
              <a:gdLst>
                <a:gd name="connsiteX0" fmla="*/ 38514 w 600538"/>
                <a:gd name="connsiteY0" fmla="*/ -269 h 339979"/>
                <a:gd name="connsiteX1" fmla="*/ 600225 w 600538"/>
                <a:gd name="connsiteY1" fmla="*/ -269 h 339979"/>
                <a:gd name="connsiteX2" fmla="*/ 600225 w 600538"/>
                <a:gd name="connsiteY2" fmla="*/ 339710 h 339979"/>
                <a:gd name="connsiteX3" fmla="*/ 38514 w 600538"/>
                <a:gd name="connsiteY3" fmla="*/ 339710 h 339979"/>
                <a:gd name="connsiteX4" fmla="*/ 38514 w 600538"/>
                <a:gd name="connsiteY4" fmla="*/ -269 h 339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8" h="339979">
                  <a:moveTo>
                    <a:pt x="38514" y="-269"/>
                  </a:moveTo>
                  <a:lnTo>
                    <a:pt x="600225" y="-269"/>
                  </a:lnTo>
                  <a:lnTo>
                    <a:pt x="600225" y="339710"/>
                  </a:lnTo>
                  <a:lnTo>
                    <a:pt x="38514" y="339710"/>
                  </a:lnTo>
                  <a:cubicBezTo>
                    <a:pt x="-29443" y="266191"/>
                    <a:pt x="5859" y="132181"/>
                    <a:pt x="38514" y="-269"/>
                  </a:cubicBezTo>
                  <a:close/>
                </a:path>
              </a:pathLst>
            </a:custGeom>
            <a:solidFill>
              <a:srgbClr val="F2F2F2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8" name="자유형: 도형 227">
              <a:extLst>
                <a:ext uri="{FF2B5EF4-FFF2-40B4-BE49-F238E27FC236}">
                  <a16:creationId xmlns:a16="http://schemas.microsoft.com/office/drawing/2014/main" id="{D48781A4-1707-4B9A-81C1-B399A1E45A81}"/>
                </a:ext>
              </a:extLst>
            </p:cNvPr>
            <p:cNvSpPr/>
            <p:nvPr/>
          </p:nvSpPr>
          <p:spPr>
            <a:xfrm>
              <a:off x="6186941" y="3150062"/>
              <a:ext cx="118254" cy="103473"/>
            </a:xfrm>
            <a:custGeom>
              <a:avLst/>
              <a:gdLst>
                <a:gd name="connsiteX0" fmla="*/ 0 w 118254"/>
                <a:gd name="connsiteY0" fmla="*/ 0 h 103473"/>
                <a:gd name="connsiteX1" fmla="*/ 118255 w 118254"/>
                <a:gd name="connsiteY1" fmla="*/ 0 h 103473"/>
                <a:gd name="connsiteX2" fmla="*/ 118255 w 118254"/>
                <a:gd name="connsiteY2" fmla="*/ 103473 h 103473"/>
                <a:gd name="connsiteX3" fmla="*/ 0 w 118254"/>
                <a:gd name="connsiteY3" fmla="*/ 103473 h 10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254" h="103473">
                  <a:moveTo>
                    <a:pt x="0" y="0"/>
                  </a:moveTo>
                  <a:lnTo>
                    <a:pt x="118255" y="0"/>
                  </a:lnTo>
                  <a:lnTo>
                    <a:pt x="118255" y="103473"/>
                  </a:lnTo>
                  <a:lnTo>
                    <a:pt x="0" y="10347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9" name="자유형: 도형 228">
              <a:extLst>
                <a:ext uri="{FF2B5EF4-FFF2-40B4-BE49-F238E27FC236}">
                  <a16:creationId xmlns:a16="http://schemas.microsoft.com/office/drawing/2014/main" id="{8F829C31-54F3-453C-B247-126784822F19}"/>
                </a:ext>
              </a:extLst>
            </p:cNvPr>
            <p:cNvSpPr/>
            <p:nvPr/>
          </p:nvSpPr>
          <p:spPr>
            <a:xfrm>
              <a:off x="6035427" y="3146365"/>
              <a:ext cx="103473" cy="236509"/>
            </a:xfrm>
            <a:custGeom>
              <a:avLst/>
              <a:gdLst>
                <a:gd name="connsiteX0" fmla="*/ 0 w 103473"/>
                <a:gd name="connsiteY0" fmla="*/ 0 h 236509"/>
                <a:gd name="connsiteX1" fmla="*/ 103473 w 103473"/>
                <a:gd name="connsiteY1" fmla="*/ 0 h 236509"/>
                <a:gd name="connsiteX2" fmla="*/ 103473 w 103473"/>
                <a:gd name="connsiteY2" fmla="*/ 236509 h 236509"/>
                <a:gd name="connsiteX3" fmla="*/ 0 w 103473"/>
                <a:gd name="connsiteY3" fmla="*/ 236509 h 23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473" h="236509">
                  <a:moveTo>
                    <a:pt x="0" y="0"/>
                  </a:moveTo>
                  <a:lnTo>
                    <a:pt x="103473" y="0"/>
                  </a:lnTo>
                  <a:lnTo>
                    <a:pt x="103473" y="236509"/>
                  </a:lnTo>
                  <a:lnTo>
                    <a:pt x="0" y="236509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0AF6FF4D-2589-4CFF-974A-EEE8AF5AB5D0}"/>
                </a:ext>
              </a:extLst>
            </p:cNvPr>
            <p:cNvSpPr/>
            <p:nvPr/>
          </p:nvSpPr>
          <p:spPr>
            <a:xfrm>
              <a:off x="5872831" y="3146370"/>
              <a:ext cx="44343" cy="36952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45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45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1" name="자유형: 도형 230">
              <a:extLst>
                <a:ext uri="{FF2B5EF4-FFF2-40B4-BE49-F238E27FC236}">
                  <a16:creationId xmlns:a16="http://schemas.microsoft.com/office/drawing/2014/main" id="{2464DE78-113D-4F18-BBA1-77DC6A17996B}"/>
                </a:ext>
              </a:extLst>
            </p:cNvPr>
            <p:cNvSpPr/>
            <p:nvPr/>
          </p:nvSpPr>
          <p:spPr>
            <a:xfrm>
              <a:off x="5872831" y="3212884"/>
              <a:ext cx="44343" cy="36958"/>
            </a:xfrm>
            <a:custGeom>
              <a:avLst/>
              <a:gdLst>
                <a:gd name="connsiteX0" fmla="*/ 40645 w 44343"/>
                <a:gd name="connsiteY0" fmla="*/ 0 h 36958"/>
                <a:gd name="connsiteX1" fmla="*/ 0 w 44343"/>
                <a:gd name="connsiteY1" fmla="*/ 0 h 36958"/>
                <a:gd name="connsiteX2" fmla="*/ 0 w 44343"/>
                <a:gd name="connsiteY2" fmla="*/ 36958 h 36958"/>
                <a:gd name="connsiteX3" fmla="*/ 44343 w 44343"/>
                <a:gd name="connsiteY3" fmla="*/ 36958 h 36958"/>
                <a:gd name="connsiteX4" fmla="*/ 44343 w 44343"/>
                <a:gd name="connsiteY4" fmla="*/ 0 h 36958"/>
                <a:gd name="connsiteX5" fmla="*/ 40645 w 44343"/>
                <a:gd name="connsiteY5" fmla="*/ 0 h 36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8">
                  <a:moveTo>
                    <a:pt x="40645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45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2" name="자유형: 도형 231">
              <a:extLst>
                <a:ext uri="{FF2B5EF4-FFF2-40B4-BE49-F238E27FC236}">
                  <a16:creationId xmlns:a16="http://schemas.microsoft.com/office/drawing/2014/main" id="{93EBF5BF-DE0C-4BA3-8458-093A039CB222}"/>
                </a:ext>
              </a:extLst>
            </p:cNvPr>
            <p:cNvSpPr/>
            <p:nvPr/>
          </p:nvSpPr>
          <p:spPr>
            <a:xfrm>
              <a:off x="5946736" y="3146365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2A7D5036-4769-4329-8D7A-81664F343096}"/>
                </a:ext>
              </a:extLst>
            </p:cNvPr>
            <p:cNvSpPr/>
            <p:nvPr/>
          </p:nvSpPr>
          <p:spPr>
            <a:xfrm>
              <a:off x="5946736" y="3212885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4" name="자유형: 도형 233">
              <a:extLst>
                <a:ext uri="{FF2B5EF4-FFF2-40B4-BE49-F238E27FC236}">
                  <a16:creationId xmlns:a16="http://schemas.microsoft.com/office/drawing/2014/main" id="{5870539E-6954-4C26-B427-3ADB4499617F}"/>
                </a:ext>
              </a:extLst>
            </p:cNvPr>
            <p:cNvSpPr/>
            <p:nvPr/>
          </p:nvSpPr>
          <p:spPr>
            <a:xfrm>
              <a:off x="6497359" y="3150062"/>
              <a:ext cx="44348" cy="36957"/>
            </a:xfrm>
            <a:custGeom>
              <a:avLst/>
              <a:gdLst>
                <a:gd name="connsiteX0" fmla="*/ 44349 w 44348"/>
                <a:gd name="connsiteY0" fmla="*/ 36958 h 36957"/>
                <a:gd name="connsiteX1" fmla="*/ 44349 w 44348"/>
                <a:gd name="connsiteY1" fmla="*/ 0 h 36957"/>
                <a:gd name="connsiteX2" fmla="*/ 0 w 44348"/>
                <a:gd name="connsiteY2" fmla="*/ 0 h 36957"/>
                <a:gd name="connsiteX3" fmla="*/ 0 w 44348"/>
                <a:gd name="connsiteY3" fmla="*/ 36958 h 36957"/>
                <a:gd name="connsiteX4" fmla="*/ 40651 w 44348"/>
                <a:gd name="connsiteY4" fmla="*/ 36958 h 36957"/>
                <a:gd name="connsiteX5" fmla="*/ 44349 w 44348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8" h="36957">
                  <a:moveTo>
                    <a:pt x="44349" y="36958"/>
                  </a:moveTo>
                  <a:lnTo>
                    <a:pt x="44349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9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5" name="자유형: 도형 234">
              <a:extLst>
                <a:ext uri="{FF2B5EF4-FFF2-40B4-BE49-F238E27FC236}">
                  <a16:creationId xmlns:a16="http://schemas.microsoft.com/office/drawing/2014/main" id="{52253FCD-9E1C-4A78-A7E9-E17DE734AA1A}"/>
                </a:ext>
              </a:extLst>
            </p:cNvPr>
            <p:cNvSpPr/>
            <p:nvPr/>
          </p:nvSpPr>
          <p:spPr>
            <a:xfrm>
              <a:off x="6497359" y="3216582"/>
              <a:ext cx="44348" cy="36952"/>
            </a:xfrm>
            <a:custGeom>
              <a:avLst/>
              <a:gdLst>
                <a:gd name="connsiteX0" fmla="*/ 40651 w 44348"/>
                <a:gd name="connsiteY0" fmla="*/ 0 h 36952"/>
                <a:gd name="connsiteX1" fmla="*/ 0 w 44348"/>
                <a:gd name="connsiteY1" fmla="*/ 0 h 36952"/>
                <a:gd name="connsiteX2" fmla="*/ 0 w 44348"/>
                <a:gd name="connsiteY2" fmla="*/ 36953 h 36952"/>
                <a:gd name="connsiteX3" fmla="*/ 44349 w 44348"/>
                <a:gd name="connsiteY3" fmla="*/ 36953 h 36952"/>
                <a:gd name="connsiteX4" fmla="*/ 44349 w 44348"/>
                <a:gd name="connsiteY4" fmla="*/ 0 h 36952"/>
                <a:gd name="connsiteX5" fmla="*/ 40651 w 44348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8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9" y="36953"/>
                  </a:lnTo>
                  <a:lnTo>
                    <a:pt x="44349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6" name="자유형: 도형 235">
              <a:extLst>
                <a:ext uri="{FF2B5EF4-FFF2-40B4-BE49-F238E27FC236}">
                  <a16:creationId xmlns:a16="http://schemas.microsoft.com/office/drawing/2014/main" id="{3183AC10-BA41-4E46-B773-927D585FCDAA}"/>
                </a:ext>
              </a:extLst>
            </p:cNvPr>
            <p:cNvSpPr/>
            <p:nvPr/>
          </p:nvSpPr>
          <p:spPr>
            <a:xfrm>
              <a:off x="6571269" y="3150062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7" name="자유형: 도형 236">
              <a:extLst>
                <a:ext uri="{FF2B5EF4-FFF2-40B4-BE49-F238E27FC236}">
                  <a16:creationId xmlns:a16="http://schemas.microsoft.com/office/drawing/2014/main" id="{0C2BA7F3-3F2A-4C83-9F87-C41D96CBEB7F}"/>
                </a:ext>
              </a:extLst>
            </p:cNvPr>
            <p:cNvSpPr/>
            <p:nvPr/>
          </p:nvSpPr>
          <p:spPr>
            <a:xfrm>
              <a:off x="6571269" y="3216582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8" name="자유형: 도형 237">
              <a:extLst>
                <a:ext uri="{FF2B5EF4-FFF2-40B4-BE49-F238E27FC236}">
                  <a16:creationId xmlns:a16="http://schemas.microsoft.com/office/drawing/2014/main" id="{3FA45A4F-A89A-40C8-A01A-5E5823D9083C}"/>
                </a:ext>
              </a:extLst>
            </p:cNvPr>
            <p:cNvSpPr/>
            <p:nvPr/>
          </p:nvSpPr>
          <p:spPr>
            <a:xfrm>
              <a:off x="4806142" y="2244673"/>
              <a:ext cx="731698" cy="391724"/>
            </a:xfrm>
            <a:custGeom>
              <a:avLst/>
              <a:gdLst>
                <a:gd name="connsiteX0" fmla="*/ 36953 w 731698"/>
                <a:gd name="connsiteY0" fmla="*/ 214341 h 391724"/>
                <a:gd name="connsiteX1" fmla="*/ 0 w 731698"/>
                <a:gd name="connsiteY1" fmla="*/ 184774 h 391724"/>
                <a:gd name="connsiteX2" fmla="*/ 206945 w 731698"/>
                <a:gd name="connsiteY2" fmla="*/ 0 h 391724"/>
                <a:gd name="connsiteX3" fmla="*/ 731699 w 731698"/>
                <a:gd name="connsiteY3" fmla="*/ 0 h 391724"/>
                <a:gd name="connsiteX4" fmla="*/ 731699 w 731698"/>
                <a:gd name="connsiteY4" fmla="*/ 162602 h 391724"/>
                <a:gd name="connsiteX5" fmla="*/ 391719 w 731698"/>
                <a:gd name="connsiteY5" fmla="*/ 391724 h 391724"/>
                <a:gd name="connsiteX6" fmla="*/ 36953 w 731698"/>
                <a:gd name="connsiteY6" fmla="*/ 214341 h 391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698" h="391724">
                  <a:moveTo>
                    <a:pt x="36953" y="214341"/>
                  </a:moveTo>
                  <a:lnTo>
                    <a:pt x="0" y="184774"/>
                  </a:lnTo>
                  <a:lnTo>
                    <a:pt x="206945" y="0"/>
                  </a:lnTo>
                  <a:lnTo>
                    <a:pt x="731699" y="0"/>
                  </a:lnTo>
                  <a:lnTo>
                    <a:pt x="731699" y="162602"/>
                  </a:lnTo>
                  <a:lnTo>
                    <a:pt x="391719" y="391724"/>
                  </a:lnTo>
                  <a:lnTo>
                    <a:pt x="36953" y="214341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9" name="자유형: 도형 238">
              <a:extLst>
                <a:ext uri="{FF2B5EF4-FFF2-40B4-BE49-F238E27FC236}">
                  <a16:creationId xmlns:a16="http://schemas.microsoft.com/office/drawing/2014/main" id="{B4449605-0840-4852-91EE-3C150ABA5E96}"/>
                </a:ext>
              </a:extLst>
            </p:cNvPr>
            <p:cNvSpPr/>
            <p:nvPr/>
          </p:nvSpPr>
          <p:spPr>
            <a:xfrm>
              <a:off x="5198193" y="2244673"/>
              <a:ext cx="576167" cy="1138203"/>
            </a:xfrm>
            <a:custGeom>
              <a:avLst/>
              <a:gdLst>
                <a:gd name="connsiteX0" fmla="*/ 435009 w 576167"/>
                <a:gd name="connsiteY0" fmla="*/ 103380 h 1138203"/>
                <a:gd name="connsiteX1" fmla="*/ 435009 w 576167"/>
                <a:gd name="connsiteY1" fmla="*/ 3423 h 1138203"/>
                <a:gd name="connsiteX2" fmla="*/ 365337 w 576167"/>
                <a:gd name="connsiteY2" fmla="*/ 3423 h 1138203"/>
                <a:gd name="connsiteX3" fmla="*/ 365337 w 576167"/>
                <a:gd name="connsiteY3" fmla="*/ 27905 h 1138203"/>
                <a:gd name="connsiteX4" fmla="*/ 339334 w 576167"/>
                <a:gd name="connsiteY4" fmla="*/ -269 h 1138203"/>
                <a:gd name="connsiteX5" fmla="*/ 169341 w 576167"/>
                <a:gd name="connsiteY5" fmla="*/ 184504 h 1138203"/>
                <a:gd name="connsiteX6" fmla="*/ 102827 w 576167"/>
                <a:gd name="connsiteY6" fmla="*/ 228853 h 1138203"/>
                <a:gd name="connsiteX7" fmla="*/ -314 w 576167"/>
                <a:gd name="connsiteY7" fmla="*/ 982391 h 1138203"/>
                <a:gd name="connsiteX8" fmla="*/ 155230 w 576167"/>
                <a:gd name="connsiteY8" fmla="*/ 1137934 h 1138203"/>
                <a:gd name="connsiteX9" fmla="*/ 516717 w 576167"/>
                <a:gd name="connsiteY9" fmla="*/ 1137934 h 1138203"/>
                <a:gd name="connsiteX10" fmla="*/ 516717 w 576167"/>
                <a:gd name="connsiteY10" fmla="*/ 191895 h 113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6167" h="1138203">
                  <a:moveTo>
                    <a:pt x="435009" y="103380"/>
                  </a:moveTo>
                  <a:lnTo>
                    <a:pt x="435009" y="3423"/>
                  </a:lnTo>
                  <a:lnTo>
                    <a:pt x="365337" y="3423"/>
                  </a:lnTo>
                  <a:lnTo>
                    <a:pt x="365337" y="27905"/>
                  </a:lnTo>
                  <a:lnTo>
                    <a:pt x="339334" y="-269"/>
                  </a:lnTo>
                  <a:lnTo>
                    <a:pt x="169341" y="184504"/>
                  </a:lnTo>
                  <a:lnTo>
                    <a:pt x="102827" y="228853"/>
                  </a:lnTo>
                  <a:lnTo>
                    <a:pt x="-314" y="982391"/>
                  </a:lnTo>
                  <a:lnTo>
                    <a:pt x="155230" y="1137934"/>
                  </a:lnTo>
                  <a:lnTo>
                    <a:pt x="516717" y="1137934"/>
                  </a:lnTo>
                  <a:cubicBezTo>
                    <a:pt x="572106" y="859314"/>
                    <a:pt x="616025" y="573093"/>
                    <a:pt x="516717" y="191895"/>
                  </a:cubicBez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0" name="자유형: 도형 239">
              <a:extLst>
                <a:ext uri="{FF2B5EF4-FFF2-40B4-BE49-F238E27FC236}">
                  <a16:creationId xmlns:a16="http://schemas.microsoft.com/office/drawing/2014/main" id="{59D4FF68-E11B-430E-BE98-1DF911327749}"/>
                </a:ext>
              </a:extLst>
            </p:cNvPr>
            <p:cNvSpPr/>
            <p:nvPr/>
          </p:nvSpPr>
          <p:spPr>
            <a:xfrm>
              <a:off x="4748238" y="2429447"/>
              <a:ext cx="619609" cy="953429"/>
            </a:xfrm>
            <a:custGeom>
              <a:avLst/>
              <a:gdLst>
                <a:gd name="connsiteX0" fmla="*/ 57585 w 619609"/>
                <a:gd name="connsiteY0" fmla="*/ -269 h 953429"/>
                <a:gd name="connsiteX1" fmla="*/ 619296 w 619609"/>
                <a:gd name="connsiteY1" fmla="*/ -269 h 953429"/>
                <a:gd name="connsiteX2" fmla="*/ 619296 w 619609"/>
                <a:gd name="connsiteY2" fmla="*/ 953161 h 953429"/>
                <a:gd name="connsiteX3" fmla="*/ 57585 w 619609"/>
                <a:gd name="connsiteY3" fmla="*/ 953161 h 953429"/>
                <a:gd name="connsiteX4" fmla="*/ 57585 w 619609"/>
                <a:gd name="connsiteY4" fmla="*/ -269 h 95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609" h="953429">
                  <a:moveTo>
                    <a:pt x="57585" y="-269"/>
                  </a:moveTo>
                  <a:lnTo>
                    <a:pt x="619296" y="-269"/>
                  </a:lnTo>
                  <a:lnTo>
                    <a:pt x="619296" y="953161"/>
                  </a:lnTo>
                  <a:lnTo>
                    <a:pt x="57585" y="953161"/>
                  </a:lnTo>
                  <a:cubicBezTo>
                    <a:pt x="-3881" y="582761"/>
                    <a:pt x="-33899" y="239271"/>
                    <a:pt x="57585" y="-269"/>
                  </a:cubicBezTo>
                  <a:close/>
                </a:path>
              </a:pathLst>
            </a:custGeom>
            <a:solidFill>
              <a:srgbClr val="F2F2F2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1" name="자유형: 도형 240">
              <a:extLst>
                <a:ext uri="{FF2B5EF4-FFF2-40B4-BE49-F238E27FC236}">
                  <a16:creationId xmlns:a16="http://schemas.microsoft.com/office/drawing/2014/main" id="{7B61E611-3A83-4BFA-BB34-89831BB110BB}"/>
                </a:ext>
              </a:extLst>
            </p:cNvPr>
            <p:cNvSpPr/>
            <p:nvPr/>
          </p:nvSpPr>
          <p:spPr>
            <a:xfrm>
              <a:off x="5024170" y="3150062"/>
              <a:ext cx="103473" cy="232814"/>
            </a:xfrm>
            <a:custGeom>
              <a:avLst/>
              <a:gdLst>
                <a:gd name="connsiteX0" fmla="*/ 0 w 103473"/>
                <a:gd name="connsiteY0" fmla="*/ 0 h 232814"/>
                <a:gd name="connsiteX1" fmla="*/ 103473 w 103473"/>
                <a:gd name="connsiteY1" fmla="*/ 0 h 232814"/>
                <a:gd name="connsiteX2" fmla="*/ 103473 w 103473"/>
                <a:gd name="connsiteY2" fmla="*/ 232814 h 232814"/>
                <a:gd name="connsiteX3" fmla="*/ 0 w 103473"/>
                <a:gd name="connsiteY3" fmla="*/ 232814 h 23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473" h="232814">
                  <a:moveTo>
                    <a:pt x="0" y="0"/>
                  </a:moveTo>
                  <a:lnTo>
                    <a:pt x="103473" y="0"/>
                  </a:lnTo>
                  <a:lnTo>
                    <a:pt x="103473" y="232814"/>
                  </a:lnTo>
                  <a:lnTo>
                    <a:pt x="0" y="232814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2" name="자유형: 도형 241">
              <a:extLst>
                <a:ext uri="{FF2B5EF4-FFF2-40B4-BE49-F238E27FC236}">
                  <a16:creationId xmlns:a16="http://schemas.microsoft.com/office/drawing/2014/main" id="{56737EA8-E5CF-4371-8173-16CDAD2C7E3B}"/>
                </a:ext>
              </a:extLst>
            </p:cNvPr>
            <p:cNvSpPr/>
            <p:nvPr/>
          </p:nvSpPr>
          <p:spPr>
            <a:xfrm>
              <a:off x="4868964" y="3179630"/>
              <a:ext cx="44343" cy="36952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1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1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3" name="자유형: 도형 242">
              <a:extLst>
                <a:ext uri="{FF2B5EF4-FFF2-40B4-BE49-F238E27FC236}">
                  <a16:creationId xmlns:a16="http://schemas.microsoft.com/office/drawing/2014/main" id="{F273ABC0-24B9-4A2A-89DA-A70F534FE4F2}"/>
                </a:ext>
              </a:extLst>
            </p:cNvPr>
            <p:cNvSpPr/>
            <p:nvPr/>
          </p:nvSpPr>
          <p:spPr>
            <a:xfrm>
              <a:off x="4868964" y="3246145"/>
              <a:ext cx="44343" cy="36957"/>
            </a:xfrm>
            <a:custGeom>
              <a:avLst/>
              <a:gdLst>
                <a:gd name="connsiteX0" fmla="*/ 40651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1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1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4" name="자유형: 도형 243">
              <a:extLst>
                <a:ext uri="{FF2B5EF4-FFF2-40B4-BE49-F238E27FC236}">
                  <a16:creationId xmlns:a16="http://schemas.microsoft.com/office/drawing/2014/main" id="{3D10913C-2D01-4AD8-A570-2B3C3E153525}"/>
                </a:ext>
              </a:extLst>
            </p:cNvPr>
            <p:cNvSpPr/>
            <p:nvPr/>
          </p:nvSpPr>
          <p:spPr>
            <a:xfrm>
              <a:off x="4942869" y="3179625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5" name="자유형: 도형 244">
              <a:extLst>
                <a:ext uri="{FF2B5EF4-FFF2-40B4-BE49-F238E27FC236}">
                  <a16:creationId xmlns:a16="http://schemas.microsoft.com/office/drawing/2014/main" id="{D8EFFA32-3240-4EE4-BF66-36329E0338B7}"/>
                </a:ext>
              </a:extLst>
            </p:cNvPr>
            <p:cNvSpPr/>
            <p:nvPr/>
          </p:nvSpPr>
          <p:spPr>
            <a:xfrm>
              <a:off x="5171991" y="3246145"/>
              <a:ext cx="44343" cy="36957"/>
            </a:xfrm>
            <a:custGeom>
              <a:avLst/>
              <a:gdLst>
                <a:gd name="connsiteX0" fmla="*/ 40650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0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0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0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6" name="자유형: 도형 245">
              <a:extLst>
                <a:ext uri="{FF2B5EF4-FFF2-40B4-BE49-F238E27FC236}">
                  <a16:creationId xmlns:a16="http://schemas.microsoft.com/office/drawing/2014/main" id="{55ED14B8-5073-4CE0-BD5A-57158A238666}"/>
                </a:ext>
              </a:extLst>
            </p:cNvPr>
            <p:cNvSpPr/>
            <p:nvPr/>
          </p:nvSpPr>
          <p:spPr>
            <a:xfrm>
              <a:off x="5245896" y="3179625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7" name="자유형: 도형 246">
              <a:extLst>
                <a:ext uri="{FF2B5EF4-FFF2-40B4-BE49-F238E27FC236}">
                  <a16:creationId xmlns:a16="http://schemas.microsoft.com/office/drawing/2014/main" id="{5E2CBB2A-A69F-427E-B839-1A477514EA8D}"/>
                </a:ext>
              </a:extLst>
            </p:cNvPr>
            <p:cNvSpPr/>
            <p:nvPr/>
          </p:nvSpPr>
          <p:spPr>
            <a:xfrm>
              <a:off x="5245896" y="3246145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8" name="자유형: 도형 247">
              <a:extLst>
                <a:ext uri="{FF2B5EF4-FFF2-40B4-BE49-F238E27FC236}">
                  <a16:creationId xmlns:a16="http://schemas.microsoft.com/office/drawing/2014/main" id="{CAA3D9AA-06E7-44B0-ADA0-059D97625900}"/>
                </a:ext>
              </a:extLst>
            </p:cNvPr>
            <p:cNvSpPr/>
            <p:nvPr/>
          </p:nvSpPr>
          <p:spPr>
            <a:xfrm>
              <a:off x="5482409" y="2440535"/>
              <a:ext cx="44343" cy="36952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1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1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9" name="자유형: 도형 248">
              <a:extLst>
                <a:ext uri="{FF2B5EF4-FFF2-40B4-BE49-F238E27FC236}">
                  <a16:creationId xmlns:a16="http://schemas.microsoft.com/office/drawing/2014/main" id="{CA46525B-0BCF-418D-B178-044AFF35F36F}"/>
                </a:ext>
              </a:extLst>
            </p:cNvPr>
            <p:cNvSpPr/>
            <p:nvPr/>
          </p:nvSpPr>
          <p:spPr>
            <a:xfrm>
              <a:off x="5482409" y="2507055"/>
              <a:ext cx="44343" cy="36952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0" name="자유형: 도형 249">
              <a:extLst>
                <a:ext uri="{FF2B5EF4-FFF2-40B4-BE49-F238E27FC236}">
                  <a16:creationId xmlns:a16="http://schemas.microsoft.com/office/drawing/2014/main" id="{ACF33343-3A68-473F-98D2-6C5716F7D1F1}"/>
                </a:ext>
              </a:extLst>
            </p:cNvPr>
            <p:cNvSpPr/>
            <p:nvPr/>
          </p:nvSpPr>
          <p:spPr>
            <a:xfrm>
              <a:off x="5556319" y="2440535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B7304BD4-E887-4B48-A47D-8A492F7BDB5A}"/>
                </a:ext>
              </a:extLst>
            </p:cNvPr>
            <p:cNvSpPr/>
            <p:nvPr/>
          </p:nvSpPr>
          <p:spPr>
            <a:xfrm>
              <a:off x="5556319" y="2507050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2" name="자유형: 도형 251">
              <a:extLst>
                <a:ext uri="{FF2B5EF4-FFF2-40B4-BE49-F238E27FC236}">
                  <a16:creationId xmlns:a16="http://schemas.microsoft.com/office/drawing/2014/main" id="{F2B88610-A6B2-4EBA-8892-C118563E8B7C}"/>
                </a:ext>
              </a:extLst>
            </p:cNvPr>
            <p:cNvSpPr/>
            <p:nvPr/>
          </p:nvSpPr>
          <p:spPr>
            <a:xfrm>
              <a:off x="5482409" y="2647481"/>
              <a:ext cx="44343" cy="36957"/>
            </a:xfrm>
            <a:custGeom>
              <a:avLst/>
              <a:gdLst>
                <a:gd name="connsiteX0" fmla="*/ 44343 w 44343"/>
                <a:gd name="connsiteY0" fmla="*/ 36958 h 36957"/>
                <a:gd name="connsiteX1" fmla="*/ 44343 w 44343"/>
                <a:gd name="connsiteY1" fmla="*/ 0 h 36957"/>
                <a:gd name="connsiteX2" fmla="*/ 0 w 44343"/>
                <a:gd name="connsiteY2" fmla="*/ 0 h 36957"/>
                <a:gd name="connsiteX3" fmla="*/ 0 w 44343"/>
                <a:gd name="connsiteY3" fmla="*/ 36958 h 36957"/>
                <a:gd name="connsiteX4" fmla="*/ 40651 w 44343"/>
                <a:gd name="connsiteY4" fmla="*/ 36958 h 36957"/>
                <a:gd name="connsiteX5" fmla="*/ 44343 w 44343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4343" y="36958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3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3" name="자유형: 도형 252">
              <a:extLst>
                <a:ext uri="{FF2B5EF4-FFF2-40B4-BE49-F238E27FC236}">
                  <a16:creationId xmlns:a16="http://schemas.microsoft.com/office/drawing/2014/main" id="{BB2FAB04-7447-45D9-BABE-EAA12F4C4629}"/>
                </a:ext>
              </a:extLst>
            </p:cNvPr>
            <p:cNvSpPr/>
            <p:nvPr/>
          </p:nvSpPr>
          <p:spPr>
            <a:xfrm>
              <a:off x="5482409" y="2714001"/>
              <a:ext cx="44343" cy="36952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4" name="자유형: 도형 253">
              <a:extLst>
                <a:ext uri="{FF2B5EF4-FFF2-40B4-BE49-F238E27FC236}">
                  <a16:creationId xmlns:a16="http://schemas.microsoft.com/office/drawing/2014/main" id="{3EE77BE6-9535-4D04-BC79-95CF4A681071}"/>
                </a:ext>
              </a:extLst>
            </p:cNvPr>
            <p:cNvSpPr/>
            <p:nvPr/>
          </p:nvSpPr>
          <p:spPr>
            <a:xfrm>
              <a:off x="5556319" y="2647481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5" name="자유형: 도형 254">
              <a:extLst>
                <a:ext uri="{FF2B5EF4-FFF2-40B4-BE49-F238E27FC236}">
                  <a16:creationId xmlns:a16="http://schemas.microsoft.com/office/drawing/2014/main" id="{4D847192-4CD9-46F9-8694-FEDBC5EABF47}"/>
                </a:ext>
              </a:extLst>
            </p:cNvPr>
            <p:cNvSpPr/>
            <p:nvPr/>
          </p:nvSpPr>
          <p:spPr>
            <a:xfrm>
              <a:off x="5556319" y="2713995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6" name="자유형: 도형 255">
              <a:extLst>
                <a:ext uri="{FF2B5EF4-FFF2-40B4-BE49-F238E27FC236}">
                  <a16:creationId xmlns:a16="http://schemas.microsoft.com/office/drawing/2014/main" id="{495A96A7-B3E3-4DFA-80E3-0084B61125BE}"/>
                </a:ext>
              </a:extLst>
            </p:cNvPr>
            <p:cNvSpPr/>
            <p:nvPr/>
          </p:nvSpPr>
          <p:spPr>
            <a:xfrm>
              <a:off x="5482409" y="2854426"/>
              <a:ext cx="44343" cy="36957"/>
            </a:xfrm>
            <a:custGeom>
              <a:avLst/>
              <a:gdLst>
                <a:gd name="connsiteX0" fmla="*/ 44343 w 44343"/>
                <a:gd name="connsiteY0" fmla="*/ 36958 h 36957"/>
                <a:gd name="connsiteX1" fmla="*/ 44343 w 44343"/>
                <a:gd name="connsiteY1" fmla="*/ 0 h 36957"/>
                <a:gd name="connsiteX2" fmla="*/ 0 w 44343"/>
                <a:gd name="connsiteY2" fmla="*/ 0 h 36957"/>
                <a:gd name="connsiteX3" fmla="*/ 0 w 44343"/>
                <a:gd name="connsiteY3" fmla="*/ 36958 h 36957"/>
                <a:gd name="connsiteX4" fmla="*/ 40651 w 44343"/>
                <a:gd name="connsiteY4" fmla="*/ 36958 h 36957"/>
                <a:gd name="connsiteX5" fmla="*/ 44343 w 44343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4343" y="36958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3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7" name="자유형: 도형 256">
              <a:extLst>
                <a:ext uri="{FF2B5EF4-FFF2-40B4-BE49-F238E27FC236}">
                  <a16:creationId xmlns:a16="http://schemas.microsoft.com/office/drawing/2014/main" id="{0F880789-1C12-40A4-B30D-6944AE6F99E8}"/>
                </a:ext>
              </a:extLst>
            </p:cNvPr>
            <p:cNvSpPr/>
            <p:nvPr/>
          </p:nvSpPr>
          <p:spPr>
            <a:xfrm>
              <a:off x="5482409" y="2920946"/>
              <a:ext cx="44343" cy="36952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8" name="자유형: 도형 257">
              <a:extLst>
                <a:ext uri="{FF2B5EF4-FFF2-40B4-BE49-F238E27FC236}">
                  <a16:creationId xmlns:a16="http://schemas.microsoft.com/office/drawing/2014/main" id="{331FF64A-193D-4CE2-BB28-156139C415ED}"/>
                </a:ext>
              </a:extLst>
            </p:cNvPr>
            <p:cNvSpPr/>
            <p:nvPr/>
          </p:nvSpPr>
          <p:spPr>
            <a:xfrm>
              <a:off x="5556319" y="2854426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9" name="자유형: 도형 258">
              <a:extLst>
                <a:ext uri="{FF2B5EF4-FFF2-40B4-BE49-F238E27FC236}">
                  <a16:creationId xmlns:a16="http://schemas.microsoft.com/office/drawing/2014/main" id="{172230A8-B5E1-4471-ADEE-04C9872FA11A}"/>
                </a:ext>
              </a:extLst>
            </p:cNvPr>
            <p:cNvSpPr/>
            <p:nvPr/>
          </p:nvSpPr>
          <p:spPr>
            <a:xfrm>
              <a:off x="5556319" y="2920946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0" name="자유형: 도형 259">
              <a:extLst>
                <a:ext uri="{FF2B5EF4-FFF2-40B4-BE49-F238E27FC236}">
                  <a16:creationId xmlns:a16="http://schemas.microsoft.com/office/drawing/2014/main" id="{4CE03375-FD49-48B0-A603-200851107231}"/>
                </a:ext>
              </a:extLst>
            </p:cNvPr>
            <p:cNvSpPr/>
            <p:nvPr/>
          </p:nvSpPr>
          <p:spPr>
            <a:xfrm>
              <a:off x="5482409" y="3061371"/>
              <a:ext cx="44343" cy="36957"/>
            </a:xfrm>
            <a:custGeom>
              <a:avLst/>
              <a:gdLst>
                <a:gd name="connsiteX0" fmla="*/ 44343 w 44343"/>
                <a:gd name="connsiteY0" fmla="*/ 36958 h 36957"/>
                <a:gd name="connsiteX1" fmla="*/ 44343 w 44343"/>
                <a:gd name="connsiteY1" fmla="*/ 0 h 36957"/>
                <a:gd name="connsiteX2" fmla="*/ 0 w 44343"/>
                <a:gd name="connsiteY2" fmla="*/ 0 h 36957"/>
                <a:gd name="connsiteX3" fmla="*/ 0 w 44343"/>
                <a:gd name="connsiteY3" fmla="*/ 36958 h 36957"/>
                <a:gd name="connsiteX4" fmla="*/ 40651 w 44343"/>
                <a:gd name="connsiteY4" fmla="*/ 36958 h 36957"/>
                <a:gd name="connsiteX5" fmla="*/ 44343 w 44343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4343" y="36958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3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1" name="자유형: 도형 260">
              <a:extLst>
                <a:ext uri="{FF2B5EF4-FFF2-40B4-BE49-F238E27FC236}">
                  <a16:creationId xmlns:a16="http://schemas.microsoft.com/office/drawing/2014/main" id="{82A802DA-688C-49FA-965D-7C80AA2E9461}"/>
                </a:ext>
              </a:extLst>
            </p:cNvPr>
            <p:cNvSpPr/>
            <p:nvPr/>
          </p:nvSpPr>
          <p:spPr>
            <a:xfrm>
              <a:off x="5482409" y="3127891"/>
              <a:ext cx="44343" cy="36952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2" name="자유형: 도형 261">
              <a:extLst>
                <a:ext uri="{FF2B5EF4-FFF2-40B4-BE49-F238E27FC236}">
                  <a16:creationId xmlns:a16="http://schemas.microsoft.com/office/drawing/2014/main" id="{AFCD285E-CF8F-4248-94AB-EB37302D8FA5}"/>
                </a:ext>
              </a:extLst>
            </p:cNvPr>
            <p:cNvSpPr/>
            <p:nvPr/>
          </p:nvSpPr>
          <p:spPr>
            <a:xfrm>
              <a:off x="5556319" y="3061371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3" name="자유형: 도형 262">
              <a:extLst>
                <a:ext uri="{FF2B5EF4-FFF2-40B4-BE49-F238E27FC236}">
                  <a16:creationId xmlns:a16="http://schemas.microsoft.com/office/drawing/2014/main" id="{BD04327F-DE21-46E8-957F-85C9477D5BED}"/>
                </a:ext>
              </a:extLst>
            </p:cNvPr>
            <p:cNvSpPr/>
            <p:nvPr/>
          </p:nvSpPr>
          <p:spPr>
            <a:xfrm>
              <a:off x="5556319" y="3127891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4" name="자유형: 도형 263">
              <a:extLst>
                <a:ext uri="{FF2B5EF4-FFF2-40B4-BE49-F238E27FC236}">
                  <a16:creationId xmlns:a16="http://schemas.microsoft.com/office/drawing/2014/main" id="{D8D35C8C-3784-4744-A4F9-588B40B123D2}"/>
                </a:ext>
              </a:extLst>
            </p:cNvPr>
            <p:cNvSpPr/>
            <p:nvPr/>
          </p:nvSpPr>
          <p:spPr>
            <a:xfrm>
              <a:off x="4868958" y="2477488"/>
              <a:ext cx="428676" cy="88691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lnTo>
                    <a:pt x="428363" y="-269"/>
                  </a:lnTo>
                  <a:lnTo>
                    <a:pt x="428363" y="88422"/>
                  </a:lnTo>
                  <a:cubicBezTo>
                    <a:pt x="290961" y="50505"/>
                    <a:pt x="147674" y="53222"/>
                    <a:pt x="-314" y="88422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5" name="자유형: 도형 264">
              <a:extLst>
                <a:ext uri="{FF2B5EF4-FFF2-40B4-BE49-F238E27FC236}">
                  <a16:creationId xmlns:a16="http://schemas.microsoft.com/office/drawing/2014/main" id="{9C2D8F44-AEB3-489F-8E03-54BC22C00585}"/>
                </a:ext>
              </a:extLst>
            </p:cNvPr>
            <p:cNvSpPr/>
            <p:nvPr/>
          </p:nvSpPr>
          <p:spPr>
            <a:xfrm>
              <a:off x="4868958" y="2654871"/>
              <a:ext cx="428676" cy="88691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cubicBezTo>
                    <a:pt x="133482" y="39148"/>
                    <a:pt x="276373" y="39148"/>
                    <a:pt x="428363" y="-269"/>
                  </a:cubicBezTo>
                  <a:lnTo>
                    <a:pt x="428363" y="88422"/>
                  </a:lnTo>
                  <a:lnTo>
                    <a:pt x="-314" y="88422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6" name="자유형: 도형 265">
              <a:extLst>
                <a:ext uri="{FF2B5EF4-FFF2-40B4-BE49-F238E27FC236}">
                  <a16:creationId xmlns:a16="http://schemas.microsoft.com/office/drawing/2014/main" id="{0EF59F25-F866-4AF3-8648-A578C6B0FD26}"/>
                </a:ext>
              </a:extLst>
            </p:cNvPr>
            <p:cNvSpPr/>
            <p:nvPr/>
          </p:nvSpPr>
          <p:spPr>
            <a:xfrm>
              <a:off x="4868958" y="2832254"/>
              <a:ext cx="428676" cy="88691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lnTo>
                    <a:pt x="428363" y="-269"/>
                  </a:lnTo>
                  <a:lnTo>
                    <a:pt x="428363" y="88422"/>
                  </a:lnTo>
                  <a:cubicBezTo>
                    <a:pt x="282273" y="41774"/>
                    <a:pt x="139227" y="39572"/>
                    <a:pt x="-314" y="88422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7" name="자유형: 도형 266">
              <a:extLst>
                <a:ext uri="{FF2B5EF4-FFF2-40B4-BE49-F238E27FC236}">
                  <a16:creationId xmlns:a16="http://schemas.microsoft.com/office/drawing/2014/main" id="{99B5A67B-1393-4EE5-AD50-4C20E363A0BE}"/>
                </a:ext>
              </a:extLst>
            </p:cNvPr>
            <p:cNvSpPr/>
            <p:nvPr/>
          </p:nvSpPr>
          <p:spPr>
            <a:xfrm>
              <a:off x="4868958" y="3009637"/>
              <a:ext cx="428676" cy="88691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cubicBezTo>
                    <a:pt x="139495" y="53608"/>
                    <a:pt x="282514" y="51368"/>
                    <a:pt x="428363" y="-269"/>
                  </a:cubicBezTo>
                  <a:lnTo>
                    <a:pt x="428363" y="88422"/>
                  </a:lnTo>
                  <a:lnTo>
                    <a:pt x="-314" y="88422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8" name="자유형: 도형 267">
              <a:extLst>
                <a:ext uri="{FF2B5EF4-FFF2-40B4-BE49-F238E27FC236}">
                  <a16:creationId xmlns:a16="http://schemas.microsoft.com/office/drawing/2014/main" id="{C436CAC5-547E-4B57-8A56-C59F68D8E876}"/>
                </a:ext>
              </a:extLst>
            </p:cNvPr>
            <p:cNvSpPr/>
            <p:nvPr/>
          </p:nvSpPr>
          <p:spPr>
            <a:xfrm>
              <a:off x="6965946" y="2855551"/>
              <a:ext cx="508118" cy="181483"/>
            </a:xfrm>
            <a:custGeom>
              <a:avLst/>
              <a:gdLst>
                <a:gd name="connsiteX0" fmla="*/ 206610 w 508118"/>
                <a:gd name="connsiteY0" fmla="*/ -269 h 181483"/>
                <a:gd name="connsiteX1" fmla="*/ 507805 w 508118"/>
                <a:gd name="connsiteY1" fmla="*/ -269 h 181483"/>
                <a:gd name="connsiteX2" fmla="*/ 507805 w 508118"/>
                <a:gd name="connsiteY2" fmla="*/ 144861 h 181483"/>
                <a:gd name="connsiteX3" fmla="*/ 480901 w 508118"/>
                <a:gd name="connsiteY3" fmla="*/ 153281 h 181483"/>
                <a:gd name="connsiteX4" fmla="*/ 391400 w 508118"/>
                <a:gd name="connsiteY4" fmla="*/ 181214 h 181483"/>
                <a:gd name="connsiteX5" fmla="*/ 250986 w 508118"/>
                <a:gd name="connsiteY5" fmla="*/ 148688 h 181483"/>
                <a:gd name="connsiteX6" fmla="*/ 110732 w 508118"/>
                <a:gd name="connsiteY6" fmla="*/ 116184 h 181483"/>
                <a:gd name="connsiteX7" fmla="*/ 36666 w 508118"/>
                <a:gd name="connsiteY7" fmla="*/ 99028 h 181483"/>
                <a:gd name="connsiteX8" fmla="*/ -314 w 508118"/>
                <a:gd name="connsiteY8" fmla="*/ 85346 h 181483"/>
                <a:gd name="connsiteX9" fmla="*/ 206610 w 508118"/>
                <a:gd name="connsiteY9" fmla="*/ -269 h 18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8118" h="181483">
                  <a:moveTo>
                    <a:pt x="206610" y="-269"/>
                  </a:moveTo>
                  <a:lnTo>
                    <a:pt x="507805" y="-269"/>
                  </a:lnTo>
                  <a:lnTo>
                    <a:pt x="507805" y="144861"/>
                  </a:lnTo>
                  <a:lnTo>
                    <a:pt x="480901" y="153281"/>
                  </a:lnTo>
                  <a:lnTo>
                    <a:pt x="391400" y="181214"/>
                  </a:lnTo>
                  <a:lnTo>
                    <a:pt x="250986" y="148688"/>
                  </a:lnTo>
                  <a:lnTo>
                    <a:pt x="110732" y="116184"/>
                  </a:lnTo>
                  <a:lnTo>
                    <a:pt x="36666" y="99028"/>
                  </a:lnTo>
                  <a:lnTo>
                    <a:pt x="-314" y="85346"/>
                  </a:lnTo>
                  <a:cubicBezTo>
                    <a:pt x="30449" y="43136"/>
                    <a:pt x="86400" y="9935"/>
                    <a:pt x="206610" y="-269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9" name="자유형: 도형 268">
              <a:extLst>
                <a:ext uri="{FF2B5EF4-FFF2-40B4-BE49-F238E27FC236}">
                  <a16:creationId xmlns:a16="http://schemas.microsoft.com/office/drawing/2014/main" id="{821EC4B6-DAD9-42A2-AA20-1C6CFF22D813}"/>
                </a:ext>
              </a:extLst>
            </p:cNvPr>
            <p:cNvSpPr/>
            <p:nvPr/>
          </p:nvSpPr>
          <p:spPr>
            <a:xfrm>
              <a:off x="6908111" y="2941167"/>
              <a:ext cx="565952" cy="441721"/>
            </a:xfrm>
            <a:custGeom>
              <a:avLst/>
              <a:gdLst>
                <a:gd name="connsiteX0" fmla="*/ 565639 w 565952"/>
                <a:gd name="connsiteY0" fmla="*/ -269 h 441721"/>
                <a:gd name="connsiteX1" fmla="*/ 565639 w 565952"/>
                <a:gd name="connsiteY1" fmla="*/ 441452 h 441721"/>
                <a:gd name="connsiteX2" fmla="*/ 57521 w 565952"/>
                <a:gd name="connsiteY2" fmla="*/ 441452 h 441721"/>
                <a:gd name="connsiteX3" fmla="*/ 57093 w 565952"/>
                <a:gd name="connsiteY3" fmla="*/ 440653 h 441721"/>
                <a:gd name="connsiteX4" fmla="*/ 57093 w 565952"/>
                <a:gd name="connsiteY4" fmla="*/ 440632 h 441721"/>
                <a:gd name="connsiteX5" fmla="*/ 56664 w 565952"/>
                <a:gd name="connsiteY5" fmla="*/ 439737 h 441721"/>
                <a:gd name="connsiteX6" fmla="*/ 35334 w 565952"/>
                <a:gd name="connsiteY6" fmla="*/ 391964 h 441721"/>
                <a:gd name="connsiteX7" fmla="*/ 57521 w 565952"/>
                <a:gd name="connsiteY7" fmla="*/ -269 h 4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5952" h="441721">
                  <a:moveTo>
                    <a:pt x="565639" y="-269"/>
                  </a:moveTo>
                  <a:lnTo>
                    <a:pt x="565639" y="441452"/>
                  </a:lnTo>
                  <a:lnTo>
                    <a:pt x="57521" y="441452"/>
                  </a:lnTo>
                  <a:cubicBezTo>
                    <a:pt x="57360" y="441179"/>
                    <a:pt x="57253" y="440927"/>
                    <a:pt x="57093" y="440653"/>
                  </a:cubicBezTo>
                  <a:lnTo>
                    <a:pt x="57093" y="440632"/>
                  </a:lnTo>
                  <a:cubicBezTo>
                    <a:pt x="56969" y="440321"/>
                    <a:pt x="56830" y="440026"/>
                    <a:pt x="56664" y="439737"/>
                  </a:cubicBezTo>
                  <a:cubicBezTo>
                    <a:pt x="48732" y="423771"/>
                    <a:pt x="41620" y="407849"/>
                    <a:pt x="35334" y="391964"/>
                  </a:cubicBezTo>
                  <a:cubicBezTo>
                    <a:pt x="-17992" y="257562"/>
                    <a:pt x="-12204" y="126709"/>
                    <a:pt x="57521" y="-269"/>
                  </a:cubicBezTo>
                  <a:close/>
                </a:path>
              </a:pathLst>
            </a:custGeom>
            <a:solidFill>
              <a:srgbClr val="F2F2F2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0" name="자유형: 도형 269">
              <a:extLst>
                <a:ext uri="{FF2B5EF4-FFF2-40B4-BE49-F238E27FC236}">
                  <a16:creationId xmlns:a16="http://schemas.microsoft.com/office/drawing/2014/main" id="{4945369B-A743-4A27-9093-3B6DA916B9BE}"/>
                </a:ext>
              </a:extLst>
            </p:cNvPr>
            <p:cNvSpPr/>
            <p:nvPr/>
          </p:nvSpPr>
          <p:spPr>
            <a:xfrm>
              <a:off x="7183980" y="3150062"/>
              <a:ext cx="103473" cy="232814"/>
            </a:xfrm>
            <a:custGeom>
              <a:avLst/>
              <a:gdLst>
                <a:gd name="connsiteX0" fmla="*/ 0 w 103473"/>
                <a:gd name="connsiteY0" fmla="*/ 0 h 232814"/>
                <a:gd name="connsiteX1" fmla="*/ 103473 w 103473"/>
                <a:gd name="connsiteY1" fmla="*/ 0 h 232814"/>
                <a:gd name="connsiteX2" fmla="*/ 103473 w 103473"/>
                <a:gd name="connsiteY2" fmla="*/ 232814 h 232814"/>
                <a:gd name="connsiteX3" fmla="*/ 0 w 103473"/>
                <a:gd name="connsiteY3" fmla="*/ 232814 h 23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473" h="232814">
                  <a:moveTo>
                    <a:pt x="0" y="0"/>
                  </a:moveTo>
                  <a:lnTo>
                    <a:pt x="103473" y="0"/>
                  </a:lnTo>
                  <a:lnTo>
                    <a:pt x="103473" y="232814"/>
                  </a:lnTo>
                  <a:lnTo>
                    <a:pt x="0" y="232814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1" name="자유형: 도형 270">
              <a:extLst>
                <a:ext uri="{FF2B5EF4-FFF2-40B4-BE49-F238E27FC236}">
                  <a16:creationId xmlns:a16="http://schemas.microsoft.com/office/drawing/2014/main" id="{8DDC8540-CCD6-4A42-90CD-C64EC4038E92}"/>
                </a:ext>
              </a:extLst>
            </p:cNvPr>
            <p:cNvSpPr/>
            <p:nvPr/>
          </p:nvSpPr>
          <p:spPr>
            <a:xfrm>
              <a:off x="7028774" y="3179630"/>
              <a:ext cx="44343" cy="36952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0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0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2" name="자유형: 도형 271">
              <a:extLst>
                <a:ext uri="{FF2B5EF4-FFF2-40B4-BE49-F238E27FC236}">
                  <a16:creationId xmlns:a16="http://schemas.microsoft.com/office/drawing/2014/main" id="{DF94019A-EAAE-4EE2-BE26-66BEEBF9B42F}"/>
                </a:ext>
              </a:extLst>
            </p:cNvPr>
            <p:cNvSpPr/>
            <p:nvPr/>
          </p:nvSpPr>
          <p:spPr>
            <a:xfrm>
              <a:off x="7028774" y="3246145"/>
              <a:ext cx="44343" cy="36957"/>
            </a:xfrm>
            <a:custGeom>
              <a:avLst/>
              <a:gdLst>
                <a:gd name="connsiteX0" fmla="*/ 40650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0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0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0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3" name="자유형: 도형 272">
              <a:extLst>
                <a:ext uri="{FF2B5EF4-FFF2-40B4-BE49-F238E27FC236}">
                  <a16:creationId xmlns:a16="http://schemas.microsoft.com/office/drawing/2014/main" id="{6BFB1048-DF79-40A2-92E8-951D77089606}"/>
                </a:ext>
              </a:extLst>
            </p:cNvPr>
            <p:cNvSpPr/>
            <p:nvPr/>
          </p:nvSpPr>
          <p:spPr>
            <a:xfrm>
              <a:off x="7102679" y="3179625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4" name="자유형: 도형 273">
              <a:extLst>
                <a:ext uri="{FF2B5EF4-FFF2-40B4-BE49-F238E27FC236}">
                  <a16:creationId xmlns:a16="http://schemas.microsoft.com/office/drawing/2014/main" id="{AB067930-12D5-44BF-98CF-DADDE00A49E8}"/>
                </a:ext>
              </a:extLst>
            </p:cNvPr>
            <p:cNvSpPr/>
            <p:nvPr/>
          </p:nvSpPr>
          <p:spPr>
            <a:xfrm>
              <a:off x="7102679" y="3246145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5" name="자유형: 도형 274">
              <a:extLst>
                <a:ext uri="{FF2B5EF4-FFF2-40B4-BE49-F238E27FC236}">
                  <a16:creationId xmlns:a16="http://schemas.microsoft.com/office/drawing/2014/main" id="{8744A48D-6989-4C8B-BC14-3CDC50FED75B}"/>
                </a:ext>
              </a:extLst>
            </p:cNvPr>
            <p:cNvSpPr/>
            <p:nvPr/>
          </p:nvSpPr>
          <p:spPr>
            <a:xfrm>
              <a:off x="7331801" y="3179630"/>
              <a:ext cx="44343" cy="36952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0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0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6" name="자유형: 도형 275">
              <a:extLst>
                <a:ext uri="{FF2B5EF4-FFF2-40B4-BE49-F238E27FC236}">
                  <a16:creationId xmlns:a16="http://schemas.microsoft.com/office/drawing/2014/main" id="{A0DFEDCF-DA1E-493B-A0EE-81037A7C430A}"/>
                </a:ext>
              </a:extLst>
            </p:cNvPr>
            <p:cNvSpPr/>
            <p:nvPr/>
          </p:nvSpPr>
          <p:spPr>
            <a:xfrm>
              <a:off x="7331801" y="3246145"/>
              <a:ext cx="44343" cy="36957"/>
            </a:xfrm>
            <a:custGeom>
              <a:avLst/>
              <a:gdLst>
                <a:gd name="connsiteX0" fmla="*/ 40650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0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0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0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7" name="자유형: 도형 276">
              <a:extLst>
                <a:ext uri="{FF2B5EF4-FFF2-40B4-BE49-F238E27FC236}">
                  <a16:creationId xmlns:a16="http://schemas.microsoft.com/office/drawing/2014/main" id="{2868A23A-8696-4DE1-9570-27C4F5CCADA0}"/>
                </a:ext>
              </a:extLst>
            </p:cNvPr>
            <p:cNvSpPr/>
            <p:nvPr/>
          </p:nvSpPr>
          <p:spPr>
            <a:xfrm>
              <a:off x="7405706" y="3179625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8" name="자유형: 도형 277">
              <a:extLst>
                <a:ext uri="{FF2B5EF4-FFF2-40B4-BE49-F238E27FC236}">
                  <a16:creationId xmlns:a16="http://schemas.microsoft.com/office/drawing/2014/main" id="{3936D764-C20D-4FC9-95ED-99B10D45E3DC}"/>
                </a:ext>
              </a:extLst>
            </p:cNvPr>
            <p:cNvSpPr/>
            <p:nvPr/>
          </p:nvSpPr>
          <p:spPr>
            <a:xfrm>
              <a:off x="7405706" y="3246145"/>
              <a:ext cx="44345" cy="36954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9" name="자유형: 도형 278">
              <a:extLst>
                <a:ext uri="{FF2B5EF4-FFF2-40B4-BE49-F238E27FC236}">
                  <a16:creationId xmlns:a16="http://schemas.microsoft.com/office/drawing/2014/main" id="{7FB9156F-1A97-455E-A2ED-669608C76B2B}"/>
                </a:ext>
              </a:extLst>
            </p:cNvPr>
            <p:cNvSpPr/>
            <p:nvPr/>
          </p:nvSpPr>
          <p:spPr>
            <a:xfrm>
              <a:off x="7077008" y="2684053"/>
              <a:ext cx="300588" cy="236893"/>
            </a:xfrm>
            <a:custGeom>
              <a:avLst/>
              <a:gdLst>
                <a:gd name="connsiteX0" fmla="*/ -314 w 300588"/>
                <a:gd name="connsiteY0" fmla="*/ -269 h 236893"/>
                <a:gd name="connsiteX1" fmla="*/ 63382 w 300588"/>
                <a:gd name="connsiteY1" fmla="*/ -269 h 236893"/>
                <a:gd name="connsiteX2" fmla="*/ 300275 w 300588"/>
                <a:gd name="connsiteY2" fmla="*/ 236624 h 236893"/>
                <a:gd name="connsiteX3" fmla="*/ 300275 w 300588"/>
                <a:gd name="connsiteY3" fmla="*/ 236624 h 236893"/>
                <a:gd name="connsiteX4" fmla="*/ -314 w 300588"/>
                <a:gd name="connsiteY4" fmla="*/ 236624 h 23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88" h="236893">
                  <a:moveTo>
                    <a:pt x="-314" y="-269"/>
                  </a:moveTo>
                  <a:lnTo>
                    <a:pt x="63382" y="-269"/>
                  </a:lnTo>
                  <a:cubicBezTo>
                    <a:pt x="194214" y="-269"/>
                    <a:pt x="300275" y="105792"/>
                    <a:pt x="300275" y="236624"/>
                  </a:cubicBezTo>
                  <a:lnTo>
                    <a:pt x="300275" y="236624"/>
                  </a:lnTo>
                  <a:lnTo>
                    <a:pt x="-314" y="236624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BC3E728B-447D-4924-8778-84E991F5466E}"/>
                </a:ext>
              </a:extLst>
            </p:cNvPr>
            <p:cNvSpPr/>
            <p:nvPr/>
          </p:nvSpPr>
          <p:spPr>
            <a:xfrm>
              <a:off x="5147649" y="2040933"/>
              <a:ext cx="300588" cy="236893"/>
            </a:xfrm>
            <a:custGeom>
              <a:avLst/>
              <a:gdLst>
                <a:gd name="connsiteX0" fmla="*/ -314 w 300588"/>
                <a:gd name="connsiteY0" fmla="*/ -269 h 236893"/>
                <a:gd name="connsiteX1" fmla="*/ 63382 w 300588"/>
                <a:gd name="connsiteY1" fmla="*/ -269 h 236893"/>
                <a:gd name="connsiteX2" fmla="*/ 300275 w 300588"/>
                <a:gd name="connsiteY2" fmla="*/ 236624 h 236893"/>
                <a:gd name="connsiteX3" fmla="*/ 300275 w 300588"/>
                <a:gd name="connsiteY3" fmla="*/ 236624 h 236893"/>
                <a:gd name="connsiteX4" fmla="*/ -314 w 300588"/>
                <a:gd name="connsiteY4" fmla="*/ 236624 h 23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88" h="236893">
                  <a:moveTo>
                    <a:pt x="-314" y="-269"/>
                  </a:moveTo>
                  <a:lnTo>
                    <a:pt x="63382" y="-269"/>
                  </a:lnTo>
                  <a:cubicBezTo>
                    <a:pt x="194214" y="-269"/>
                    <a:pt x="300275" y="105792"/>
                    <a:pt x="300275" y="236624"/>
                  </a:cubicBezTo>
                  <a:lnTo>
                    <a:pt x="300275" y="236624"/>
                  </a:lnTo>
                  <a:lnTo>
                    <a:pt x="-314" y="236624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1" name="자유형: 도형 280">
              <a:extLst>
                <a:ext uri="{FF2B5EF4-FFF2-40B4-BE49-F238E27FC236}">
                  <a16:creationId xmlns:a16="http://schemas.microsoft.com/office/drawing/2014/main" id="{29DB3CDE-4ECD-45FA-8B6E-CA1393854B75}"/>
                </a:ext>
              </a:extLst>
            </p:cNvPr>
            <p:cNvSpPr/>
            <p:nvPr/>
          </p:nvSpPr>
          <p:spPr>
            <a:xfrm>
              <a:off x="6165922" y="2635819"/>
              <a:ext cx="300588" cy="236893"/>
            </a:xfrm>
            <a:custGeom>
              <a:avLst/>
              <a:gdLst>
                <a:gd name="connsiteX0" fmla="*/ -314 w 300588"/>
                <a:gd name="connsiteY0" fmla="*/ -269 h 236893"/>
                <a:gd name="connsiteX1" fmla="*/ 63382 w 300588"/>
                <a:gd name="connsiteY1" fmla="*/ -269 h 236893"/>
                <a:gd name="connsiteX2" fmla="*/ 300275 w 300588"/>
                <a:gd name="connsiteY2" fmla="*/ 236624 h 236893"/>
                <a:gd name="connsiteX3" fmla="*/ 300275 w 300588"/>
                <a:gd name="connsiteY3" fmla="*/ 236624 h 236893"/>
                <a:gd name="connsiteX4" fmla="*/ -314 w 300588"/>
                <a:gd name="connsiteY4" fmla="*/ 236624 h 23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88" h="236893">
                  <a:moveTo>
                    <a:pt x="-314" y="-269"/>
                  </a:moveTo>
                  <a:lnTo>
                    <a:pt x="63382" y="-269"/>
                  </a:lnTo>
                  <a:cubicBezTo>
                    <a:pt x="194214" y="-269"/>
                    <a:pt x="300275" y="105792"/>
                    <a:pt x="300275" y="236624"/>
                  </a:cubicBezTo>
                  <a:lnTo>
                    <a:pt x="300275" y="236624"/>
                  </a:lnTo>
                  <a:lnTo>
                    <a:pt x="-314" y="236624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2" name="자유형: 도형 281">
              <a:extLst>
                <a:ext uri="{FF2B5EF4-FFF2-40B4-BE49-F238E27FC236}">
                  <a16:creationId xmlns:a16="http://schemas.microsoft.com/office/drawing/2014/main" id="{DA7A4EE2-07CA-4C6C-A381-03CEBFBC4E60}"/>
                </a:ext>
              </a:extLst>
            </p:cNvPr>
            <p:cNvSpPr/>
            <p:nvPr/>
          </p:nvSpPr>
          <p:spPr>
            <a:xfrm>
              <a:off x="7077008" y="3009637"/>
              <a:ext cx="300590" cy="88691"/>
            </a:xfrm>
            <a:custGeom>
              <a:avLst/>
              <a:gdLst>
                <a:gd name="connsiteX0" fmla="*/ 0 w 300590"/>
                <a:gd name="connsiteY0" fmla="*/ 0 h 88691"/>
                <a:gd name="connsiteX1" fmla="*/ 300591 w 300590"/>
                <a:gd name="connsiteY1" fmla="*/ 0 h 88691"/>
                <a:gd name="connsiteX2" fmla="*/ 300591 w 300590"/>
                <a:gd name="connsiteY2" fmla="*/ 88691 h 88691"/>
                <a:gd name="connsiteX3" fmla="*/ 0 w 300590"/>
                <a:gd name="connsiteY3" fmla="*/ 88691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590" h="88691">
                  <a:moveTo>
                    <a:pt x="0" y="0"/>
                  </a:moveTo>
                  <a:lnTo>
                    <a:pt x="300591" y="0"/>
                  </a:lnTo>
                  <a:lnTo>
                    <a:pt x="300591" y="88691"/>
                  </a:lnTo>
                  <a:lnTo>
                    <a:pt x="0" y="88691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3" name="자유형: 도형 282">
              <a:extLst>
                <a:ext uri="{FF2B5EF4-FFF2-40B4-BE49-F238E27FC236}">
                  <a16:creationId xmlns:a16="http://schemas.microsoft.com/office/drawing/2014/main" id="{6A210F89-ED4D-4657-8F50-D404B205C400}"/>
                </a:ext>
              </a:extLst>
            </p:cNvPr>
            <p:cNvSpPr/>
            <p:nvPr/>
          </p:nvSpPr>
          <p:spPr>
            <a:xfrm>
              <a:off x="4419247" y="3379211"/>
              <a:ext cx="3054818" cy="10718"/>
            </a:xfrm>
            <a:custGeom>
              <a:avLst/>
              <a:gdLst>
                <a:gd name="connsiteX0" fmla="*/ 0 w 3054818"/>
                <a:gd name="connsiteY0" fmla="*/ 0 h 10718"/>
                <a:gd name="connsiteX1" fmla="*/ 3054818 w 3054818"/>
                <a:gd name="connsiteY1" fmla="*/ 0 h 10718"/>
                <a:gd name="connsiteX2" fmla="*/ 3054818 w 3054818"/>
                <a:gd name="connsiteY2" fmla="*/ 10719 h 10718"/>
                <a:gd name="connsiteX3" fmla="*/ 0 w 3054818"/>
                <a:gd name="connsiteY3" fmla="*/ 10719 h 10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4818" h="10718">
                  <a:moveTo>
                    <a:pt x="0" y="0"/>
                  </a:moveTo>
                  <a:lnTo>
                    <a:pt x="3054818" y="0"/>
                  </a:lnTo>
                  <a:lnTo>
                    <a:pt x="3054818" y="10719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4" name="자유형: 도형 283">
              <a:extLst>
                <a:ext uri="{FF2B5EF4-FFF2-40B4-BE49-F238E27FC236}">
                  <a16:creationId xmlns:a16="http://schemas.microsoft.com/office/drawing/2014/main" id="{C4FEC323-A257-4272-BA3A-B335F5CDD838}"/>
                </a:ext>
              </a:extLst>
            </p:cNvPr>
            <p:cNvSpPr/>
            <p:nvPr/>
          </p:nvSpPr>
          <p:spPr>
            <a:xfrm>
              <a:off x="4690273" y="2955797"/>
              <a:ext cx="10718" cy="423387"/>
            </a:xfrm>
            <a:custGeom>
              <a:avLst/>
              <a:gdLst>
                <a:gd name="connsiteX0" fmla="*/ 0 w 10718"/>
                <a:gd name="connsiteY0" fmla="*/ 0 h 423387"/>
                <a:gd name="connsiteX1" fmla="*/ 10719 w 10718"/>
                <a:gd name="connsiteY1" fmla="*/ 0 h 423387"/>
                <a:gd name="connsiteX2" fmla="*/ 10719 w 10718"/>
                <a:gd name="connsiteY2" fmla="*/ 423387 h 423387"/>
                <a:gd name="connsiteX3" fmla="*/ 0 w 10718"/>
                <a:gd name="connsiteY3" fmla="*/ 423387 h 42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18" h="423387">
                  <a:moveTo>
                    <a:pt x="0" y="0"/>
                  </a:moveTo>
                  <a:lnTo>
                    <a:pt x="10719" y="0"/>
                  </a:lnTo>
                  <a:lnTo>
                    <a:pt x="10719" y="423387"/>
                  </a:lnTo>
                  <a:lnTo>
                    <a:pt x="0" y="42338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5" name="자유형: 도형 284">
              <a:extLst>
                <a:ext uri="{FF2B5EF4-FFF2-40B4-BE49-F238E27FC236}">
                  <a16:creationId xmlns:a16="http://schemas.microsoft.com/office/drawing/2014/main" id="{7AFDEEE4-0E6B-4440-B189-231C1DE2FA91}"/>
                </a:ext>
              </a:extLst>
            </p:cNvPr>
            <p:cNvSpPr/>
            <p:nvPr/>
          </p:nvSpPr>
          <p:spPr>
            <a:xfrm>
              <a:off x="4586767" y="2742175"/>
              <a:ext cx="213150" cy="536131"/>
            </a:xfrm>
            <a:custGeom>
              <a:avLst/>
              <a:gdLst>
                <a:gd name="connsiteX0" fmla="*/ 212834 w 213150"/>
                <a:gd name="connsiteY0" fmla="*/ 267311 h 536131"/>
                <a:gd name="connsiteX1" fmla="*/ 109356 w 213150"/>
                <a:gd name="connsiteY1" fmla="*/ 535862 h 536131"/>
                <a:gd name="connsiteX2" fmla="*/ 3407 w 213150"/>
                <a:gd name="connsiteY2" fmla="*/ 268276 h 536131"/>
                <a:gd name="connsiteX3" fmla="*/ 106885 w 213150"/>
                <a:gd name="connsiteY3" fmla="*/ -269 h 536131"/>
                <a:gd name="connsiteX4" fmla="*/ 212834 w 213150"/>
                <a:gd name="connsiteY4" fmla="*/ 267311 h 536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150" h="536131">
                  <a:moveTo>
                    <a:pt x="212834" y="267311"/>
                  </a:moveTo>
                  <a:cubicBezTo>
                    <a:pt x="213514" y="415363"/>
                    <a:pt x="109356" y="535862"/>
                    <a:pt x="109356" y="535862"/>
                  </a:cubicBezTo>
                  <a:cubicBezTo>
                    <a:pt x="109356" y="535862"/>
                    <a:pt x="-24038" y="413760"/>
                    <a:pt x="3407" y="268276"/>
                  </a:cubicBezTo>
                  <a:cubicBezTo>
                    <a:pt x="31002" y="121966"/>
                    <a:pt x="117020" y="352"/>
                    <a:pt x="106885" y="-269"/>
                  </a:cubicBezTo>
                  <a:cubicBezTo>
                    <a:pt x="106885" y="-269"/>
                    <a:pt x="212148" y="119265"/>
                    <a:pt x="212834" y="267311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6" name="자유형: 도형 285">
              <a:extLst>
                <a:ext uri="{FF2B5EF4-FFF2-40B4-BE49-F238E27FC236}">
                  <a16:creationId xmlns:a16="http://schemas.microsoft.com/office/drawing/2014/main" id="{1E74FF04-BC41-4EE1-AB27-A6F90B8BF181}"/>
                </a:ext>
              </a:extLst>
            </p:cNvPr>
            <p:cNvSpPr/>
            <p:nvPr/>
          </p:nvSpPr>
          <p:spPr>
            <a:xfrm>
              <a:off x="5762139" y="2955797"/>
              <a:ext cx="10718" cy="423387"/>
            </a:xfrm>
            <a:custGeom>
              <a:avLst/>
              <a:gdLst>
                <a:gd name="connsiteX0" fmla="*/ 0 w 10718"/>
                <a:gd name="connsiteY0" fmla="*/ 0 h 423387"/>
                <a:gd name="connsiteX1" fmla="*/ 10719 w 10718"/>
                <a:gd name="connsiteY1" fmla="*/ 0 h 423387"/>
                <a:gd name="connsiteX2" fmla="*/ 10719 w 10718"/>
                <a:gd name="connsiteY2" fmla="*/ 423387 h 423387"/>
                <a:gd name="connsiteX3" fmla="*/ 0 w 10718"/>
                <a:gd name="connsiteY3" fmla="*/ 423387 h 42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18" h="423387">
                  <a:moveTo>
                    <a:pt x="0" y="0"/>
                  </a:moveTo>
                  <a:lnTo>
                    <a:pt x="10719" y="0"/>
                  </a:lnTo>
                  <a:lnTo>
                    <a:pt x="10719" y="423387"/>
                  </a:lnTo>
                  <a:lnTo>
                    <a:pt x="0" y="42338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7" name="자유형: 도형 286">
              <a:extLst>
                <a:ext uri="{FF2B5EF4-FFF2-40B4-BE49-F238E27FC236}">
                  <a16:creationId xmlns:a16="http://schemas.microsoft.com/office/drawing/2014/main" id="{085EC264-3CBC-4E37-B4D6-55341660F402}"/>
                </a:ext>
              </a:extLst>
            </p:cNvPr>
            <p:cNvSpPr/>
            <p:nvPr/>
          </p:nvSpPr>
          <p:spPr>
            <a:xfrm>
              <a:off x="5662350" y="2742175"/>
              <a:ext cx="210014" cy="536131"/>
            </a:xfrm>
            <a:custGeom>
              <a:avLst/>
              <a:gdLst>
                <a:gd name="connsiteX0" fmla="*/ 209116 w 210014"/>
                <a:gd name="connsiteY0" fmla="*/ 267311 h 536131"/>
                <a:gd name="connsiteX1" fmla="*/ 105638 w 210014"/>
                <a:gd name="connsiteY1" fmla="*/ 535862 h 536131"/>
                <a:gd name="connsiteX2" fmla="*/ -310 w 210014"/>
                <a:gd name="connsiteY2" fmla="*/ 268276 h 536131"/>
                <a:gd name="connsiteX3" fmla="*/ 103168 w 210014"/>
                <a:gd name="connsiteY3" fmla="*/ -269 h 536131"/>
                <a:gd name="connsiteX4" fmla="*/ 209116 w 210014"/>
                <a:gd name="connsiteY4" fmla="*/ 267311 h 536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014" h="536131">
                  <a:moveTo>
                    <a:pt x="209116" y="267311"/>
                  </a:moveTo>
                  <a:cubicBezTo>
                    <a:pt x="218774" y="415047"/>
                    <a:pt x="105638" y="535862"/>
                    <a:pt x="105638" y="535862"/>
                  </a:cubicBezTo>
                  <a:cubicBezTo>
                    <a:pt x="105638" y="535862"/>
                    <a:pt x="370" y="416327"/>
                    <a:pt x="-310" y="268276"/>
                  </a:cubicBezTo>
                  <a:cubicBezTo>
                    <a:pt x="-996" y="120230"/>
                    <a:pt x="103168" y="-269"/>
                    <a:pt x="103168" y="-269"/>
                  </a:cubicBezTo>
                  <a:cubicBezTo>
                    <a:pt x="93012" y="40312"/>
                    <a:pt x="201297" y="147777"/>
                    <a:pt x="209116" y="267311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8" name="자유형: 도형 287">
              <a:extLst>
                <a:ext uri="{FF2B5EF4-FFF2-40B4-BE49-F238E27FC236}">
                  <a16:creationId xmlns:a16="http://schemas.microsoft.com/office/drawing/2014/main" id="{28F5D58B-D222-4AA7-AEA2-E4A0B7001926}"/>
                </a:ext>
              </a:extLst>
            </p:cNvPr>
            <p:cNvSpPr/>
            <p:nvPr/>
          </p:nvSpPr>
          <p:spPr>
            <a:xfrm>
              <a:off x="5076477" y="2244797"/>
              <a:ext cx="660896" cy="194200"/>
            </a:xfrm>
            <a:custGeom>
              <a:avLst/>
              <a:gdLst>
                <a:gd name="connsiteX0" fmla="*/ 0 w 660896"/>
                <a:gd name="connsiteY0" fmla="*/ 22777 h 194200"/>
                <a:gd name="connsiteX1" fmla="*/ 465586 w 660896"/>
                <a:gd name="connsiteY1" fmla="*/ 0 h 194200"/>
                <a:gd name="connsiteX2" fmla="*/ 660897 w 660896"/>
                <a:gd name="connsiteY2" fmla="*/ 163025 h 194200"/>
                <a:gd name="connsiteX3" fmla="*/ 626366 w 660896"/>
                <a:gd name="connsiteY3" fmla="*/ 194201 h 194200"/>
                <a:gd name="connsiteX4" fmla="*/ 317085 w 660896"/>
                <a:gd name="connsiteY4" fmla="*/ 187239 h 194200"/>
                <a:gd name="connsiteX5" fmla="*/ 0 w 660896"/>
                <a:gd name="connsiteY5" fmla="*/ 22777 h 19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896" h="194200">
                  <a:moveTo>
                    <a:pt x="0" y="22777"/>
                  </a:moveTo>
                  <a:lnTo>
                    <a:pt x="465586" y="0"/>
                  </a:lnTo>
                  <a:lnTo>
                    <a:pt x="660897" y="163025"/>
                  </a:lnTo>
                  <a:lnTo>
                    <a:pt x="626366" y="194201"/>
                  </a:lnTo>
                  <a:lnTo>
                    <a:pt x="317085" y="187239"/>
                  </a:lnTo>
                  <a:lnTo>
                    <a:pt x="0" y="2277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9" name="자유형: 도형 288">
              <a:extLst>
                <a:ext uri="{FF2B5EF4-FFF2-40B4-BE49-F238E27FC236}">
                  <a16:creationId xmlns:a16="http://schemas.microsoft.com/office/drawing/2014/main" id="{D712B89E-CEC2-4E3D-97F9-8D96BB30B572}"/>
                </a:ext>
              </a:extLst>
            </p:cNvPr>
            <p:cNvSpPr/>
            <p:nvPr/>
          </p:nvSpPr>
          <p:spPr>
            <a:xfrm>
              <a:off x="4403811" y="2861103"/>
              <a:ext cx="208102" cy="194222"/>
            </a:xfrm>
            <a:custGeom>
              <a:avLst/>
              <a:gdLst>
                <a:gd name="connsiteX0" fmla="*/ 207789 w 208102"/>
                <a:gd name="connsiteY0" fmla="*/ 162761 h 194222"/>
                <a:gd name="connsiteX1" fmla="*/ 182708 w 208102"/>
                <a:gd name="connsiteY1" fmla="*/ 185432 h 194222"/>
                <a:gd name="connsiteX2" fmla="*/ 179653 w 208102"/>
                <a:gd name="connsiteY2" fmla="*/ 188165 h 194222"/>
                <a:gd name="connsiteX3" fmla="*/ 173275 w 208102"/>
                <a:gd name="connsiteY3" fmla="*/ 193953 h 194222"/>
                <a:gd name="connsiteX4" fmla="*/ 15121 w 208102"/>
                <a:gd name="connsiteY4" fmla="*/ 190416 h 194222"/>
                <a:gd name="connsiteX5" fmla="*/ 15121 w 208102"/>
                <a:gd name="connsiteY5" fmla="*/ 3589 h 194222"/>
                <a:gd name="connsiteX6" fmla="*/ -314 w 208102"/>
                <a:gd name="connsiteY6" fmla="*/ 374 h 194222"/>
                <a:gd name="connsiteX7" fmla="*/ 12495 w 208102"/>
                <a:gd name="connsiteY7" fmla="*/ -269 h 194222"/>
                <a:gd name="connsiteX8" fmla="*/ 15121 w 208102"/>
                <a:gd name="connsiteY8" fmla="*/ 1928 h 194222"/>
                <a:gd name="connsiteX9" fmla="*/ 39614 w 208102"/>
                <a:gd name="connsiteY9" fmla="*/ 22347 h 194222"/>
                <a:gd name="connsiteX10" fmla="*/ 109285 w 208102"/>
                <a:gd name="connsiteY10" fmla="*/ 80549 h 194222"/>
                <a:gd name="connsiteX11" fmla="*/ 187102 w 208102"/>
                <a:gd name="connsiteY11" fmla="*/ 145505 h 19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8102" h="194222">
                  <a:moveTo>
                    <a:pt x="207789" y="162761"/>
                  </a:moveTo>
                  <a:lnTo>
                    <a:pt x="182708" y="185432"/>
                  </a:lnTo>
                  <a:lnTo>
                    <a:pt x="179653" y="188165"/>
                  </a:lnTo>
                  <a:lnTo>
                    <a:pt x="173275" y="193953"/>
                  </a:lnTo>
                  <a:lnTo>
                    <a:pt x="15121" y="190416"/>
                  </a:lnTo>
                  <a:lnTo>
                    <a:pt x="15121" y="3589"/>
                  </a:lnTo>
                  <a:cubicBezTo>
                    <a:pt x="9976" y="2464"/>
                    <a:pt x="4831" y="1392"/>
                    <a:pt x="-314" y="374"/>
                  </a:cubicBezTo>
                  <a:lnTo>
                    <a:pt x="12495" y="-269"/>
                  </a:lnTo>
                  <a:lnTo>
                    <a:pt x="15121" y="1928"/>
                  </a:lnTo>
                  <a:lnTo>
                    <a:pt x="39614" y="22347"/>
                  </a:lnTo>
                  <a:lnTo>
                    <a:pt x="109285" y="80549"/>
                  </a:lnTo>
                  <a:lnTo>
                    <a:pt x="187102" y="14550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0" name="자유형: 도형 289">
              <a:extLst>
                <a:ext uri="{FF2B5EF4-FFF2-40B4-BE49-F238E27FC236}">
                  <a16:creationId xmlns:a16="http://schemas.microsoft.com/office/drawing/2014/main" id="{5B56CDF2-20E4-4522-A06D-19E999EE3628}"/>
                </a:ext>
              </a:extLst>
            </p:cNvPr>
            <p:cNvSpPr/>
            <p:nvPr/>
          </p:nvSpPr>
          <p:spPr>
            <a:xfrm>
              <a:off x="6094750" y="2861120"/>
              <a:ext cx="660896" cy="194200"/>
            </a:xfrm>
            <a:custGeom>
              <a:avLst/>
              <a:gdLst>
                <a:gd name="connsiteX0" fmla="*/ 0 w 660896"/>
                <a:gd name="connsiteY0" fmla="*/ 22777 h 194200"/>
                <a:gd name="connsiteX1" fmla="*/ 465586 w 660896"/>
                <a:gd name="connsiteY1" fmla="*/ 0 h 194200"/>
                <a:gd name="connsiteX2" fmla="*/ 660896 w 660896"/>
                <a:gd name="connsiteY2" fmla="*/ 163025 h 194200"/>
                <a:gd name="connsiteX3" fmla="*/ 626366 w 660896"/>
                <a:gd name="connsiteY3" fmla="*/ 194201 h 194200"/>
                <a:gd name="connsiteX4" fmla="*/ 317085 w 660896"/>
                <a:gd name="connsiteY4" fmla="*/ 187239 h 194200"/>
                <a:gd name="connsiteX5" fmla="*/ 0 w 660896"/>
                <a:gd name="connsiteY5" fmla="*/ 22777 h 19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896" h="194200">
                  <a:moveTo>
                    <a:pt x="0" y="22777"/>
                  </a:moveTo>
                  <a:lnTo>
                    <a:pt x="465586" y="0"/>
                  </a:lnTo>
                  <a:lnTo>
                    <a:pt x="660896" y="163025"/>
                  </a:lnTo>
                  <a:lnTo>
                    <a:pt x="626366" y="194201"/>
                  </a:lnTo>
                  <a:lnTo>
                    <a:pt x="317085" y="187239"/>
                  </a:lnTo>
                  <a:lnTo>
                    <a:pt x="0" y="2277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292" name="그래픽 291">
            <a:extLst>
              <a:ext uri="{FF2B5EF4-FFF2-40B4-BE49-F238E27FC236}">
                <a16:creationId xmlns:a16="http://schemas.microsoft.com/office/drawing/2014/main" id="{0EA42603-BB24-4731-9907-6B974EA81D3C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919692" y="2447297"/>
            <a:ext cx="2919993" cy="1759296"/>
          </a:xfrm>
          <a:prstGeom prst="rect">
            <a:avLst/>
          </a:prstGeom>
        </p:spPr>
      </p:pic>
      <p:sp>
        <p:nvSpPr>
          <p:cNvPr id="293" name="TextBox 292">
            <a:extLst>
              <a:ext uri="{FF2B5EF4-FFF2-40B4-BE49-F238E27FC236}">
                <a16:creationId xmlns:a16="http://schemas.microsoft.com/office/drawing/2014/main" id="{EB8193ED-6F22-48E0-A9C0-9CF07CDC4826}"/>
              </a:ext>
            </a:extLst>
          </p:cNvPr>
          <p:cNvSpPr txBox="1"/>
          <p:nvPr/>
        </p:nvSpPr>
        <p:spPr>
          <a:xfrm>
            <a:off x="6125121" y="5049180"/>
            <a:ext cx="2491159" cy="48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해당 지역의 날씨로 추천엔진을 이용해 음식 카테고리 추천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2D2E7D8F-975D-4214-BC0F-C2D4FF61B48E}"/>
              </a:ext>
            </a:extLst>
          </p:cNvPr>
          <p:cNvSpPr txBox="1"/>
          <p:nvPr/>
        </p:nvSpPr>
        <p:spPr>
          <a:xfrm>
            <a:off x="6384032" y="4267879"/>
            <a:ext cx="1932326" cy="675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3</a:t>
            </a:r>
            <a:r>
              <a:rPr lang="en-US" altLang="ko-KR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. </a:t>
            </a:r>
            <a:r>
              <a: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음식 카테고리 추천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A8DB2C42-5B85-41D0-99B2-2002B3EAA560}"/>
              </a:ext>
            </a:extLst>
          </p:cNvPr>
          <p:cNvSpPr txBox="1"/>
          <p:nvPr/>
        </p:nvSpPr>
        <p:spPr>
          <a:xfrm>
            <a:off x="9436189" y="5005652"/>
            <a:ext cx="2122805" cy="691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이용자가 선택한 음식 카테고리에 해당하는 음식점 목록을 추천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C6855F52-EE33-4A45-8E57-B864EEB0E419}"/>
              </a:ext>
            </a:extLst>
          </p:cNvPr>
          <p:cNvSpPr txBox="1"/>
          <p:nvPr/>
        </p:nvSpPr>
        <p:spPr>
          <a:xfrm>
            <a:off x="9571206" y="4302496"/>
            <a:ext cx="1889390" cy="386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6E66D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4. </a:t>
            </a:r>
            <a:r>
              <a:rPr lang="ko-KR" altLang="en-US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6E66D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음식점 추천</a:t>
            </a:r>
            <a:endParaRPr lang="en-US" altLang="ko-KR" sz="19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6E66D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cxnSp>
        <p:nvCxnSpPr>
          <p:cNvPr id="298" name="직선 연결선 297">
            <a:extLst>
              <a:ext uri="{FF2B5EF4-FFF2-40B4-BE49-F238E27FC236}">
                <a16:creationId xmlns:a16="http://schemas.microsoft.com/office/drawing/2014/main" id="{F6FCEC3B-59E4-445F-980F-301B47517261}"/>
              </a:ext>
            </a:extLst>
          </p:cNvPr>
          <p:cNvCxnSpPr/>
          <p:nvPr/>
        </p:nvCxnSpPr>
        <p:spPr>
          <a:xfrm>
            <a:off x="2783632" y="2150746"/>
            <a:ext cx="0" cy="47074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1E1C63A3-B9D1-4E15-906C-78F825730C40}"/>
              </a:ext>
            </a:extLst>
          </p:cNvPr>
          <p:cNvCxnSpPr/>
          <p:nvPr/>
        </p:nvCxnSpPr>
        <p:spPr>
          <a:xfrm>
            <a:off x="5807968" y="2150511"/>
            <a:ext cx="0" cy="47074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직선 연결선 299">
            <a:extLst>
              <a:ext uri="{FF2B5EF4-FFF2-40B4-BE49-F238E27FC236}">
                <a16:creationId xmlns:a16="http://schemas.microsoft.com/office/drawing/2014/main" id="{BEF6AF1E-23BE-4033-8288-F44B35CB2033}"/>
              </a:ext>
            </a:extLst>
          </p:cNvPr>
          <p:cNvCxnSpPr/>
          <p:nvPr/>
        </p:nvCxnSpPr>
        <p:spPr>
          <a:xfrm>
            <a:off x="8940316" y="2150511"/>
            <a:ext cx="0" cy="47074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화살표: 오른쪽 302">
            <a:extLst>
              <a:ext uri="{FF2B5EF4-FFF2-40B4-BE49-F238E27FC236}">
                <a16:creationId xmlns:a16="http://schemas.microsoft.com/office/drawing/2014/main" id="{F462550B-7516-4F48-8DBC-C068CAACE33C}"/>
              </a:ext>
            </a:extLst>
          </p:cNvPr>
          <p:cNvSpPr/>
          <p:nvPr/>
        </p:nvSpPr>
        <p:spPr>
          <a:xfrm>
            <a:off x="2469301" y="4635043"/>
            <a:ext cx="674371" cy="2724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화살표: 오른쪽 304">
            <a:extLst>
              <a:ext uri="{FF2B5EF4-FFF2-40B4-BE49-F238E27FC236}">
                <a16:creationId xmlns:a16="http://schemas.microsoft.com/office/drawing/2014/main" id="{A1C7DAB0-A7D1-415F-AA4C-0669F2F1008C}"/>
              </a:ext>
            </a:extLst>
          </p:cNvPr>
          <p:cNvSpPr/>
          <p:nvPr/>
        </p:nvSpPr>
        <p:spPr>
          <a:xfrm>
            <a:off x="5493637" y="4635043"/>
            <a:ext cx="674371" cy="2724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6" name="화살표: 오른쪽 305">
            <a:extLst>
              <a:ext uri="{FF2B5EF4-FFF2-40B4-BE49-F238E27FC236}">
                <a16:creationId xmlns:a16="http://schemas.microsoft.com/office/drawing/2014/main" id="{28E7E554-AB9B-4EE4-BFAB-16EC1D61621A}"/>
              </a:ext>
            </a:extLst>
          </p:cNvPr>
          <p:cNvSpPr/>
          <p:nvPr/>
        </p:nvSpPr>
        <p:spPr>
          <a:xfrm>
            <a:off x="8629279" y="4652730"/>
            <a:ext cx="674371" cy="2724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1-4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팀 구성 및 역할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746742"/>
              </p:ext>
            </p:extLst>
          </p:nvPr>
        </p:nvGraphicFramePr>
        <p:xfrm>
          <a:off x="301789" y="2401104"/>
          <a:ext cx="11588421" cy="3787191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318117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548048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722256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803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훈련생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역할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담당 업무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7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최연흠</a:t>
                      </a:r>
                      <a:endParaRPr lang="ko-KR" altLang="en-US" sz="19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팀장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이승준</a:t>
                      </a:r>
                      <a:endParaRPr lang="ko-KR" altLang="en-US" sz="19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팀원</a:t>
                      </a:r>
                      <a:endParaRPr kumimoji="0" lang="en-US" altLang="ko-KR" sz="17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7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유재욱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팀원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㈜</a:t>
                      </a:r>
                      <a:r>
                        <a:rPr kumimoji="0" lang="ko-KR" altLang="en-US" sz="17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라스테크</a:t>
                      </a:r>
                      <a:endParaRPr kumimoji="0" lang="en-US" altLang="ko-KR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정상윤 멘토님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멘토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1661" y="5923052"/>
            <a:ext cx="113480" cy="11348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302906" y="3280858"/>
            <a:ext cx="2802884" cy="370613"/>
            <a:chOff x="4525645" y="3492500"/>
            <a:chExt cx="2713355" cy="35877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645" y="349250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645" y="349250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575" y="3566795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2850" y="3519170"/>
              <a:ext cx="186626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전체 시스템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356621" y="3280858"/>
            <a:ext cx="2802884" cy="370613"/>
            <a:chOff x="7579360" y="3492500"/>
            <a:chExt cx="2713355" cy="35877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360" y="349250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360" y="349250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15" y="3519170"/>
              <a:ext cx="203073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정제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326401" y="4039683"/>
            <a:ext cx="2802884" cy="3706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302906" y="4039683"/>
            <a:ext cx="370613" cy="370613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70216" y="4129606"/>
            <a:ext cx="224336" cy="19941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302906" y="4834068"/>
            <a:ext cx="2802884" cy="370613"/>
            <a:chOff x="4525645" y="5045710"/>
            <a:chExt cx="2713355" cy="35877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645" y="504571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645" y="504571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2850" y="5072380"/>
              <a:ext cx="197612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수집모델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356621" y="4834068"/>
            <a:ext cx="2802884" cy="370613"/>
            <a:chOff x="7579360" y="5045710"/>
            <a:chExt cx="2713355" cy="35877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360" y="504571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360" y="504571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15" y="5072380"/>
              <a:ext cx="186626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텍스트 마이닝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415" y="5153660"/>
              <a:ext cx="240665" cy="150495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356621" y="4033376"/>
            <a:ext cx="2802886" cy="568055"/>
            <a:chOff x="7579360" y="4251325"/>
            <a:chExt cx="2713355" cy="549910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360" y="4251325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360" y="4251325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15" y="4277995"/>
              <a:ext cx="215900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모델링 및 시각화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>
                <a:defRPr/>
              </a:pP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50480" y="4316730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302905" y="5599878"/>
            <a:ext cx="4494585" cy="370613"/>
            <a:chOff x="4525645" y="5811520"/>
            <a:chExt cx="4351020" cy="35877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645" y="5811520"/>
              <a:ext cx="374967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645" y="581152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2850" y="5837555"/>
              <a:ext cx="385381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주제 선정 피드백</a:t>
              </a: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 질의응답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606925" y="5897245"/>
              <a:ext cx="186690" cy="182880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5" name="_x278651016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9090" y="5013960"/>
            <a:ext cx="1692910" cy="1372870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969F3684-33E6-E58A-09AC-85913516B8A8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r="4407" b="11555"/>
          <a:stretch/>
        </p:blipFill>
        <p:spPr>
          <a:xfrm>
            <a:off x="10092055" y="4828540"/>
            <a:ext cx="2099945" cy="1557655"/>
          </a:xfrm>
          <a:prstGeom prst="rect">
            <a:avLst/>
          </a:prstGeom>
        </p:spPr>
      </p:pic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700000">
            <a:off x="11833225" y="5062220"/>
            <a:ext cx="154305" cy="154305"/>
          </a:xfrm>
          <a:prstGeom prst="rect">
            <a:avLst/>
          </a:prstGeom>
        </p:spPr>
      </p:pic>
      <p:pic>
        <p:nvPicPr>
          <p:cNvPr id="61" name="그래픽 60">
            <a:extLst>
              <a:ext uri="{FF2B5EF4-FFF2-40B4-BE49-F238E27FC236}">
                <a16:creationId xmlns:a16="http://schemas.microsoft.com/office/drawing/2014/main" id="{4EB77A4B-E7E1-474B-8FF5-C41DEF5A85E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437266" y="3361619"/>
            <a:ext cx="226960" cy="207937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09BE1932-099D-4176-9300-0E97308EA0A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05776" y="4922365"/>
            <a:ext cx="197442" cy="210561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1CB5B38-DB96-42E2-971D-60491C042C86}"/>
              </a:ext>
            </a:extLst>
          </p:cNvPr>
          <p:cNvSpPr txBox="1"/>
          <p:nvPr/>
        </p:nvSpPr>
        <p:spPr>
          <a:xfrm>
            <a:off x="4785506" y="4074379"/>
            <a:ext cx="2239422" cy="318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웹사이트 디자인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(HTML)</a:t>
            </a:r>
          </a:p>
        </p:txBody>
      </p:sp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485" y="5744210"/>
            <a:ext cx="1184910" cy="1043305"/>
          </a:xfrm>
          <a:prstGeom prst="rect">
            <a:avLst/>
          </a:prstGeom>
        </p:spPr>
      </p:pic>
      <p:pic>
        <p:nvPicPr>
          <p:cNvPr id="100" name="그래픽 99" descr="C:/Users/HIDDLE/AppData/Roaming/PolarisOffice/ETemp/2128_11030056/image51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78" b="36588"/>
          <a:stretch>
            <a:fillRect/>
          </a:stretch>
        </p:blipFill>
        <p:spPr>
          <a:xfrm rot="16200000">
            <a:off x="8597265" y="2850515"/>
            <a:ext cx="4767580" cy="2422525"/>
          </a:xfrm>
          <a:prstGeom prst="rect">
            <a:avLst/>
          </a:prstGeom>
          <a:noFill/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671955"/>
            <a:ext cx="12192635" cy="401955"/>
          </a:xfrm>
          <a:prstGeom prst="rect">
            <a:avLst/>
          </a:prstGeom>
          <a:noFill/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655" y="1273175"/>
            <a:ext cx="10526395" cy="369570"/>
            <a:chOff x="541655" y="1273175"/>
            <a:chExt cx="10526395" cy="369570"/>
          </a:xfrm>
        </p:grpSpPr>
        <p:sp>
          <p:nvSpPr>
            <p:cNvPr id="24" name="TextBox 23"/>
            <p:cNvSpPr txBox="1">
              <a:spLocks/>
            </p:cNvSpPr>
            <p:nvPr/>
          </p:nvSpPr>
          <p:spPr>
            <a:xfrm>
              <a:off x="743585" y="1273175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sz="1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1-5 </a:t>
              </a:r>
              <a:r>
                <a:rPr lang="ko-KR" altLang="en-US" sz="1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수행 절차 및 방법</a:t>
              </a:r>
            </a:p>
          </p:txBody>
        </p:sp>
        <p:sp>
          <p:nvSpPr>
            <p:cNvPr id="45" name="그래픽 43"/>
            <p:cNvSpPr>
              <a:spLocks/>
            </p:cNvSpPr>
            <p:nvPr/>
          </p:nvSpPr>
          <p:spPr>
            <a:xfrm>
              <a:off x="541655" y="1382395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7" name="_x278651016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057476"/>
              </p:ext>
            </p:extLst>
          </p:nvPr>
        </p:nvGraphicFramePr>
        <p:xfrm>
          <a:off x="294640" y="1758950"/>
          <a:ext cx="11218545" cy="496760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9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6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06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구분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29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기간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200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활동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98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비고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47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사전 기획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11/24(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5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아이디어 선정</a:t>
                      </a: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화면 구현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5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7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목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데이터 수집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11/26(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수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8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데이터 전처리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11/28(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12/3(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수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업체 자문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모델링 및 서비스 구축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12/4(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목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12/1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2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 latinLnBrk="0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팀별 중간보고 실시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마무리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12/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15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/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19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 dirty="0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 latinLnBrk="0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최적화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, 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오류 수정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총 개발기간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11/24(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12/19(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총 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4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주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 dirty="0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98" name="그래픽 97">
            <a:extLst>
              <a:ext uri="{FF2B5EF4-FFF2-40B4-BE49-F238E27FC236}">
                <a16:creationId xmlns:a16="http://schemas.microsoft.com/office/drawing/2014/main" id="{7F4AB473-373B-18DB-30DC-4876DEC9D5A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b="44800"/>
          <a:stretch/>
        </p:blipFill>
        <p:spPr>
          <a:xfrm rot="16200000">
            <a:off x="11243945" y="5770880"/>
            <a:ext cx="935355" cy="960120"/>
          </a:xfrm>
          <a:prstGeom prst="rect">
            <a:avLst/>
          </a:prstGeom>
        </p:spPr>
      </p:pic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9705" y="5478145"/>
            <a:ext cx="125095" cy="125095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245610" y="2294255"/>
            <a:ext cx="2553335" cy="327025"/>
            <a:chOff x="4245610" y="2294255"/>
            <a:chExt cx="2553335" cy="32702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245610" y="2294255"/>
              <a:ext cx="2553335" cy="327025"/>
              <a:chOff x="4245610" y="2294255"/>
              <a:chExt cx="2553335" cy="327025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245610" y="2294255"/>
                <a:ext cx="2456815" cy="327025"/>
                <a:chOff x="4245610" y="2294255"/>
                <a:chExt cx="2456815" cy="327025"/>
              </a:xfrm>
            </p:grpSpPr>
            <p:sp>
              <p:nvSpPr>
                <p:cNvPr id="42" name="사각형: 둥근 모서리 41"/>
                <p:cNvSpPr>
                  <a:spLocks/>
                </p:cNvSpPr>
                <p:nvPr/>
              </p:nvSpPr>
              <p:spPr>
                <a:xfrm>
                  <a:off x="4245610" y="2294255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43" name="타원 42"/>
                <p:cNvSpPr>
                  <a:spLocks/>
                </p:cNvSpPr>
                <p:nvPr/>
              </p:nvSpPr>
              <p:spPr>
                <a:xfrm>
                  <a:off x="4245610" y="229425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46" name="TextBox 45"/>
              <p:cNvSpPr txBox="1">
                <a:spLocks/>
              </p:cNvSpPr>
              <p:nvPr/>
            </p:nvSpPr>
            <p:spPr>
              <a:xfrm>
                <a:off x="4598670" y="2326640"/>
                <a:ext cx="220091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프로젝트 기획 및 주제 선정</a:t>
                </a:r>
              </a:p>
            </p:txBody>
          </p:sp>
        </p:grpSp>
        <p:pic>
          <p:nvPicPr>
            <p:cNvPr id="106" name="그래픽 105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1180" y="237236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066915" y="2298065"/>
            <a:ext cx="1445895" cy="327025"/>
            <a:chOff x="7066915" y="2298065"/>
            <a:chExt cx="1445895" cy="327025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066915" y="2298065"/>
              <a:ext cx="1445895" cy="327025"/>
              <a:chOff x="7066915" y="2298065"/>
              <a:chExt cx="1445895" cy="327025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7066915" y="2298065"/>
                <a:ext cx="1445895" cy="327025"/>
                <a:chOff x="7066915" y="2298065"/>
                <a:chExt cx="1445895" cy="327025"/>
              </a:xfrm>
            </p:grpSpPr>
            <p:sp>
              <p:nvSpPr>
                <p:cNvPr id="52" name="사각형: 둥근 모서리 51"/>
                <p:cNvSpPr>
                  <a:spLocks/>
                </p:cNvSpPr>
                <p:nvPr/>
              </p:nvSpPr>
              <p:spPr>
                <a:xfrm>
                  <a:off x="7066915" y="2298065"/>
                  <a:ext cx="144653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53" name="타원 52"/>
                <p:cNvSpPr>
                  <a:spLocks/>
                </p:cNvSpPr>
                <p:nvPr/>
              </p:nvSpPr>
              <p:spPr>
                <a:xfrm>
                  <a:off x="7066915" y="229806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51" name="TextBox 50"/>
              <p:cNvSpPr txBox="1">
                <a:spLocks/>
              </p:cNvSpPr>
              <p:nvPr/>
            </p:nvSpPr>
            <p:spPr>
              <a:xfrm>
                <a:off x="7419975" y="2330450"/>
                <a:ext cx="1028065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기획안 작성</a:t>
                </a:r>
              </a:p>
            </p:txBody>
          </p:sp>
        </p:grpSp>
        <p:pic>
          <p:nvPicPr>
            <p:cNvPr id="107" name="그래픽 106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3595" y="237680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6290945" y="2940050"/>
            <a:ext cx="2474595" cy="327025"/>
            <a:chOff x="6290945" y="2940050"/>
            <a:chExt cx="2474595" cy="327025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6290945" y="2940050"/>
              <a:ext cx="2474595" cy="327025"/>
              <a:chOff x="6290945" y="2940050"/>
              <a:chExt cx="2474595" cy="327025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6290945" y="2940050"/>
                <a:ext cx="2456815" cy="327025"/>
                <a:chOff x="6290945" y="2940050"/>
                <a:chExt cx="2456815" cy="327025"/>
              </a:xfrm>
            </p:grpSpPr>
            <p:sp>
              <p:nvSpPr>
                <p:cNvPr id="61" name="사각형: 둥근 모서리 60"/>
                <p:cNvSpPr>
                  <a:spLocks/>
                </p:cNvSpPr>
                <p:nvPr/>
              </p:nvSpPr>
              <p:spPr>
                <a:xfrm>
                  <a:off x="6290945" y="294005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62" name="타원 61"/>
                <p:cNvSpPr>
                  <a:spLocks/>
                </p:cNvSpPr>
                <p:nvPr/>
              </p:nvSpPr>
              <p:spPr>
                <a:xfrm>
                  <a:off x="6290945" y="29400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60" name="TextBox 59"/>
              <p:cNvSpPr txBox="1">
                <a:spLocks/>
              </p:cNvSpPr>
              <p:nvPr/>
            </p:nvSpPr>
            <p:spPr>
              <a:xfrm>
                <a:off x="6644005" y="2972435"/>
                <a:ext cx="212217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 spc="-2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데이터 및 수집 절차 정의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08" name="그래픽 107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515" y="301815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4253865" y="4240530"/>
            <a:ext cx="2109470" cy="327025"/>
            <a:chOff x="4253865" y="4240530"/>
            <a:chExt cx="2109470" cy="327025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4253865" y="4240530"/>
              <a:ext cx="2109470" cy="327025"/>
              <a:chOff x="4253865" y="4240530"/>
              <a:chExt cx="2109470" cy="327025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253865" y="4240530"/>
                <a:ext cx="2109470" cy="327025"/>
                <a:chOff x="4253865" y="4240530"/>
                <a:chExt cx="2109470" cy="327025"/>
              </a:xfrm>
            </p:grpSpPr>
            <p:sp>
              <p:nvSpPr>
                <p:cNvPr id="67" name="사각형: 둥근 모서리 66"/>
                <p:cNvSpPr>
                  <a:spLocks/>
                </p:cNvSpPr>
                <p:nvPr/>
              </p:nvSpPr>
              <p:spPr>
                <a:xfrm>
                  <a:off x="4253865" y="4240530"/>
                  <a:ext cx="211010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68" name="타원 67"/>
                <p:cNvSpPr>
                  <a:spLocks/>
                </p:cNvSpPr>
                <p:nvPr/>
              </p:nvSpPr>
              <p:spPr>
                <a:xfrm>
                  <a:off x="4253865" y="424053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66" name="TextBox 65"/>
              <p:cNvSpPr txBox="1">
                <a:spLocks/>
              </p:cNvSpPr>
              <p:nvPr/>
            </p:nvSpPr>
            <p:spPr>
              <a:xfrm>
                <a:off x="4606925" y="4272915"/>
                <a:ext cx="173482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데이터 정제 및 분석</a:t>
                </a:r>
              </a:p>
            </p:txBody>
          </p:sp>
        </p:grpSp>
        <p:pic>
          <p:nvPicPr>
            <p:cNvPr id="109" name="그래픽 108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9910" y="431863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246880" y="3587115"/>
            <a:ext cx="2324735" cy="493395"/>
            <a:chOff x="4246880" y="3587115"/>
            <a:chExt cx="2324735" cy="493395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246880" y="3587115"/>
              <a:ext cx="2324735" cy="493395"/>
              <a:chOff x="4246880" y="3587115"/>
              <a:chExt cx="2324735" cy="493395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246880" y="3587115"/>
                <a:ext cx="2124075" cy="327025"/>
                <a:chOff x="4246880" y="3587115"/>
                <a:chExt cx="2124075" cy="327025"/>
              </a:xfrm>
            </p:grpSpPr>
            <p:sp>
              <p:nvSpPr>
                <p:cNvPr id="73" name="사각형: 둥근 모서리 72"/>
                <p:cNvSpPr>
                  <a:spLocks/>
                </p:cNvSpPr>
                <p:nvPr/>
              </p:nvSpPr>
              <p:spPr>
                <a:xfrm>
                  <a:off x="4246880" y="3587115"/>
                  <a:ext cx="212471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74" name="타원 73"/>
                <p:cNvSpPr>
                  <a:spLocks/>
                </p:cNvSpPr>
                <p:nvPr/>
              </p:nvSpPr>
              <p:spPr>
                <a:xfrm>
                  <a:off x="4246880" y="358711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72" name="TextBox 71"/>
              <p:cNvSpPr txBox="1">
                <a:spLocks/>
              </p:cNvSpPr>
              <p:nvPr/>
            </p:nvSpPr>
            <p:spPr>
              <a:xfrm>
                <a:off x="4599940" y="3619500"/>
                <a:ext cx="1972310" cy="46164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기상, 상권 데이터 수집</a:t>
                </a:r>
              </a:p>
              <a:p>
                <a:pPr marL="0" indent="0" latinLnBrk="0">
                  <a:buFontTx/>
                  <a:buNone/>
                  <a:defRPr/>
                </a:pP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10" name="그래픽 109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2450" y="366077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252595" y="4851400"/>
            <a:ext cx="2324735" cy="327025"/>
            <a:chOff x="4252595" y="4851400"/>
            <a:chExt cx="2324735" cy="327025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252595" y="4851400"/>
              <a:ext cx="2324735" cy="327025"/>
              <a:chOff x="4252595" y="4851400"/>
              <a:chExt cx="2324735" cy="327025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252595" y="4851400"/>
                <a:ext cx="1341755" cy="327025"/>
                <a:chOff x="4252595" y="4851400"/>
                <a:chExt cx="1341755" cy="327025"/>
              </a:xfrm>
            </p:grpSpPr>
            <p:sp>
              <p:nvSpPr>
                <p:cNvPr id="79" name="사각형: 둥근 모서리 78"/>
                <p:cNvSpPr>
                  <a:spLocks/>
                </p:cNvSpPr>
                <p:nvPr/>
              </p:nvSpPr>
              <p:spPr>
                <a:xfrm>
                  <a:off x="4252595" y="4851400"/>
                  <a:ext cx="134239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80" name="타원 79"/>
                <p:cNvSpPr>
                  <a:spLocks/>
                </p:cNvSpPr>
                <p:nvPr/>
              </p:nvSpPr>
              <p:spPr>
                <a:xfrm>
                  <a:off x="4252595" y="485140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78" name="TextBox 77"/>
              <p:cNvSpPr txBox="1">
                <a:spLocks/>
              </p:cNvSpPr>
              <p:nvPr/>
            </p:nvSpPr>
            <p:spPr>
              <a:xfrm>
                <a:off x="4605655" y="4884420"/>
                <a:ext cx="197231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모델 구현</a:t>
                </a:r>
              </a:p>
            </p:txBody>
          </p:sp>
        </p:grpSp>
        <p:pic>
          <p:nvPicPr>
            <p:cNvPr id="116" name="그래픽 115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8165" y="492252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246880" y="5516880"/>
            <a:ext cx="2474595" cy="327025"/>
            <a:chOff x="4246880" y="5516880"/>
            <a:chExt cx="2474595" cy="327025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246880" y="5516880"/>
              <a:ext cx="2474595" cy="327025"/>
              <a:chOff x="4246880" y="5516880"/>
              <a:chExt cx="2474595" cy="327025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246880" y="5516880"/>
                <a:ext cx="2456815" cy="327025"/>
                <a:chOff x="4246880" y="5516880"/>
                <a:chExt cx="2456815" cy="327025"/>
              </a:xfrm>
            </p:grpSpPr>
            <p:sp>
              <p:nvSpPr>
                <p:cNvPr id="85" name="사각형: 둥근 모서리 84"/>
                <p:cNvSpPr>
                  <a:spLocks/>
                </p:cNvSpPr>
                <p:nvPr/>
              </p:nvSpPr>
              <p:spPr>
                <a:xfrm>
                  <a:off x="4246880" y="551688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86" name="타원 85"/>
                <p:cNvSpPr>
                  <a:spLocks/>
                </p:cNvSpPr>
                <p:nvPr/>
              </p:nvSpPr>
              <p:spPr>
                <a:xfrm>
                  <a:off x="4246880" y="551688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84" name="TextBox 83"/>
              <p:cNvSpPr txBox="1">
                <a:spLocks/>
              </p:cNvSpPr>
              <p:nvPr/>
            </p:nvSpPr>
            <p:spPr>
              <a:xfrm>
                <a:off x="4599940" y="5549265"/>
                <a:ext cx="212217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fontAlgn="ctr" latinLnBrk="0">
                  <a:spcBef>
                    <a:spcPts val="600"/>
                  </a:spcBef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추천 엔진 최적화</a:t>
                </a:r>
              </a:p>
            </p:txBody>
          </p:sp>
        </p:grpSp>
        <p:pic>
          <p:nvPicPr>
            <p:cNvPr id="117" name="그래픽 116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2450" y="559498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056755" y="5516880"/>
            <a:ext cx="1845945" cy="327025"/>
            <a:chOff x="7056755" y="5516880"/>
            <a:chExt cx="1845945" cy="327025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056755" y="5516880"/>
              <a:ext cx="1845945" cy="327025"/>
              <a:chOff x="7056755" y="5516880"/>
              <a:chExt cx="1845945" cy="327025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7056755" y="5516880"/>
                <a:ext cx="1706880" cy="327025"/>
                <a:chOff x="7056755" y="5516880"/>
                <a:chExt cx="1706880" cy="327025"/>
              </a:xfrm>
            </p:grpSpPr>
            <p:sp>
              <p:nvSpPr>
                <p:cNvPr id="91" name="사각형: 둥근 모서리 90"/>
                <p:cNvSpPr>
                  <a:spLocks/>
                </p:cNvSpPr>
                <p:nvPr/>
              </p:nvSpPr>
              <p:spPr>
                <a:xfrm>
                  <a:off x="7056755" y="5516880"/>
                  <a:ext cx="170751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92" name="타원 91"/>
                <p:cNvSpPr>
                  <a:spLocks/>
                </p:cNvSpPr>
                <p:nvPr/>
              </p:nvSpPr>
              <p:spPr>
                <a:xfrm>
                  <a:off x="7056755" y="551688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90" name="TextBox 89"/>
              <p:cNvSpPr txBox="1">
                <a:spLocks/>
              </p:cNvSpPr>
              <p:nvPr/>
            </p:nvSpPr>
            <p:spPr>
              <a:xfrm>
                <a:off x="7409815" y="5549265"/>
                <a:ext cx="149352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ko-KR" sz="1200" spc="-3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테스트 및 점검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18" name="그래픽 117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2800" y="559498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105E0AFF-FD55-4F2F-B8EF-6A49EF49427D}"/>
              </a:ext>
            </a:extLst>
          </p:cNvPr>
          <p:cNvGrpSpPr/>
          <p:nvPr/>
        </p:nvGrpSpPr>
        <p:grpSpPr>
          <a:xfrm>
            <a:off x="4250055" y="2940050"/>
            <a:ext cx="1812925" cy="327025"/>
            <a:chOff x="4250055" y="2940050"/>
            <a:chExt cx="1812925" cy="327025"/>
          </a:xfrm>
        </p:grpSpPr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5B729665-2402-4976-908F-269A87997924}"/>
                </a:ext>
              </a:extLst>
            </p:cNvPr>
            <p:cNvGrpSpPr/>
            <p:nvPr/>
          </p:nvGrpSpPr>
          <p:grpSpPr>
            <a:xfrm>
              <a:off x="4250055" y="2940050"/>
              <a:ext cx="1812925" cy="327025"/>
              <a:chOff x="4250055" y="2940050"/>
              <a:chExt cx="1812925" cy="327025"/>
            </a:xfrm>
          </p:grpSpPr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8F7794D7-16E0-4FB8-96C0-DFAB03B48202}"/>
                  </a:ext>
                </a:extLst>
              </p:cNvPr>
              <p:cNvGrpSpPr/>
              <p:nvPr/>
            </p:nvGrpSpPr>
            <p:grpSpPr>
              <a:xfrm>
                <a:off x="4250055" y="2940050"/>
                <a:ext cx="1706880" cy="327025"/>
                <a:chOff x="4250055" y="2940050"/>
                <a:chExt cx="1706880" cy="327025"/>
              </a:xfrm>
            </p:grpSpPr>
            <p:sp>
              <p:nvSpPr>
                <p:cNvPr id="96" name="사각형: 둥근 모서리 95"/>
                <p:cNvSpPr>
                  <a:spLocks/>
                </p:cNvSpPr>
                <p:nvPr/>
              </p:nvSpPr>
              <p:spPr>
                <a:xfrm>
                  <a:off x="4250055" y="2940050"/>
                  <a:ext cx="170751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97" name="타원 96"/>
                <p:cNvSpPr>
                  <a:spLocks/>
                </p:cNvSpPr>
                <p:nvPr/>
              </p:nvSpPr>
              <p:spPr>
                <a:xfrm>
                  <a:off x="4250055" y="29400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95" name="TextBox 94"/>
              <p:cNvSpPr txBox="1">
                <a:spLocks/>
              </p:cNvSpPr>
              <p:nvPr/>
            </p:nvSpPr>
            <p:spPr>
              <a:xfrm>
                <a:off x="4603115" y="2972435"/>
                <a:ext cx="146050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웹 디자인</a:t>
                </a:r>
                <a:r>
                  <a:rPr lang="en-US" altLang="ko-KR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(HTML)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93" name="그래픽 92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6100" y="301879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07A4C581-97FC-4661-917D-4B41E0C0D2D8}"/>
              </a:ext>
            </a:extLst>
          </p:cNvPr>
          <p:cNvGrpSpPr/>
          <p:nvPr/>
        </p:nvGrpSpPr>
        <p:grpSpPr>
          <a:xfrm>
            <a:off x="6322060" y="4851400"/>
            <a:ext cx="2474595" cy="327025"/>
            <a:chOff x="6322060" y="4851400"/>
            <a:chExt cx="2474595" cy="327025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8D7BC3F7-8949-450F-92C5-74477AC8BD62}"/>
                </a:ext>
              </a:extLst>
            </p:cNvPr>
            <p:cNvGrpSpPr/>
            <p:nvPr/>
          </p:nvGrpSpPr>
          <p:grpSpPr>
            <a:xfrm>
              <a:off x="6322060" y="4851400"/>
              <a:ext cx="2474595" cy="327025"/>
              <a:chOff x="6322060" y="4851400"/>
              <a:chExt cx="2474595" cy="327025"/>
            </a:xfrm>
          </p:grpSpPr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1B54FEE5-856A-407F-B809-C865AC19674C}"/>
                  </a:ext>
                </a:extLst>
              </p:cNvPr>
              <p:cNvGrpSpPr/>
              <p:nvPr/>
            </p:nvGrpSpPr>
            <p:grpSpPr>
              <a:xfrm>
                <a:off x="6322060" y="4851400"/>
                <a:ext cx="2456815" cy="327025"/>
                <a:chOff x="6322060" y="4851400"/>
                <a:chExt cx="2456815" cy="327025"/>
              </a:xfrm>
            </p:grpSpPr>
            <p:sp>
              <p:nvSpPr>
                <p:cNvPr id="112" name="사각형: 둥근 모서리 111"/>
                <p:cNvSpPr>
                  <a:spLocks/>
                </p:cNvSpPr>
                <p:nvPr/>
              </p:nvSpPr>
              <p:spPr>
                <a:xfrm>
                  <a:off x="6322060" y="485140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113" name="타원 112"/>
                <p:cNvSpPr>
                  <a:spLocks/>
                </p:cNvSpPr>
                <p:nvPr/>
              </p:nvSpPr>
              <p:spPr>
                <a:xfrm>
                  <a:off x="6322060" y="485140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111" name="TextBox 110"/>
              <p:cNvSpPr txBox="1">
                <a:spLocks/>
              </p:cNvSpPr>
              <p:nvPr/>
            </p:nvSpPr>
            <p:spPr>
              <a:xfrm>
                <a:off x="6675120" y="4883785"/>
                <a:ext cx="212217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fontAlgn="ctr" latinLnBrk="0">
                  <a:spcBef>
                    <a:spcPts val="600"/>
                  </a:spcBef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 서버 및 DB 구축</a:t>
                </a:r>
              </a:p>
            </p:txBody>
          </p:sp>
        </p:grpSp>
        <p:pic>
          <p:nvPicPr>
            <p:cNvPr id="103" name="그래픽 102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7630" y="493014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20" name="그룹 11"/>
          <p:cNvGrpSpPr/>
          <p:nvPr/>
        </p:nvGrpSpPr>
        <p:grpSpPr>
          <a:xfrm>
            <a:off x="6739255" y="3587750"/>
            <a:ext cx="2325370" cy="494030"/>
            <a:chOff x="6739255" y="3587750"/>
            <a:chExt cx="2325370" cy="494030"/>
          </a:xfrm>
        </p:grpSpPr>
        <p:grpSp>
          <p:nvGrpSpPr>
            <p:cNvPr id="121" name="그룹 9"/>
            <p:cNvGrpSpPr/>
            <p:nvPr/>
          </p:nvGrpSpPr>
          <p:grpSpPr>
            <a:xfrm>
              <a:off x="6739255" y="3587750"/>
              <a:ext cx="2325370" cy="494030"/>
              <a:chOff x="6739255" y="3587750"/>
              <a:chExt cx="2325370" cy="494030"/>
            </a:xfrm>
          </p:grpSpPr>
          <p:grpSp>
            <p:nvGrpSpPr>
              <p:cNvPr id="122" name="그룹 7"/>
              <p:cNvGrpSpPr/>
              <p:nvPr/>
            </p:nvGrpSpPr>
            <p:grpSpPr>
              <a:xfrm>
                <a:off x="6739255" y="3587750"/>
                <a:ext cx="1898650" cy="327660"/>
                <a:chOff x="6739255" y="3587750"/>
                <a:chExt cx="1898650" cy="327660"/>
              </a:xfrm>
            </p:grpSpPr>
            <p:sp>
              <p:nvSpPr>
                <p:cNvPr id="123" name="도형 5"/>
                <p:cNvSpPr>
                  <a:spLocks/>
                </p:cNvSpPr>
                <p:nvPr/>
              </p:nvSpPr>
              <p:spPr>
                <a:xfrm>
                  <a:off x="6739255" y="3587750"/>
                  <a:ext cx="18986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124" name="도형 6"/>
                <p:cNvSpPr>
                  <a:spLocks/>
                </p:cNvSpPr>
                <p:nvPr/>
              </p:nvSpPr>
              <p:spPr>
                <a:xfrm>
                  <a:off x="6739255" y="35877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125" name="텍스트 상자 8"/>
              <p:cNvSpPr txBox="1">
                <a:spLocks/>
              </p:cNvSpPr>
              <p:nvPr/>
            </p:nvSpPr>
            <p:spPr>
              <a:xfrm>
                <a:off x="7092315" y="3620135"/>
                <a:ext cx="1972310" cy="46164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네이버 리뷰 크롤링</a:t>
                </a:r>
              </a:p>
              <a:p>
                <a:pPr marL="0" indent="0" latinLnBrk="0">
                  <a:buFontTx/>
                  <a:buNone/>
                  <a:defRPr/>
                </a:pP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26" name="그림 10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4825" y="3661410"/>
              <a:ext cx="150495" cy="180975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3305690" y="2832043"/>
            <a:ext cx="55806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5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02. </a:t>
            </a:r>
            <a:r>
              <a:rPr lang="ko-KR" altLang="en-US" sz="5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데이터</a:t>
            </a:r>
            <a:r>
              <a:rPr lang="en-US" altLang="ko-KR" sz="5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ko-KR" altLang="en-US" sz="5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수집 및 처리 과정</a:t>
            </a:r>
            <a:endParaRPr lang="en-US" altLang="ko-KR" sz="5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2275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3071076" y="2948940"/>
            <a:ext cx="57606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5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03. </a:t>
            </a:r>
            <a:endParaRPr lang="ko-KR" altLang="en-US" sz="5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7469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850"/>
            <a:chOff x="375920" y="333375"/>
            <a:chExt cx="5949315" cy="831850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1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메인 화면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CC4AD0FC-2367-458D-B607-3E3FABC71A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093" y="2262113"/>
            <a:ext cx="8962084" cy="426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93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850"/>
            <a:chOff x="375920" y="333375"/>
            <a:chExt cx="5949315" cy="831850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2-1 유스케이스 다이어그램</a:t>
            </a:r>
          </a:p>
        </p:txBody>
      </p:sp>
      <p:grpSp>
        <p:nvGrpSpPr>
          <p:cNvPr id="23" name="Group 5"/>
          <p:cNvGrpSpPr/>
          <p:nvPr/>
        </p:nvGrpSpPr>
        <p:grpSpPr>
          <a:xfrm>
            <a:off x="1326515" y="3973195"/>
            <a:ext cx="9095740" cy="673735"/>
            <a:chOff x="1326515" y="3973195"/>
            <a:chExt cx="9095740" cy="673735"/>
          </a:xfrm>
        </p:grpSpPr>
        <p:sp>
          <p:nvSpPr>
            <p:cNvPr id="24" name="Rect 0"/>
            <p:cNvSpPr>
              <a:spLocks/>
            </p:cNvSpPr>
            <p:nvPr/>
          </p:nvSpPr>
          <p:spPr>
            <a:xfrm>
              <a:off x="1518920" y="3973195"/>
              <a:ext cx="8903335" cy="673735"/>
            </a:xfrm>
            <a:prstGeom prst="roundRect">
              <a:avLst/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grpSp>
          <p:nvGrpSpPr>
            <p:cNvPr id="25" name="Group 5"/>
            <p:cNvGrpSpPr/>
            <p:nvPr/>
          </p:nvGrpSpPr>
          <p:grpSpPr>
            <a:xfrm>
              <a:off x="1326515" y="4124960"/>
              <a:ext cx="408940" cy="352425"/>
              <a:chOff x="1326515" y="4124960"/>
              <a:chExt cx="408940" cy="352425"/>
            </a:xfrm>
          </p:grpSpPr>
          <p:sp>
            <p:nvSpPr>
              <p:cNvPr id="27" name="Rect 0"/>
              <p:cNvSpPr>
                <a:spLocks/>
              </p:cNvSpPr>
              <p:nvPr/>
            </p:nvSpPr>
            <p:spPr>
              <a:xfrm>
                <a:off x="1326515" y="4124960"/>
                <a:ext cx="408940" cy="352425"/>
              </a:xfrm>
              <a:prstGeom prst="hexagon">
                <a:avLst/>
              </a:prstGeom>
              <a:solidFill>
                <a:srgbClr val="3378C8"/>
              </a:solidFill>
              <a:ln w="12700" cap="flat" cmpd="sng">
                <a:solidFill>
                  <a:srgbClr val="3378C8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28" name="Rect 0"/>
              <p:cNvSpPr>
                <a:spLocks/>
              </p:cNvSpPr>
              <p:nvPr/>
            </p:nvSpPr>
            <p:spPr>
              <a:xfrm rot="4620000">
                <a:off x="1351915" y="4119880"/>
                <a:ext cx="307340" cy="321310"/>
              </a:xfrm>
              <a:custGeom>
                <a:avLst/>
                <a:gdLst>
                  <a:gd name="TX0" fmla="*/ 0 w 751713"/>
                  <a:gd name="TY0" fmla="*/ 497894 h 766420"/>
                  <a:gd name="TX1" fmla="*/ 107134 w 751713"/>
                  <a:gd name="TY1" fmla="*/ 3253 h 766420"/>
                  <a:gd name="TX2" fmla="*/ 119855 w 751713"/>
                  <a:gd name="TY2" fmla="*/ 0 h 766420"/>
                  <a:gd name="TX3" fmla="*/ 751712 w 751713"/>
                  <a:gd name="TY3" fmla="*/ 649798 h 766420"/>
                  <a:gd name="TX4" fmla="*/ 749455 w 751713"/>
                  <a:gd name="TY4" fmla="*/ 660217 h 766420"/>
                  <a:gd name="TX5" fmla="*/ 334147 w 751713"/>
                  <a:gd name="TY5" fmla="*/ 766419 h 766420"/>
                  <a:gd name="TX6" fmla="*/ 0 w 751713"/>
                  <a:gd name="TY6" fmla="*/ 497894 h 76642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</a:cxnLst>
                <a:rect l="l" t="t" r="r" b="b"/>
                <a:pathLst>
                  <a:path w="751713" h="76642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069C2">
                      <a:alpha val="14000"/>
                    </a:srgbClr>
                  </a:gs>
                  <a:gs pos="69000">
                    <a:schemeClr val="bg1">
                      <a:alpha val="20000"/>
                    </a:schemeClr>
                  </a:gs>
                </a:gsLst>
                <a:lin ang="15000000"/>
              </a:gra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29" name="Rect 0"/>
              <p:cNvSpPr txBox="1">
                <a:spLocks/>
              </p:cNvSpPr>
              <p:nvPr/>
            </p:nvSpPr>
            <p:spPr>
              <a:xfrm>
                <a:off x="1402715" y="4190365"/>
                <a:ext cx="256540" cy="24701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>
                    <a:ln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세방고딕 Bold" charset="0"/>
                    <a:ea typeface="세방고딕 Bold" charset="0"/>
                    <a:cs typeface="Pretendard SemiBold" charset="0"/>
                  </a:rPr>
                  <a:t>2</a:t>
                </a:r>
                <a:endParaRPr lang="ko-KR" altLang="en-US" sz="160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Bold" charset="0"/>
                  <a:ea typeface="세방고딕 Bold" charset="0"/>
                  <a:cs typeface="Pretendard SemiBold" charset="0"/>
                </a:endParaRPr>
              </a:p>
            </p:txBody>
          </p:sp>
        </p:grpSp>
        <p:sp>
          <p:nvSpPr>
            <p:cNvPr id="26" name="Rect 0"/>
            <p:cNvSpPr txBox="1">
              <a:spLocks/>
            </p:cNvSpPr>
            <p:nvPr/>
          </p:nvSpPr>
          <p:spPr>
            <a:xfrm>
              <a:off x="1937385" y="4151630"/>
              <a:ext cx="8177530" cy="3086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 sz="140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</p:grpSp>
      <p:grpSp>
        <p:nvGrpSpPr>
          <p:cNvPr id="30" name="Group 5"/>
          <p:cNvGrpSpPr/>
          <p:nvPr/>
        </p:nvGrpSpPr>
        <p:grpSpPr>
          <a:xfrm>
            <a:off x="1336675" y="5462905"/>
            <a:ext cx="9095740" cy="673735"/>
            <a:chOff x="1336675" y="5462905"/>
            <a:chExt cx="9095740" cy="673735"/>
          </a:xfrm>
        </p:grpSpPr>
        <p:sp>
          <p:nvSpPr>
            <p:cNvPr id="31" name="Rect 0"/>
            <p:cNvSpPr>
              <a:spLocks/>
            </p:cNvSpPr>
            <p:nvPr/>
          </p:nvSpPr>
          <p:spPr>
            <a:xfrm>
              <a:off x="1529080" y="5462905"/>
              <a:ext cx="8903335" cy="673735"/>
            </a:xfrm>
            <a:prstGeom prst="roundRect">
              <a:avLst/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grpSp>
          <p:nvGrpSpPr>
            <p:cNvPr id="32" name="Group 5"/>
            <p:cNvGrpSpPr/>
            <p:nvPr/>
          </p:nvGrpSpPr>
          <p:grpSpPr>
            <a:xfrm>
              <a:off x="1336675" y="5614035"/>
              <a:ext cx="408940" cy="352425"/>
              <a:chOff x="1336675" y="5614035"/>
              <a:chExt cx="408940" cy="352425"/>
            </a:xfrm>
          </p:grpSpPr>
          <p:sp>
            <p:nvSpPr>
              <p:cNvPr id="34" name="Rect 0"/>
              <p:cNvSpPr>
                <a:spLocks/>
              </p:cNvSpPr>
              <p:nvPr/>
            </p:nvSpPr>
            <p:spPr>
              <a:xfrm>
                <a:off x="1336675" y="5614035"/>
                <a:ext cx="408940" cy="352425"/>
              </a:xfrm>
              <a:prstGeom prst="hexagon">
                <a:avLst/>
              </a:prstGeom>
              <a:solidFill>
                <a:srgbClr val="3378C8"/>
              </a:solidFill>
              <a:ln w="12700" cap="flat" cmpd="sng">
                <a:solidFill>
                  <a:srgbClr val="3378C8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35" name="Rect 0"/>
              <p:cNvSpPr>
                <a:spLocks/>
              </p:cNvSpPr>
              <p:nvPr/>
            </p:nvSpPr>
            <p:spPr>
              <a:xfrm rot="4620000">
                <a:off x="1362075" y="5608955"/>
                <a:ext cx="307340" cy="321310"/>
              </a:xfrm>
              <a:custGeom>
                <a:avLst/>
                <a:gdLst>
                  <a:gd name="TX0" fmla="*/ 0 w 751713"/>
                  <a:gd name="TY0" fmla="*/ 497894 h 766420"/>
                  <a:gd name="TX1" fmla="*/ 107134 w 751713"/>
                  <a:gd name="TY1" fmla="*/ 3253 h 766420"/>
                  <a:gd name="TX2" fmla="*/ 119855 w 751713"/>
                  <a:gd name="TY2" fmla="*/ 0 h 766420"/>
                  <a:gd name="TX3" fmla="*/ 751712 w 751713"/>
                  <a:gd name="TY3" fmla="*/ 649798 h 766420"/>
                  <a:gd name="TX4" fmla="*/ 749455 w 751713"/>
                  <a:gd name="TY4" fmla="*/ 660217 h 766420"/>
                  <a:gd name="TX5" fmla="*/ 334147 w 751713"/>
                  <a:gd name="TY5" fmla="*/ 766419 h 766420"/>
                  <a:gd name="TX6" fmla="*/ 0 w 751713"/>
                  <a:gd name="TY6" fmla="*/ 497894 h 76642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</a:cxnLst>
                <a:rect l="l" t="t" r="r" b="b"/>
                <a:pathLst>
                  <a:path w="751713" h="76642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069C2">
                      <a:alpha val="14000"/>
                    </a:srgbClr>
                  </a:gs>
                  <a:gs pos="69000">
                    <a:schemeClr val="bg1">
                      <a:alpha val="20000"/>
                    </a:schemeClr>
                  </a:gs>
                </a:gsLst>
                <a:lin ang="15000000"/>
              </a:gra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36" name="Rect 0"/>
              <p:cNvSpPr txBox="1">
                <a:spLocks/>
              </p:cNvSpPr>
              <p:nvPr/>
            </p:nvSpPr>
            <p:spPr>
              <a:xfrm>
                <a:off x="1407160" y="5655945"/>
                <a:ext cx="256540" cy="24701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ko-KR" altLang="ko-KR" sz="1600">
                    <a:ln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세방고딕 Bold" charset="0"/>
                    <a:ea typeface="세방고딕 Bold" charset="0"/>
                    <a:cs typeface="Pretendard SemiBold" charset="0"/>
                  </a:rPr>
                  <a:t>▼</a:t>
                </a:r>
                <a:endParaRPr lang="ko-KR" altLang="en-US" sz="160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Bold" charset="0"/>
                  <a:ea typeface="세방고딕 Bold" charset="0"/>
                  <a:cs typeface="Pretendard SemiBold" charset="0"/>
                </a:endParaRPr>
              </a:p>
            </p:txBody>
          </p:sp>
        </p:grpSp>
      </p:grpSp>
      <p:grpSp>
        <p:nvGrpSpPr>
          <p:cNvPr id="37" name="Group 5"/>
          <p:cNvGrpSpPr/>
          <p:nvPr/>
        </p:nvGrpSpPr>
        <p:grpSpPr>
          <a:xfrm>
            <a:off x="1336675" y="2929255"/>
            <a:ext cx="9095740" cy="673735"/>
            <a:chOff x="1336675" y="2929255"/>
            <a:chExt cx="9095740" cy="673735"/>
          </a:xfrm>
        </p:grpSpPr>
        <p:sp>
          <p:nvSpPr>
            <p:cNvPr id="38" name="Rect 0"/>
            <p:cNvSpPr>
              <a:spLocks/>
            </p:cNvSpPr>
            <p:nvPr/>
          </p:nvSpPr>
          <p:spPr>
            <a:xfrm>
              <a:off x="1529080" y="2929255"/>
              <a:ext cx="8903335" cy="673735"/>
            </a:xfrm>
            <a:prstGeom prst="roundRect">
              <a:avLst/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grpSp>
          <p:nvGrpSpPr>
            <p:cNvPr id="41" name="Group 5"/>
            <p:cNvGrpSpPr/>
            <p:nvPr/>
          </p:nvGrpSpPr>
          <p:grpSpPr>
            <a:xfrm>
              <a:off x="1336675" y="3081020"/>
              <a:ext cx="408940" cy="388620"/>
              <a:chOff x="1336675" y="3081020"/>
              <a:chExt cx="408940" cy="388620"/>
            </a:xfrm>
          </p:grpSpPr>
          <p:sp>
            <p:nvSpPr>
              <p:cNvPr id="43" name="Rect 0"/>
              <p:cNvSpPr>
                <a:spLocks/>
              </p:cNvSpPr>
              <p:nvPr/>
            </p:nvSpPr>
            <p:spPr>
              <a:xfrm>
                <a:off x="1336675" y="3081020"/>
                <a:ext cx="408940" cy="352425"/>
              </a:xfrm>
              <a:prstGeom prst="hexagon">
                <a:avLst/>
              </a:prstGeom>
              <a:solidFill>
                <a:srgbClr val="3378C8"/>
              </a:solidFill>
              <a:ln w="12700" cap="flat" cmpd="sng">
                <a:solidFill>
                  <a:srgbClr val="3378C8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44" name="Rect 0"/>
              <p:cNvSpPr>
                <a:spLocks/>
              </p:cNvSpPr>
              <p:nvPr/>
            </p:nvSpPr>
            <p:spPr>
              <a:xfrm rot="4620000">
                <a:off x="1362075" y="3075940"/>
                <a:ext cx="307340" cy="321310"/>
              </a:xfrm>
              <a:custGeom>
                <a:avLst/>
                <a:gdLst>
                  <a:gd name="TX0" fmla="*/ 0 w 751713"/>
                  <a:gd name="TY0" fmla="*/ 497894 h 766420"/>
                  <a:gd name="TX1" fmla="*/ 107134 w 751713"/>
                  <a:gd name="TY1" fmla="*/ 3253 h 766420"/>
                  <a:gd name="TX2" fmla="*/ 119855 w 751713"/>
                  <a:gd name="TY2" fmla="*/ 0 h 766420"/>
                  <a:gd name="TX3" fmla="*/ 751712 w 751713"/>
                  <a:gd name="TY3" fmla="*/ 649798 h 766420"/>
                  <a:gd name="TX4" fmla="*/ 749455 w 751713"/>
                  <a:gd name="TY4" fmla="*/ 660217 h 766420"/>
                  <a:gd name="TX5" fmla="*/ 334147 w 751713"/>
                  <a:gd name="TY5" fmla="*/ 766419 h 766420"/>
                  <a:gd name="TX6" fmla="*/ 0 w 751713"/>
                  <a:gd name="TY6" fmla="*/ 497894 h 76642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</a:cxnLst>
                <a:rect l="l" t="t" r="r" b="b"/>
                <a:pathLst>
                  <a:path w="751713" h="76642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069C2">
                      <a:alpha val="14000"/>
                    </a:srgbClr>
                  </a:gs>
                  <a:gs pos="69000">
                    <a:schemeClr val="bg1">
                      <a:alpha val="20000"/>
                    </a:schemeClr>
                  </a:gs>
                </a:gsLst>
                <a:lin ang="15000000"/>
              </a:gra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45" name="Rect 0"/>
              <p:cNvSpPr txBox="1">
                <a:spLocks/>
              </p:cNvSpPr>
              <p:nvPr/>
            </p:nvSpPr>
            <p:spPr>
              <a:xfrm>
                <a:off x="1412875" y="3146425"/>
                <a:ext cx="256540" cy="32321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>
                    <a:ln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세방고딕 Bold" charset="0"/>
                    <a:ea typeface="세방고딕 Bold" charset="0"/>
                    <a:cs typeface="Pretendard SemiBold" charset="0"/>
                  </a:rPr>
                  <a:t>1</a:t>
                </a:r>
                <a:endParaRPr lang="ko-KR" altLang="en-US" sz="160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Bold" charset="0"/>
                  <a:ea typeface="세방고딕 Bold" charset="0"/>
                  <a:cs typeface="Pretendard SemiBold" charset="0"/>
                </a:endParaRPr>
              </a:p>
            </p:txBody>
          </p:sp>
        </p:grpSp>
      </p:grp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60" name="Rect 0"/>
          <p:cNvSpPr txBox="1">
            <a:spLocks/>
          </p:cNvSpPr>
          <p:nvPr/>
        </p:nvSpPr>
        <p:spPr>
          <a:xfrm>
            <a:off x="1911985" y="3078480"/>
            <a:ext cx="8067040" cy="37020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lang="en-US" altLang="ko-KR"/>
              <a:t>GEO</a:t>
            </a:r>
            <a:r>
              <a:rPr lang="ko-KR" altLang="en-US"/>
              <a:t>어쩌구</a:t>
            </a:r>
          </a:p>
        </p:txBody>
      </p:sp>
      <p:sp>
        <p:nvSpPr>
          <p:cNvPr id="62" name="Rect 0"/>
          <p:cNvSpPr txBox="1">
            <a:spLocks/>
          </p:cNvSpPr>
          <p:nvPr/>
        </p:nvSpPr>
        <p:spPr>
          <a:xfrm>
            <a:off x="1900555" y="5622290"/>
            <a:ext cx="8067040" cy="3689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dirty="0"/>
              <a:t>단계를 거쳐 음식점 선택으로 수렴한다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3" name="Rect 0"/>
          <p:cNvSpPr txBox="1">
            <a:spLocks/>
          </p:cNvSpPr>
          <p:nvPr/>
        </p:nvSpPr>
        <p:spPr>
          <a:xfrm>
            <a:off x="1851660" y="4163695"/>
            <a:ext cx="8067040" cy="37020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lang="en-US" altLang="ko-KR"/>
              <a:t>Kakao </a:t>
            </a:r>
            <a:r>
              <a:rPr lang="ko-KR" altLang="en-US"/>
              <a:t>어쩌구</a:t>
            </a:r>
          </a:p>
        </p:txBody>
      </p:sp>
      <p:pic>
        <p:nvPicPr>
          <p:cNvPr id="64" name="그림 3" descr="C:/Users/HIDDLE/AppData/Roaming/PolarisOffice/ETemp/2128_11030056/image89.pn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" y="1915795"/>
            <a:ext cx="12216130" cy="3200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3AC16427-4BC8-4558-939F-F0FC8D48A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654" y="1678991"/>
            <a:ext cx="8475131" cy="5040580"/>
          </a:xfrm>
          <a:prstGeom prst="rect">
            <a:avLst/>
          </a:prstGeom>
        </p:spPr>
      </p:pic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5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781175"/>
            <a:ext cx="12192635" cy="37020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2-2 지도 및 위치요청 시퀀스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6" name="TextBox 5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TextBox 6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TextBox 7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57" name="_x278651016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2DCDA5E7-2DFC-46F7-93DF-7C86D852F202}"/>
              </a:ext>
            </a:extLst>
          </p:cNvPr>
          <p:cNvSpPr txBox="1"/>
          <p:nvPr/>
        </p:nvSpPr>
        <p:spPr>
          <a:xfrm>
            <a:off x="643255" y="135636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2-2 지도 표시 및 위치 수집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7720FDE-5D35-47AF-92AF-AB72B708DDC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79" y="2031365"/>
            <a:ext cx="5953956" cy="45440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735BCBA-BA0B-4417-8711-302FC2D5F756}"/>
              </a:ext>
            </a:extLst>
          </p:cNvPr>
          <p:cNvSpPr txBox="1"/>
          <p:nvPr/>
        </p:nvSpPr>
        <p:spPr>
          <a:xfrm>
            <a:off x="6708068" y="2564904"/>
            <a:ext cx="47165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Geolocation API</a:t>
            </a:r>
            <a:r>
              <a:rPr lang="ko-KR" altLang="en-US" dirty="0"/>
              <a:t>로 위치정보</a:t>
            </a:r>
            <a:r>
              <a:rPr lang="en-US" altLang="ko-KR" dirty="0"/>
              <a:t> </a:t>
            </a:r>
            <a:r>
              <a:rPr lang="ko-KR" altLang="en-US" dirty="0"/>
              <a:t>활용 요청을 보낸다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동의 시 사용자의 위치좌표를 얻어 </a:t>
            </a:r>
            <a:r>
              <a:rPr lang="en-US" altLang="ko-KR" dirty="0" err="1"/>
              <a:t>kakao</a:t>
            </a:r>
            <a:r>
              <a:rPr lang="en-US" altLang="ko-KR" dirty="0"/>
              <a:t> API</a:t>
            </a:r>
            <a:r>
              <a:rPr lang="ko-KR" altLang="en-US" dirty="0"/>
              <a:t>에 해당 좌표의 주소를 받는다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지도 업데이트 후 서버에 수집된 정보   전달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953F324-7256-4CBB-8A23-F96F2C9EC199}"/>
              </a:ext>
            </a:extLst>
          </p:cNvPr>
          <p:cNvSpPr/>
          <p:nvPr/>
        </p:nvSpPr>
        <p:spPr>
          <a:xfrm>
            <a:off x="3359696" y="2031365"/>
            <a:ext cx="2965539" cy="454533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576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26C4722-2426-40DC-AB7C-238FFFBA7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099" y="1690929"/>
            <a:ext cx="8973802" cy="5096586"/>
          </a:xfrm>
          <a:prstGeom prst="rect">
            <a:avLst/>
          </a:prstGeom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44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2-3 날씨기반 음식 추천 시퀀스</a:t>
            </a:r>
            <a:endParaRPr lang="en-US" altLang="ko-KR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6" name="TextBox 5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TextBox 6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TextBox 7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90370"/>
            <a:ext cx="12192000" cy="460375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56261" y="1430020"/>
            <a:ext cx="10511789" cy="369570"/>
            <a:chOff x="556261" y="1430020"/>
            <a:chExt cx="10511789" cy="36957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56261" y="144780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0251C9-8913-40BB-B75F-BBBD94C78041}"/>
              </a:ext>
            </a:extLst>
          </p:cNvPr>
          <p:cNvSpPr txBox="1"/>
          <p:nvPr/>
        </p:nvSpPr>
        <p:spPr>
          <a:xfrm>
            <a:off x="687705" y="1244281"/>
            <a:ext cx="5794375" cy="8921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2-3 날씨 </a:t>
            </a: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API 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호출</a:t>
            </a: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(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동네예보 </a:t>
            </a: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API)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 </a:t>
            </a:r>
          </a:p>
          <a:p>
            <a:pPr marL="0" indent="0" latinLnBrk="0">
              <a:buFontTx/>
              <a:buNone/>
              <a:defRPr/>
            </a:pP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57" name="_x278651016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0FA4F3A6-CC59-45FB-9EAC-A63918DE5021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71"/>
          <a:stretch/>
        </p:blipFill>
        <p:spPr>
          <a:xfrm>
            <a:off x="1461770" y="1806250"/>
            <a:ext cx="3568162" cy="454405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946267-73F5-4785-AB44-D42D68AD4648}"/>
              </a:ext>
            </a:extLst>
          </p:cNvPr>
          <p:cNvSpPr/>
          <p:nvPr/>
        </p:nvSpPr>
        <p:spPr>
          <a:xfrm>
            <a:off x="1559496" y="3681028"/>
            <a:ext cx="2664296" cy="20882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35E44F-EB31-4A1F-910D-DF90F304B833}"/>
              </a:ext>
            </a:extLst>
          </p:cNvPr>
          <p:cNvSpPr txBox="1"/>
          <p:nvPr/>
        </p:nvSpPr>
        <p:spPr>
          <a:xfrm>
            <a:off x="6029102" y="2939489"/>
            <a:ext cx="47165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브라우저에서 보낸 위치정보를 </a:t>
            </a:r>
            <a:r>
              <a:rPr lang="en-US" altLang="ko-KR" dirty="0"/>
              <a:t>LCC DFS</a:t>
            </a:r>
            <a:r>
              <a:rPr lang="ko-KR" altLang="en-US" dirty="0"/>
              <a:t>좌표 </a:t>
            </a:r>
            <a:r>
              <a:rPr lang="ko-KR" altLang="en-US" dirty="0" err="1"/>
              <a:t>변환모듈로</a:t>
            </a:r>
            <a:r>
              <a:rPr lang="ko-KR" altLang="en-US" dirty="0"/>
              <a:t> 변환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변환된 좌표를 기상청 동네예보 </a:t>
            </a:r>
            <a:r>
              <a:rPr lang="en-US" altLang="ko-KR" dirty="0"/>
              <a:t>API</a:t>
            </a:r>
            <a:r>
              <a:rPr lang="ko-KR" altLang="en-US" dirty="0"/>
              <a:t>에  전달해 해당 지역의 날씨를 요청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음식추천 알고리즘 적용 후 날씨정보를 업데이트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8251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3" y="-2508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6" name="TextBox 5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TextBox 6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TextBox 7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762125"/>
            <a:ext cx="12192000" cy="38862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57" name="_x278651016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B329A869-90B4-4D35-BDA7-955D4AD9333B}"/>
              </a:ext>
            </a:extLst>
          </p:cNvPr>
          <p:cNvSpPr txBox="1"/>
          <p:nvPr/>
        </p:nvSpPr>
        <p:spPr>
          <a:xfrm>
            <a:off x="593725" y="133794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2-3 날씨기반 음식 추천 엔진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FB7387B-E1E7-4AFC-8589-BBD509F95AD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20" r="56934"/>
          <a:stretch/>
        </p:blipFill>
        <p:spPr>
          <a:xfrm>
            <a:off x="1333855" y="2268400"/>
            <a:ext cx="3577692" cy="376364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1D36BD3-C52A-4B96-9D02-AA7FE616F9C6}"/>
              </a:ext>
            </a:extLst>
          </p:cNvPr>
          <p:cNvSpPr/>
          <p:nvPr/>
        </p:nvSpPr>
        <p:spPr>
          <a:xfrm>
            <a:off x="1461770" y="3356992"/>
            <a:ext cx="2437986" cy="97210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037D57-A12B-45F6-933B-2DD46F65AECA}"/>
              </a:ext>
            </a:extLst>
          </p:cNvPr>
          <p:cNvSpPr txBox="1"/>
          <p:nvPr/>
        </p:nvSpPr>
        <p:spPr>
          <a:xfrm>
            <a:off x="5774137" y="3168034"/>
            <a:ext cx="47165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사전 학습시킨 추천엔진에 전달해 날씨에 맞는 음식 카테고리를 </a:t>
            </a:r>
            <a:r>
              <a:rPr lang="ko-KR" altLang="en-US" dirty="0" err="1"/>
              <a:t>추천받는다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브라우저에서 얻은 기타정보와 추천 목록을 로그로 남기고 클라이언트에 돌려준다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968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3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781175"/>
            <a:ext cx="12192635" cy="37020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2-4 음식 카테고리 선택 시퀀스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C544B325-3F6E-4D6E-A9DC-607B734AF8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689" y="1832610"/>
            <a:ext cx="9276851" cy="49347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3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2-5 음식점 선택 시퀀스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17EAC01F-43F7-4ADF-A838-46149E4E3A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516" y="2179558"/>
            <a:ext cx="7675014" cy="40967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2234571" y="2967335"/>
            <a:ext cx="7722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5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04. </a:t>
            </a:r>
            <a:r>
              <a:rPr lang="ko-KR" altLang="en-US" sz="5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 수행 경과</a:t>
            </a:r>
            <a:endParaRPr lang="en-US" altLang="ko-KR" sz="5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524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04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K-means 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테스트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7353705" y="3031065"/>
            <a:ext cx="3959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날씨데이터를 비슷한 패턴끼리 묶는 클러스터 모델 테스트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9F74B1F-D7BC-4FFA-87E6-71B2C351AE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42" y="1786375"/>
            <a:ext cx="6300934" cy="504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32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04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DBSCAN 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테스트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7208221" y="3031065"/>
            <a:ext cx="410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날씨데이터를 비슷한 패턴끼리 묶는 클러스터 모델 테스트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A5B882F-0D05-4F01-8257-1AA555FD54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83" y="1894960"/>
            <a:ext cx="6629437" cy="459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49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2234571" y="2967335"/>
            <a:ext cx="7722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54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화면 시연</a:t>
            </a:r>
            <a:endParaRPr lang="en-US" altLang="ko-KR" sz="5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6070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결과물이 도출된 과정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세부적으로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620" y="2097405"/>
            <a:ext cx="11410315" cy="379095"/>
            <a:chOff x="515620" y="2097405"/>
            <a:chExt cx="11410315" cy="379095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15620" y="2097405"/>
              <a:ext cx="11218545" cy="379095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36320" y="2136140"/>
              <a:ext cx="1088961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이어지는 예시는 하나의 사례로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02640" y="2139950"/>
              <a:ext cx="236220" cy="276860"/>
              <a:chOff x="802640" y="2139950"/>
              <a:chExt cx="236220" cy="276860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802640" y="2159000"/>
                <a:ext cx="233680" cy="2336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805180" y="2139950"/>
                <a:ext cx="233045" cy="276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835" y="3020695"/>
            <a:ext cx="290830" cy="2827655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15" y="2888615"/>
            <a:ext cx="1738630" cy="954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425" y="3660775"/>
            <a:ext cx="9095105" cy="673100"/>
            <a:chOff x="2638425" y="3660775"/>
            <a:chExt cx="9095105" cy="673100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30830" y="366077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38425" y="3812540"/>
              <a:ext cx="408305" cy="351790"/>
              <a:chOff x="2638425" y="3812540"/>
              <a:chExt cx="408305" cy="351790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2638425" y="381254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2663825" y="380746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2714625" y="387794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49930" y="3839210"/>
              <a:ext cx="817689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과정이 잘 드러날 수 있도록 가공 과정부터 활용까지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단계별로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425" y="4598035"/>
            <a:ext cx="9095105" cy="673100"/>
            <a:chOff x="2638425" y="4598035"/>
            <a:chExt cx="9095105" cy="67310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30830" y="459803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38425" y="4749165"/>
              <a:ext cx="408305" cy="351790"/>
              <a:chOff x="2638425" y="4749165"/>
              <a:chExt cx="408305" cy="351790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2638425" y="474916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2663825" y="474408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2714625" y="4814570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49930" y="4709160"/>
              <a:ext cx="8176895" cy="3886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425" y="2724150"/>
            <a:ext cx="9095105" cy="673100"/>
            <a:chOff x="2638425" y="2724150"/>
            <a:chExt cx="9095105" cy="673100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30830" y="272415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49930" y="2787650"/>
              <a:ext cx="695579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4735195" y="2999105"/>
              <a:ext cx="3295015" cy="3460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38425" y="2875915"/>
              <a:ext cx="408305" cy="387985"/>
              <a:chOff x="2638425" y="2875915"/>
              <a:chExt cx="408305" cy="387985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2638425" y="287591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2663825" y="287083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2714625" y="2941320"/>
                <a:ext cx="255905" cy="322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4233545" y="3108325"/>
              <a:ext cx="501650" cy="198755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425" y="5534660"/>
            <a:ext cx="9095105" cy="673100"/>
            <a:chOff x="2638425" y="5534660"/>
            <a:chExt cx="9095105" cy="6731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30830" y="553466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38425" y="5685790"/>
              <a:ext cx="408305" cy="351790"/>
              <a:chOff x="2638425" y="5685790"/>
              <a:chExt cx="408305" cy="351790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2638425" y="568579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2663825" y="568071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2714625" y="575119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49930" y="5601335"/>
              <a:ext cx="695579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41825" y="5805805"/>
              <a:ext cx="7150735" cy="3460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42640" y="5904230"/>
              <a:ext cx="1099185" cy="198755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0" y="4277360"/>
            <a:ext cx="2207260" cy="2580640"/>
            <a:chOff x="0" y="4277360"/>
            <a:chExt cx="2207260" cy="2580640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2576C25F-1621-30A2-B5DC-DFB624D7AF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9322" b="12503"/>
            <a:stretch/>
          </p:blipFill>
          <p:spPr>
            <a:xfrm flipH="1">
              <a:off x="0" y="4643755"/>
              <a:ext cx="2207260" cy="2214245"/>
            </a:xfrm>
            <a:prstGeom prst="rect">
              <a:avLst/>
            </a:prstGeom>
          </p:spPr>
        </p:pic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64920" y="4956810"/>
              <a:ext cx="109855" cy="109855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57810" y="4277360"/>
              <a:ext cx="142240" cy="142240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004060" y="5861685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HTML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시연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150" y="854075"/>
            <a:ext cx="344805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분 내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0" name="_x278651016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55" name="자유형: 도형 54"/>
          <p:cNvSpPr>
            <a:spLocks/>
          </p:cNvSpPr>
          <p:nvPr/>
        </p:nvSpPr>
        <p:spPr>
          <a:xfrm>
            <a:off x="473710" y="2150745"/>
            <a:ext cx="11244580" cy="4263390"/>
          </a:xfrm>
          <a:custGeom>
            <a:avLst/>
            <a:gdLst>
              <a:gd name="TX0" fmla="*/ 0 w 7434266"/>
              <a:gd name="TY0" fmla="*/ 0 h 4167183"/>
              <a:gd name="TX1" fmla="*/ 7434265 w 7434266"/>
              <a:gd name="TY1" fmla="*/ 0 h 4167183"/>
              <a:gd name="TX2" fmla="*/ 7434265 w 7434266"/>
              <a:gd name="TY2" fmla="*/ 4167182 h 4167183"/>
              <a:gd name="TX3" fmla="*/ 0 w 7434266"/>
              <a:gd name="TY3" fmla="*/ 4167182 h 4167183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</a:cxnLst>
            <a:rect l="l" t="t" r="r" b="b"/>
            <a:pathLst>
              <a:path w="7434266" h="4167183">
                <a:moveTo>
                  <a:pt x="0" y="0"/>
                </a:moveTo>
                <a:lnTo>
                  <a:pt x="7434265" y="0"/>
                </a:lnTo>
                <a:lnTo>
                  <a:pt x="7434265" y="4167182"/>
                </a:lnTo>
                <a:lnTo>
                  <a:pt x="0" y="4167182"/>
                </a:lnTo>
                <a:close/>
              </a:path>
            </a:pathLst>
          </a:custGeom>
          <a:solidFill>
            <a:srgbClr val="2C3E50"/>
          </a:solidFill>
          <a:ln w="0">
            <a:noFill/>
            <a:prstDash/>
          </a:ln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775" y="3135630"/>
            <a:ext cx="2550795" cy="541655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0" y="5284470"/>
            <a:ext cx="1369695" cy="157353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향후 계획 및 기대효과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1060"/>
            <a:ext cx="12192000" cy="2336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512AEB8B-AA28-FDBA-00E7-D5D95C2F683D}"/>
              </a:ext>
            </a:extLst>
          </p:cNvPr>
          <p:cNvSpPr/>
          <p:nvPr/>
        </p:nvSpPr>
        <p:spPr>
          <a:xfrm>
            <a:off x="541655" y="1539240"/>
            <a:ext cx="100965" cy="113665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655" y="2407920"/>
            <a:ext cx="5363845" cy="1748790"/>
            <a:chOff x="541655" y="2407920"/>
            <a:chExt cx="5363845" cy="1748790"/>
          </a:xfrm>
        </p:grpSpPr>
        <p:sp>
          <p:nvSpPr>
            <p:cNvPr id="12" name="사각형: 둥근 모서리 11"/>
            <p:cNvSpPr>
              <a:spLocks/>
            </p:cNvSpPr>
            <p:nvPr/>
          </p:nvSpPr>
          <p:spPr>
            <a:xfrm>
              <a:off x="5416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3378C8">
                  <a:alpha val="29803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0" name="직사각형 19"/>
            <p:cNvSpPr>
              <a:spLocks/>
            </p:cNvSpPr>
            <p:nvPr/>
          </p:nvSpPr>
          <p:spPr>
            <a:xfrm rot="5400000">
              <a:off x="3176905" y="234950"/>
              <a:ext cx="94615" cy="4440555"/>
            </a:xfrm>
            <a:prstGeom prst="rect">
              <a:avLst/>
            </a:prstGeom>
            <a:solidFill>
              <a:srgbClr val="3378C8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0" name="TextBox 39"/>
            <p:cNvSpPr txBox="1">
              <a:spLocks/>
            </p:cNvSpPr>
            <p:nvPr/>
          </p:nvSpPr>
          <p:spPr>
            <a:xfrm>
              <a:off x="912495" y="2900045"/>
              <a:ext cx="4623435" cy="39243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655" y="4490720"/>
            <a:ext cx="5363845" cy="1748790"/>
            <a:chOff x="541655" y="4490720"/>
            <a:chExt cx="5363845" cy="1748790"/>
          </a:xfrm>
        </p:grpSpPr>
        <p:sp>
          <p:nvSpPr>
            <p:cNvPr id="15" name="사각형: 둥근 모서리 14"/>
            <p:cNvSpPr>
              <a:spLocks/>
            </p:cNvSpPr>
            <p:nvPr/>
          </p:nvSpPr>
          <p:spPr>
            <a:xfrm>
              <a:off x="541655" y="44907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4" name="직사각형 43"/>
            <p:cNvSpPr>
              <a:spLocks/>
            </p:cNvSpPr>
            <p:nvPr/>
          </p:nvSpPr>
          <p:spPr>
            <a:xfrm rot="5400000">
              <a:off x="3176905" y="2317750"/>
              <a:ext cx="94615" cy="4440555"/>
            </a:xfrm>
            <a:prstGeom prst="rect">
              <a:avLst/>
            </a:prstGeom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50" name="TextBox 49"/>
            <p:cNvSpPr txBox="1">
              <a:spLocks/>
            </p:cNvSpPr>
            <p:nvPr/>
          </p:nvSpPr>
          <p:spPr>
            <a:xfrm>
              <a:off x="912495" y="4805045"/>
              <a:ext cx="4623435" cy="108839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모델이 어떤 문제에 강점이 있고</a:t>
              </a:r>
            </a:p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데이터가 어떤 특성이 있는지</a:t>
              </a:r>
              <a:br>
                <a:rPr lang="en-US" altLang="ko-KR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</a:b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많은 학습 필요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355" y="4490720"/>
            <a:ext cx="5363845" cy="1748790"/>
            <a:chOff x="6396355" y="4490720"/>
            <a:chExt cx="5363845" cy="17487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355" y="4490720"/>
              <a:ext cx="5363845" cy="17487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605" y="2317750"/>
              <a:ext cx="93980" cy="4439920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6875" y="5019040"/>
              <a:ext cx="4622800" cy="7435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느낀 점이나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177915" y="613410"/>
            <a:ext cx="5582920" cy="3543935"/>
            <a:chOff x="6177915" y="613410"/>
            <a:chExt cx="5582920" cy="3543935"/>
          </a:xfrm>
        </p:grpSpPr>
        <p:sp>
          <p:nvSpPr>
            <p:cNvPr id="14" name="사각형: 둥근 모서리 13"/>
            <p:cNvSpPr>
              <a:spLocks/>
            </p:cNvSpPr>
            <p:nvPr/>
          </p:nvSpPr>
          <p:spPr>
            <a:xfrm>
              <a:off x="63963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3" name="직사각형 42"/>
            <p:cNvSpPr>
              <a:spLocks/>
            </p:cNvSpPr>
            <p:nvPr/>
          </p:nvSpPr>
          <p:spPr>
            <a:xfrm rot="5400000">
              <a:off x="9031605" y="234950"/>
              <a:ext cx="94615" cy="4440555"/>
            </a:xfrm>
            <a:prstGeom prst="rect">
              <a:avLst/>
            </a:prstGeom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9" name="TextBox 48"/>
            <p:cNvSpPr txBox="1">
              <a:spLocks/>
            </p:cNvSpPr>
            <p:nvPr/>
          </p:nvSpPr>
          <p:spPr>
            <a:xfrm>
              <a:off x="6177915" y="613410"/>
              <a:ext cx="2835910" cy="46228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모델 평가 결과</a:t>
              </a:r>
              <a:r>
                <a:rPr lang="en-US" altLang="ko-KR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, </a:t>
              </a: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정확도가 </a:t>
              </a:r>
              <a:r>
                <a:rPr lang="en-US" altLang="ko-KR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00.00%</a:t>
              </a: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로</a:t>
              </a:r>
              <a:br>
                <a:rPr lang="en-US" altLang="ko-KR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</a:b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정확도 향상을 위해 모델 추후 개선 필요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460" y="4326890"/>
            <a:ext cx="138430" cy="13843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9" name="_x278651016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62" name="텍스트 상자 1"/>
          <p:cNvSpPr txBox="1">
            <a:spLocks/>
          </p:cNvSpPr>
          <p:nvPr/>
        </p:nvSpPr>
        <p:spPr>
          <a:xfrm>
            <a:off x="6765925" y="2735580"/>
            <a:ext cx="4623435" cy="108839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수집된 로그가 </a:t>
            </a:r>
            <a:r>
              <a:rPr lang="ko-KR" altLang="en-US" dirty="0" err="1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쌓여감에</a:t>
            </a: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 따라</a:t>
            </a: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개인 맞춤형 음식, 광고 활용</a:t>
            </a: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지역상권 분석등의 효과 기대</a:t>
            </a:r>
          </a:p>
        </p:txBody>
      </p: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44921"/>
          <a:stretch/>
        </p:blipFill>
        <p:spPr>
          <a:xfrm rot="10800000">
            <a:off x="11016615" y="4903470"/>
            <a:ext cx="1175385" cy="77978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45412"/>
          <a:stretch/>
        </p:blipFill>
        <p:spPr>
          <a:xfrm>
            <a:off x="0" y="3261995"/>
            <a:ext cx="2914650" cy="2847975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5934710"/>
            <a:ext cx="12192000" cy="92329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72570" y="2240915"/>
            <a:ext cx="149225" cy="149225"/>
          </a:xfrm>
          <a:prstGeom prst="rect">
            <a:avLst/>
          </a:prstGeom>
        </p:spPr>
      </p:pic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28" name="_x278651016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8734F482-8D9D-4730-AC07-2A52F78763B7}"/>
              </a:ext>
            </a:extLst>
          </p:cNvPr>
          <p:cNvGrpSpPr/>
          <p:nvPr/>
        </p:nvGrpSpPr>
        <p:grpSpPr>
          <a:xfrm>
            <a:off x="541655" y="1430020"/>
            <a:ext cx="10526395" cy="369332"/>
            <a:chOff x="541655" y="1430020"/>
            <a:chExt cx="10526395" cy="369332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26143AA-EC37-486B-9653-36B79C491362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1-3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시스템 아키텍처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4" name="그래픽 43">
              <a:extLst>
                <a:ext uri="{FF2B5EF4-FFF2-40B4-BE49-F238E27FC236}">
                  <a16:creationId xmlns:a16="http://schemas.microsoft.com/office/drawing/2014/main" id="{61F120D7-0567-4C32-963B-AAE1B9E62D91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4221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2174E86-C1F1-408D-9774-251619CBD02F}"/>
              </a:ext>
            </a:extLst>
          </p:cNvPr>
          <p:cNvSpPr/>
          <p:nvPr/>
        </p:nvSpPr>
        <p:spPr>
          <a:xfrm>
            <a:off x="877866" y="872716"/>
            <a:ext cx="7954438" cy="3345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클라이언트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211E0CD-1AF7-4E3D-B4A6-C10DCAD03C0C}"/>
              </a:ext>
            </a:extLst>
          </p:cNvPr>
          <p:cNvSpPr/>
          <p:nvPr/>
        </p:nvSpPr>
        <p:spPr>
          <a:xfrm>
            <a:off x="1060672" y="3314234"/>
            <a:ext cx="1818671" cy="44713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Map_Router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115A616-C998-4729-860D-35FA92B5C0B8}"/>
              </a:ext>
            </a:extLst>
          </p:cNvPr>
          <p:cNvSpPr/>
          <p:nvPr/>
        </p:nvSpPr>
        <p:spPr>
          <a:xfrm>
            <a:off x="6315621" y="3316122"/>
            <a:ext cx="1818671" cy="44713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Recommend_Router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0BA8338-C1C0-4885-9351-DC9627DFE5E4}"/>
              </a:ext>
            </a:extLst>
          </p:cNvPr>
          <p:cNvSpPr/>
          <p:nvPr/>
        </p:nvSpPr>
        <p:spPr>
          <a:xfrm>
            <a:off x="3199882" y="3326280"/>
            <a:ext cx="1818671" cy="44713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Search_Router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3991E41-08CD-40DF-9022-CB5613A1C68F}"/>
              </a:ext>
            </a:extLst>
          </p:cNvPr>
          <p:cNvSpPr/>
          <p:nvPr/>
        </p:nvSpPr>
        <p:spPr>
          <a:xfrm>
            <a:off x="1194144" y="3633772"/>
            <a:ext cx="1818670" cy="44713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Map_Service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910E1E5-288C-440E-9E9F-6A19E09E3369}"/>
              </a:ext>
            </a:extLst>
          </p:cNvPr>
          <p:cNvSpPr/>
          <p:nvPr/>
        </p:nvSpPr>
        <p:spPr>
          <a:xfrm>
            <a:off x="6449092" y="3628063"/>
            <a:ext cx="1818670" cy="44713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Recommend_Service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5D90420-0408-4767-8825-DA111F6586A1}"/>
              </a:ext>
            </a:extLst>
          </p:cNvPr>
          <p:cNvSpPr/>
          <p:nvPr/>
        </p:nvSpPr>
        <p:spPr>
          <a:xfrm>
            <a:off x="3333352" y="3638917"/>
            <a:ext cx="1818670" cy="44713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Search_Service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60843BA-DC7C-4D1B-A152-1554E4B0C212}"/>
              </a:ext>
            </a:extLst>
          </p:cNvPr>
          <p:cNvSpPr/>
          <p:nvPr/>
        </p:nvSpPr>
        <p:spPr>
          <a:xfrm>
            <a:off x="1368931" y="3984941"/>
            <a:ext cx="1830951" cy="43312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Map_DAO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012ABD6-1FE0-4C50-BFFE-149512E18919}"/>
              </a:ext>
            </a:extLst>
          </p:cNvPr>
          <p:cNvSpPr/>
          <p:nvPr/>
        </p:nvSpPr>
        <p:spPr>
          <a:xfrm>
            <a:off x="6625717" y="3985494"/>
            <a:ext cx="1736280" cy="43599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Recommend_DAO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3233C2E-BFCD-4F20-81B3-5CE5D2530E95}"/>
              </a:ext>
            </a:extLst>
          </p:cNvPr>
          <p:cNvSpPr/>
          <p:nvPr/>
        </p:nvSpPr>
        <p:spPr>
          <a:xfrm>
            <a:off x="3417144" y="3966313"/>
            <a:ext cx="1830951" cy="44639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Search_DAO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5A40356-0F66-4F41-A3C9-B50FE68A305E}"/>
              </a:ext>
            </a:extLst>
          </p:cNvPr>
          <p:cNvSpPr/>
          <p:nvPr/>
        </p:nvSpPr>
        <p:spPr>
          <a:xfrm>
            <a:off x="877866" y="4617132"/>
            <a:ext cx="7954438" cy="3345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DB</a:t>
            </a:r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3FDFBD2-5B96-4485-8257-D7E31E8D22C3}"/>
              </a:ext>
            </a:extLst>
          </p:cNvPr>
          <p:cNvSpPr/>
          <p:nvPr/>
        </p:nvSpPr>
        <p:spPr>
          <a:xfrm>
            <a:off x="9431360" y="2593594"/>
            <a:ext cx="1818670" cy="8228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Engine</a:t>
            </a:r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1E463A9-5B19-4442-BF37-63EB7C1B1754}"/>
              </a:ext>
            </a:extLst>
          </p:cNvPr>
          <p:cNvSpPr/>
          <p:nvPr/>
        </p:nvSpPr>
        <p:spPr>
          <a:xfrm>
            <a:off x="9444372" y="845452"/>
            <a:ext cx="1818670" cy="82280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6CE3DAE-D708-4222-8023-D8439765789E}"/>
              </a:ext>
            </a:extLst>
          </p:cNvPr>
          <p:cNvSpPr/>
          <p:nvPr/>
        </p:nvSpPr>
        <p:spPr>
          <a:xfrm>
            <a:off x="9372364" y="5085184"/>
            <a:ext cx="1818670" cy="822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Module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007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기상청 종관기상관측 자료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 </a:t>
            </a:r>
            <a:r>
              <a:rPr lang="ko-KR" altLang="en-US" sz="2600" b="1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전처리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 및 분석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EA28A671-4EFB-40B1-9B30-63752030101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85"/>
          <a:stretch/>
        </p:blipFill>
        <p:spPr>
          <a:xfrm>
            <a:off x="539115" y="2575102"/>
            <a:ext cx="5276683" cy="372491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D1F6023-90B7-4836-891B-9591E094819F}"/>
              </a:ext>
            </a:extLst>
          </p:cNvPr>
          <p:cNvSpPr txBox="1"/>
          <p:nvPr/>
        </p:nvSpPr>
        <p:spPr>
          <a:xfrm>
            <a:off x="6300309" y="3073847"/>
            <a:ext cx="47165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추천엔진을 학습시키기 위한 기상청의 관측자료 수집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필요없는</a:t>
            </a:r>
            <a:r>
              <a:rPr lang="ko-KR" altLang="en-US" dirty="0"/>
              <a:t> 피처 제거 후 데이터 특성 파악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Ex) </a:t>
            </a:r>
            <a:r>
              <a:rPr lang="ko-KR" altLang="en-US" dirty="0"/>
              <a:t>습도와</a:t>
            </a:r>
            <a:r>
              <a:rPr lang="en-US" altLang="ko-KR" dirty="0"/>
              <a:t> </a:t>
            </a:r>
            <a:r>
              <a:rPr lang="ko-KR" altLang="en-US" dirty="0"/>
              <a:t>기온이 활동성이 높고 강수와 </a:t>
            </a:r>
            <a:r>
              <a:rPr lang="ko-KR" altLang="en-US" dirty="0" err="1"/>
              <a:t>적설등은</a:t>
            </a:r>
            <a:r>
              <a:rPr lang="ko-KR" altLang="en-US" dirty="0"/>
              <a:t> 상대적으로 변동이 적음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날씨 데이터는 추천엔진 학습에 사용 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이후 서비스 중에는 직접적인 활용</a:t>
            </a:r>
            <a:r>
              <a:rPr lang="en-US" altLang="ko-KR" dirty="0"/>
              <a:t>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8935"/>
            <a:chOff x="488315" y="1358900"/>
            <a:chExt cx="10527030" cy="36893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893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ko-KR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음식점 정보</a:t>
              </a: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소상공인 진흥공단 상가(상권)정보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endParaRPr lang="ko-KR" altLang="en-US" sz="2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Regular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E189D17-7F92-4CBD-A8FF-B14A324C84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2575065"/>
            <a:ext cx="7891419" cy="3832069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FFD20BA-FFBA-4355-8472-0CB26E35284F}"/>
              </a:ext>
            </a:extLst>
          </p:cNvPr>
          <p:cNvSpPr txBox="1"/>
          <p:nvPr/>
        </p:nvSpPr>
        <p:spPr>
          <a:xfrm>
            <a:off x="8548180" y="2675295"/>
            <a:ext cx="35244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데이터 특성 파악 후 불필요한 피처 제거   </a:t>
            </a:r>
            <a:r>
              <a:rPr lang="en-US" altLang="ko-KR" dirty="0"/>
              <a:t>(</a:t>
            </a:r>
            <a:r>
              <a:rPr lang="ko-KR" altLang="en-US" dirty="0"/>
              <a:t>다음페이지 참고</a:t>
            </a:r>
            <a:r>
              <a:rPr lang="en-US" altLang="ko-KR" dirty="0"/>
              <a:t>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" y="635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8935"/>
            <a:chOff x="488315" y="1358900"/>
            <a:chExt cx="10527030" cy="36893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893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전처리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 및 분석</a:t>
              </a: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소상공인 진흥공단 상가(상권)정보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 dirty="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endParaRPr lang="ko-KR" altLang="en-US" sz="2600" b="1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Regular" charset="0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67B914C-3A81-4873-899F-6E20D4403D3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43"/>
          <a:stretch/>
        </p:blipFill>
        <p:spPr>
          <a:xfrm>
            <a:off x="466698" y="2660005"/>
            <a:ext cx="5319737" cy="3234288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39752E1-0A9E-4C25-ABCD-0DCE5C13398B}"/>
              </a:ext>
            </a:extLst>
          </p:cNvPr>
          <p:cNvSpPr txBox="1"/>
          <p:nvPr/>
        </p:nvSpPr>
        <p:spPr>
          <a:xfrm>
            <a:off x="6172420" y="2963634"/>
            <a:ext cx="4716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계절성이 없는 음식 카테고리는 제거 하였으며 위도 경도 컬럼을 추가</a:t>
            </a:r>
            <a:endParaRPr lang="en-US" altLang="ko-KR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네이버 </a:t>
              </a:r>
              <a:r>
                <a:rPr lang="ko-KR" altLang="en-US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플레이스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 음식점 리뷰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셀레니움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 </a:t>
              </a: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크롤링</a:t>
              </a:r>
              <a:endParaRPr lang="ko-KR" altLang="en-US" sz="14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08033" y="1958975"/>
              <a:ext cx="287012" cy="276860"/>
              <a:chOff x="708033" y="1958975"/>
              <a:chExt cx="287012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08033" y="1958975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 dirty="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8DEFA5AE-AE20-4C7F-80F3-0E97770F61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63" y="2370857"/>
            <a:ext cx="6140372" cy="448777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6439535" y="3099872"/>
            <a:ext cx="47165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수집한 상가목록에서 음식점 명을 추출해 네이버 </a:t>
            </a:r>
            <a:r>
              <a:rPr lang="ko-KR" altLang="en-US" dirty="0" err="1"/>
              <a:t>플레이스</a:t>
            </a:r>
            <a:r>
              <a:rPr lang="ko-KR" altLang="en-US" dirty="0"/>
              <a:t> 약 </a:t>
            </a:r>
            <a:r>
              <a:rPr lang="en-US" altLang="ko-KR" dirty="0"/>
              <a:t>5</a:t>
            </a:r>
            <a:r>
              <a:rPr lang="ko-KR" altLang="en-US" dirty="0" err="1"/>
              <a:t>만건의</a:t>
            </a:r>
            <a:r>
              <a:rPr lang="ko-KR" altLang="en-US" dirty="0"/>
              <a:t> 리뷰   </a:t>
            </a:r>
            <a:r>
              <a:rPr lang="ko-KR" altLang="en-US" dirty="0" err="1"/>
              <a:t>크롤링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진행 중 </a:t>
            </a:r>
            <a:r>
              <a:rPr lang="en-US" altLang="ko-KR" dirty="0"/>
              <a:t>iframe</a:t>
            </a:r>
            <a:r>
              <a:rPr lang="ko-KR" altLang="en-US" dirty="0"/>
              <a:t>간의 전환이나 </a:t>
            </a:r>
            <a:r>
              <a:rPr lang="ko-KR" altLang="en-US" dirty="0" err="1"/>
              <a:t>봇감지에</a:t>
            </a:r>
            <a:r>
              <a:rPr lang="ko-KR" altLang="en-US" dirty="0"/>
              <a:t> 대응하는 부분이 특히 어려웠다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err="1"/>
              <a:t>time.sleep</a:t>
            </a:r>
            <a:r>
              <a:rPr lang="en-US" altLang="ko-KR" dirty="0"/>
              <a:t>() </a:t>
            </a:r>
            <a:r>
              <a:rPr lang="ko-KR" altLang="en-US" dirty="0"/>
              <a:t>이나 </a:t>
            </a:r>
            <a:r>
              <a:rPr lang="en-US" altLang="ko-KR" dirty="0" err="1"/>
              <a:t>WebDriverWait</a:t>
            </a:r>
            <a:r>
              <a:rPr lang="en-US" altLang="ko-KR" dirty="0"/>
              <a:t>()</a:t>
            </a:r>
            <a:r>
              <a:rPr lang="ko-KR" altLang="en-US" dirty="0"/>
              <a:t>으로 대기시간을 많이 주어 대응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이후 </a:t>
            </a:r>
            <a:r>
              <a:rPr lang="ko-KR" altLang="en-US" dirty="0" err="1"/>
              <a:t>가게별</a:t>
            </a:r>
            <a:r>
              <a:rPr lang="ko-KR" altLang="en-US" dirty="0"/>
              <a:t> 리뷰 수와 위치정보</a:t>
            </a:r>
            <a:r>
              <a:rPr lang="en-US" altLang="ko-KR" dirty="0"/>
              <a:t>, </a:t>
            </a:r>
            <a:r>
              <a:rPr lang="ko-KR" altLang="en-US" dirty="0"/>
              <a:t>리뷰  긍정도를 이용해 음식점을 추천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268032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네이버 </a:t>
              </a:r>
              <a:r>
                <a:rPr lang="ko-KR" altLang="en-US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플레이스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 음식점 리뷰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셀레니움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 </a:t>
              </a: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크롤링</a:t>
              </a:r>
              <a:endParaRPr lang="ko-KR" altLang="en-US" sz="14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08033" y="1958975"/>
              <a:ext cx="287012" cy="276860"/>
              <a:chOff x="708033" y="1958975"/>
              <a:chExt cx="287012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08033" y="1958975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 dirty="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666C7093-E780-4143-8D2C-0E05DCF8B2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711" y="2847395"/>
            <a:ext cx="9297698" cy="37629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16BDD40-413C-4B05-952D-A109874159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10" y="2457213"/>
            <a:ext cx="2732510" cy="346985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데이터베이스 설계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8058417" y="2987030"/>
            <a:ext cx="39595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수집한 상가목록</a:t>
            </a:r>
            <a:r>
              <a:rPr lang="en-US" altLang="ko-KR" dirty="0"/>
              <a:t>, </a:t>
            </a:r>
            <a:r>
              <a:rPr lang="ko-KR" altLang="en-US" dirty="0"/>
              <a:t>리뷰목록과 서비스하며 </a:t>
            </a:r>
            <a:r>
              <a:rPr lang="ko-KR" altLang="en-US" dirty="0" err="1"/>
              <a:t>얻게될</a:t>
            </a:r>
            <a:r>
              <a:rPr lang="ko-KR" altLang="en-US" dirty="0"/>
              <a:t> 추천로그</a:t>
            </a:r>
            <a:r>
              <a:rPr lang="en-US" altLang="ko-KR" dirty="0"/>
              <a:t>, </a:t>
            </a:r>
            <a:r>
              <a:rPr lang="ko-KR" altLang="en-US" dirty="0"/>
              <a:t>사용자 입력 등 필요한 정보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sz="1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음식점 데이터를 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csv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가 아닌 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에 저장하여 보관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buAutoNum type="arabicPeriod"/>
            </a:pPr>
            <a:endParaRPr lang="en-US" altLang="ko-KR" sz="1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로그와 히스토리를 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에 보관하여 추천엔진을 모니터링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7BE6B75-C330-45D9-9FD1-69EDFD95EE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05" y="1701938"/>
            <a:ext cx="8059648" cy="515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04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Pages>23</Pages>
  <Words>1090</Words>
  <Characters>0</Characters>
  <Application>Microsoft Office PowerPoint</Application>
  <DocSecurity>0</DocSecurity>
  <PresentationFormat>와이드스크린</PresentationFormat>
  <Lines>0</Lines>
  <Paragraphs>297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0" baseType="lpstr">
      <vt:lpstr>맑은 고딕</vt:lpstr>
      <vt:lpstr>세방고딕 Bold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MYCOM</cp:lastModifiedBy>
  <cp:revision>53</cp:revision>
  <dcterms:modified xsi:type="dcterms:W3CDTF">2025-12-17T09:01:12Z</dcterms:modified>
  <cp:version>9.103.82.44099</cp:version>
</cp:coreProperties>
</file>