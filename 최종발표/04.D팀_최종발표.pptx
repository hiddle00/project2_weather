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89" r:id="rId2"/>
    <p:sldId id="291" r:id="rId3"/>
    <p:sldId id="333" r:id="rId4"/>
    <p:sldId id="365" r:id="rId5"/>
    <p:sldId id="372" r:id="rId6"/>
    <p:sldId id="364" r:id="rId7"/>
    <p:sldId id="294" r:id="rId8"/>
    <p:sldId id="295" r:id="rId9"/>
    <p:sldId id="361" r:id="rId10"/>
    <p:sldId id="375" r:id="rId11"/>
    <p:sldId id="367" r:id="rId12"/>
    <p:sldId id="378" r:id="rId13"/>
    <p:sldId id="384" r:id="rId14"/>
    <p:sldId id="382" r:id="rId15"/>
    <p:sldId id="381" r:id="rId16"/>
    <p:sldId id="360" r:id="rId17"/>
    <p:sldId id="369" r:id="rId18"/>
    <p:sldId id="370" r:id="rId19"/>
    <p:sldId id="371" r:id="rId20"/>
    <p:sldId id="363" r:id="rId21"/>
    <p:sldId id="334" r:id="rId22"/>
    <p:sldId id="377" r:id="rId23"/>
    <p:sldId id="335" r:id="rId24"/>
    <p:sldId id="380" r:id="rId25"/>
    <p:sldId id="373" r:id="rId26"/>
    <p:sldId id="374" r:id="rId27"/>
    <p:sldId id="303" r:id="rId28"/>
    <p:sldId id="348" r:id="rId29"/>
    <p:sldId id="345" r:id="rId30"/>
    <p:sldId id="347" r:id="rId31"/>
    <p:sldId id="366" r:id="rId32"/>
    <p:sldId id="346" r:id="rId33"/>
    <p:sldId id="368" r:id="rId34"/>
    <p:sldId id="344" r:id="rId35"/>
    <p:sldId id="350" r:id="rId36"/>
    <p:sldId id="340" r:id="rId37"/>
    <p:sldId id="351" r:id="rId38"/>
    <p:sldId id="341" r:id="rId39"/>
    <p:sldId id="342" r:id="rId40"/>
    <p:sldId id="354" r:id="rId41"/>
    <p:sldId id="355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A4A3A4"/>
          </p15:clr>
        </p15:guide>
        <p15:guide id="2" pos="323" userDrawn="1">
          <p15:clr>
            <a:srgbClr val="A4A3A4"/>
          </p15:clr>
        </p15:guide>
        <p15:guide id="3" pos="7399" userDrawn="1">
          <p15:clr>
            <a:srgbClr val="A4A3A4"/>
          </p15:clr>
        </p15:guide>
        <p15:guide id="4" pos="3838" userDrawn="1">
          <p15:clr>
            <a:srgbClr val="A4A3A4"/>
          </p15:clr>
        </p15:guide>
        <p15:guide id="5" orient="horz" pos="40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8" autoAdjust="0"/>
    <p:restoredTop sz="96344" autoAdjust="0"/>
  </p:normalViewPr>
  <p:slideViewPr>
    <p:cSldViewPr snapToObjects="1">
      <p:cViewPr varScale="1">
        <p:scale>
          <a:sx n="114" d="100"/>
          <a:sy n="114" d="100"/>
        </p:scale>
        <p:origin x="906" y="96"/>
      </p:cViewPr>
      <p:guideLst>
        <p:guide orient="horz" pos="1568"/>
        <p:guide pos="323"/>
        <p:guide pos="7399"/>
        <p:guide pos="3838"/>
        <p:guide orient="horz" pos="40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18" Type="http://schemas.openxmlformats.org/officeDocument/2006/relationships/image" Target="../media/image34.png"/><Relationship Id="rId3" Type="http://schemas.openxmlformats.org/officeDocument/2006/relationships/image" Target="../media/image19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10" Type="http://schemas.openxmlformats.org/officeDocument/2006/relationships/image" Target="../media/image26.png"/><Relationship Id="rId19" Type="http://schemas.openxmlformats.org/officeDocument/2006/relationships/image" Target="../media/image35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6.svg"/><Relationship Id="rId26" Type="http://schemas.openxmlformats.org/officeDocument/2006/relationships/image" Target="../media/image62.png"/><Relationship Id="rId3" Type="http://schemas.openxmlformats.org/officeDocument/2006/relationships/image" Target="../media/image41.sv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5.png"/><Relationship Id="rId25" Type="http://schemas.openxmlformats.org/officeDocument/2006/relationships/image" Target="../media/image61.svg"/><Relationship Id="rId2" Type="http://schemas.openxmlformats.org/officeDocument/2006/relationships/image" Target="../media/image40.png"/><Relationship Id="rId16" Type="http://schemas.openxmlformats.org/officeDocument/2006/relationships/image" Target="../media/image54.svg"/><Relationship Id="rId20" Type="http://schemas.openxmlformats.org/officeDocument/2006/relationships/image" Target="../media/image6.png"/><Relationship Id="rId29" Type="http://schemas.openxmlformats.org/officeDocument/2006/relationships/image" Target="../media/image6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24" Type="http://schemas.openxmlformats.org/officeDocument/2006/relationships/image" Target="../media/image60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59.svg"/><Relationship Id="rId28" Type="http://schemas.openxmlformats.org/officeDocument/2006/relationships/image" Target="../media/image64.png"/><Relationship Id="rId10" Type="http://schemas.openxmlformats.org/officeDocument/2006/relationships/image" Target="../media/image48.svg"/><Relationship Id="rId19" Type="http://schemas.openxmlformats.org/officeDocument/2006/relationships/image" Target="../media/image57.png"/><Relationship Id="rId31" Type="http://schemas.openxmlformats.org/officeDocument/2006/relationships/image" Target="../media/image67.sv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svg"/><Relationship Id="rId22" Type="http://schemas.openxmlformats.org/officeDocument/2006/relationships/image" Target="../media/image58.png"/><Relationship Id="rId27" Type="http://schemas.openxmlformats.org/officeDocument/2006/relationships/image" Target="../media/image63.svg"/><Relationship Id="rId30" Type="http://schemas.openxmlformats.org/officeDocument/2006/relationships/image" Target="../media/image6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7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7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18" Type="http://schemas.openxmlformats.org/officeDocument/2006/relationships/image" Target="../media/image57.png"/><Relationship Id="rId26" Type="http://schemas.openxmlformats.org/officeDocument/2006/relationships/image" Target="../media/image88.svg"/><Relationship Id="rId3" Type="http://schemas.openxmlformats.org/officeDocument/2006/relationships/image" Target="../media/image43.png"/><Relationship Id="rId21" Type="http://schemas.openxmlformats.org/officeDocument/2006/relationships/image" Target="../media/image83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17" Type="http://schemas.openxmlformats.org/officeDocument/2006/relationships/image" Target="../media/image82.svg"/><Relationship Id="rId25" Type="http://schemas.openxmlformats.org/officeDocument/2006/relationships/image" Target="../media/image87.png"/><Relationship Id="rId2" Type="http://schemas.openxmlformats.org/officeDocument/2006/relationships/image" Target="../media/image42.png"/><Relationship Id="rId16" Type="http://schemas.openxmlformats.org/officeDocument/2006/relationships/image" Target="../media/image81.pn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11" Type="http://schemas.openxmlformats.org/officeDocument/2006/relationships/image" Target="../media/image77.png"/><Relationship Id="rId24" Type="http://schemas.openxmlformats.org/officeDocument/2006/relationships/image" Target="../media/image86.svg"/><Relationship Id="rId5" Type="http://schemas.openxmlformats.org/officeDocument/2006/relationships/image" Target="../media/image58.png"/><Relationship Id="rId15" Type="http://schemas.openxmlformats.org/officeDocument/2006/relationships/image" Target="../media/image1.png"/><Relationship Id="rId23" Type="http://schemas.openxmlformats.org/officeDocument/2006/relationships/image" Target="../media/image85.png"/><Relationship Id="rId10" Type="http://schemas.openxmlformats.org/officeDocument/2006/relationships/image" Target="../media/image76.svg"/><Relationship Id="rId19" Type="http://schemas.openxmlformats.org/officeDocument/2006/relationships/image" Target="../media/image6.png"/><Relationship Id="rId4" Type="http://schemas.openxmlformats.org/officeDocument/2006/relationships/image" Target="../media/image44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Relationship Id="rId22" Type="http://schemas.openxmlformats.org/officeDocument/2006/relationships/image" Target="../media/image8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94.png"/><Relationship Id="rId3" Type="http://schemas.openxmlformats.org/officeDocument/2006/relationships/image" Target="../media/image41.svg"/><Relationship Id="rId7" Type="http://schemas.openxmlformats.org/officeDocument/2006/relationships/image" Target="../media/image42.png"/><Relationship Id="rId12" Type="http://schemas.openxmlformats.org/officeDocument/2006/relationships/image" Target="../media/image93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2.png"/><Relationship Id="rId5" Type="http://schemas.openxmlformats.org/officeDocument/2006/relationships/image" Target="../media/image90.svg"/><Relationship Id="rId15" Type="http://schemas.openxmlformats.org/officeDocument/2006/relationships/image" Target="../media/image96.png"/><Relationship Id="rId10" Type="http://schemas.openxmlformats.org/officeDocument/2006/relationships/image" Target="../media/image7.svg"/><Relationship Id="rId4" Type="http://schemas.openxmlformats.org/officeDocument/2006/relationships/image" Target="../media/image89.png"/><Relationship Id="rId9" Type="http://schemas.openxmlformats.org/officeDocument/2006/relationships/image" Target="../media/image6.png"/><Relationship Id="rId14" Type="http://schemas.openxmlformats.org/officeDocument/2006/relationships/image" Target="../media/image9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Relationship Id="rId9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108.svg"/><Relationship Id="rId17" Type="http://schemas.openxmlformats.org/officeDocument/2006/relationships/image" Target="../media/image57.png"/><Relationship Id="rId2" Type="http://schemas.openxmlformats.org/officeDocument/2006/relationships/image" Target="../media/image40.png"/><Relationship Id="rId16" Type="http://schemas.openxmlformats.org/officeDocument/2006/relationships/image" Target="../media/image11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107.png"/><Relationship Id="rId5" Type="http://schemas.openxmlformats.org/officeDocument/2006/relationships/image" Target="../media/image69.svg"/><Relationship Id="rId15" Type="http://schemas.openxmlformats.org/officeDocument/2006/relationships/image" Target="../media/image109.png"/><Relationship Id="rId10" Type="http://schemas.openxmlformats.org/officeDocument/2006/relationships/image" Target="../media/image106.svg"/><Relationship Id="rId19" Type="http://schemas.openxmlformats.org/officeDocument/2006/relationships/image" Target="../media/image7.svg"/><Relationship Id="rId4" Type="http://schemas.openxmlformats.org/officeDocument/2006/relationships/image" Target="../media/image68.png"/><Relationship Id="rId9" Type="http://schemas.openxmlformats.org/officeDocument/2006/relationships/image" Target="../media/image105.png"/><Relationship Id="rId14" Type="http://schemas.openxmlformats.org/officeDocument/2006/relationships/image" Target="../media/image3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108.svg"/><Relationship Id="rId17" Type="http://schemas.openxmlformats.org/officeDocument/2006/relationships/image" Target="../media/image57.png"/><Relationship Id="rId2" Type="http://schemas.openxmlformats.org/officeDocument/2006/relationships/image" Target="../media/image40.png"/><Relationship Id="rId16" Type="http://schemas.openxmlformats.org/officeDocument/2006/relationships/image" Target="../media/image11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107.png"/><Relationship Id="rId5" Type="http://schemas.openxmlformats.org/officeDocument/2006/relationships/image" Target="../media/image69.svg"/><Relationship Id="rId15" Type="http://schemas.openxmlformats.org/officeDocument/2006/relationships/image" Target="../media/image109.png"/><Relationship Id="rId10" Type="http://schemas.openxmlformats.org/officeDocument/2006/relationships/image" Target="../media/image106.svg"/><Relationship Id="rId19" Type="http://schemas.openxmlformats.org/officeDocument/2006/relationships/image" Target="../media/image7.svg"/><Relationship Id="rId4" Type="http://schemas.openxmlformats.org/officeDocument/2006/relationships/image" Target="../media/image68.png"/><Relationship Id="rId9" Type="http://schemas.openxmlformats.org/officeDocument/2006/relationships/image" Target="../media/image105.png"/><Relationship Id="rId14" Type="http://schemas.openxmlformats.org/officeDocument/2006/relationships/image" Target="../media/image3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7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7.svg"/><Relationship Id="rId3" Type="http://schemas.openxmlformats.org/officeDocument/2006/relationships/image" Target="../media/image41.svg"/><Relationship Id="rId7" Type="http://schemas.openxmlformats.org/officeDocument/2006/relationships/image" Target="../media/image114.svg"/><Relationship Id="rId12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11" Type="http://schemas.openxmlformats.org/officeDocument/2006/relationships/image" Target="../media/image57.png"/><Relationship Id="rId5" Type="http://schemas.openxmlformats.org/officeDocument/2006/relationships/image" Target="../media/image112.svg"/><Relationship Id="rId10" Type="http://schemas.openxmlformats.org/officeDocument/2006/relationships/image" Target="../media/image116.svg"/><Relationship Id="rId4" Type="http://schemas.openxmlformats.org/officeDocument/2006/relationships/image" Target="../media/image111.png"/><Relationship Id="rId9" Type="http://schemas.openxmlformats.org/officeDocument/2006/relationships/image" Target="../media/image1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1.png"/><Relationship Id="rId3" Type="http://schemas.openxmlformats.org/officeDocument/2006/relationships/image" Target="../media/image43.png"/><Relationship Id="rId7" Type="http://schemas.openxmlformats.org/officeDocument/2006/relationships/image" Target="../media/image77.png"/><Relationship Id="rId12" Type="http://schemas.openxmlformats.org/officeDocument/2006/relationships/image" Target="../media/image2.svg"/><Relationship Id="rId17" Type="http://schemas.openxmlformats.org/officeDocument/2006/relationships/image" Target="../media/image7.svg"/><Relationship Id="rId2" Type="http://schemas.openxmlformats.org/officeDocument/2006/relationships/image" Target="../media/image42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11" Type="http://schemas.openxmlformats.org/officeDocument/2006/relationships/image" Target="../media/image1.png"/><Relationship Id="rId5" Type="http://schemas.openxmlformats.org/officeDocument/2006/relationships/image" Target="../media/image58.png"/><Relationship Id="rId15" Type="http://schemas.openxmlformats.org/officeDocument/2006/relationships/image" Target="../media/image57.png"/><Relationship Id="rId10" Type="http://schemas.openxmlformats.org/officeDocument/2006/relationships/image" Target="../media/image80.svg"/><Relationship Id="rId4" Type="http://schemas.openxmlformats.org/officeDocument/2006/relationships/image" Target="../media/image44.svg"/><Relationship Id="rId9" Type="http://schemas.openxmlformats.org/officeDocument/2006/relationships/image" Target="../media/image79.png"/><Relationship Id="rId14" Type="http://schemas.openxmlformats.org/officeDocument/2006/relationships/image" Target="../media/image82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7.svg"/><Relationship Id="rId3" Type="http://schemas.openxmlformats.org/officeDocument/2006/relationships/image" Target="../media/image41.svg"/><Relationship Id="rId7" Type="http://schemas.openxmlformats.org/officeDocument/2006/relationships/image" Target="../media/image114.svg"/><Relationship Id="rId12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11" Type="http://schemas.openxmlformats.org/officeDocument/2006/relationships/image" Target="../media/image57.png"/><Relationship Id="rId5" Type="http://schemas.openxmlformats.org/officeDocument/2006/relationships/image" Target="../media/image112.svg"/><Relationship Id="rId10" Type="http://schemas.openxmlformats.org/officeDocument/2006/relationships/image" Target="../media/image116.svg"/><Relationship Id="rId4" Type="http://schemas.openxmlformats.org/officeDocument/2006/relationships/image" Target="../media/image111.png"/><Relationship Id="rId9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Relationship Id="rId9" Type="http://schemas.openxmlformats.org/officeDocument/2006/relationships/image" Target="../media/image1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42.png"/><Relationship Id="rId4" Type="http://schemas.openxmlformats.org/officeDocument/2006/relationships/image" Target="../media/image12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12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12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12" Type="http://schemas.openxmlformats.org/officeDocument/2006/relationships/image" Target="../media/image12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69.sv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29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3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2175" cy="789305"/>
            <a:chOff x="6242050" y="2679700"/>
            <a:chExt cx="4702175" cy="7893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구성 및 활용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9190" cy="789305"/>
            <a:chOff x="6242050" y="3479165"/>
            <a:chExt cx="4949190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핵심기능설계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1755" cy="789305"/>
            <a:chOff x="6242050" y="4278630"/>
            <a:chExt cx="3881755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41592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661" y="5923052"/>
            <a:ext cx="113480" cy="1134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906" y="3280858"/>
            <a:ext cx="2802884" cy="370613"/>
            <a:chOff x="4525645" y="3492500"/>
            <a:chExt cx="2713355" cy="35877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645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645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575" y="3566795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2850" y="351917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621" y="3280858"/>
            <a:ext cx="2802884" cy="370613"/>
            <a:chOff x="7579360" y="3492500"/>
            <a:chExt cx="2713355" cy="35877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360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360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15" y="3519170"/>
              <a:ext cx="203073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401" y="4039683"/>
            <a:ext cx="2802884" cy="3706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906" y="4039683"/>
            <a:ext cx="370613" cy="370613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216" y="4129606"/>
            <a:ext cx="224336" cy="19941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906" y="4834068"/>
            <a:ext cx="2802884" cy="370613"/>
            <a:chOff x="4525645" y="5045710"/>
            <a:chExt cx="2713355" cy="35877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645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645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2850" y="5072380"/>
              <a:ext cx="197612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621" y="4834068"/>
            <a:ext cx="2802884" cy="370613"/>
            <a:chOff x="7579360" y="5045710"/>
            <a:chExt cx="2713355" cy="35877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360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360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15" y="507238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415" y="5153660"/>
              <a:ext cx="240665" cy="1504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621" y="4033376"/>
            <a:ext cx="2802886" cy="568055"/>
            <a:chOff x="7579360" y="4251325"/>
            <a:chExt cx="2713355" cy="54991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360" y="4251325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360" y="4251325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15" y="4277995"/>
              <a:ext cx="215900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80" y="4316730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905" y="5599878"/>
            <a:ext cx="4494585" cy="370613"/>
            <a:chOff x="4525645" y="5811520"/>
            <a:chExt cx="4351020" cy="35877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645" y="5811520"/>
              <a:ext cx="374967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645" y="581152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2850" y="5837555"/>
              <a:ext cx="38538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925" y="5897245"/>
              <a:ext cx="186690" cy="18288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266" y="3361619"/>
            <a:ext cx="226960" cy="207937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776" y="4922365"/>
            <a:ext cx="197442" cy="2105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506" y="4074379"/>
            <a:ext cx="2239422" cy="31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4F0E963-3F94-4208-9026-E61640E98D5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9"/>
          <a:stretch/>
        </p:blipFill>
        <p:spPr>
          <a:xfrm>
            <a:off x="1523492" y="2160093"/>
            <a:ext cx="8047619" cy="4367881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49953A2-487D-4B15-A7D8-97EFF3C397C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941512" y="3281471"/>
            <a:ext cx="766556" cy="14796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6708068" y="2804417"/>
            <a:ext cx="5162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ㆍ카테고리와</a:t>
            </a:r>
            <a:r>
              <a:rPr lang="ko-KR" altLang="en-US" sz="2800" dirty="0"/>
              <a:t> 단순하게 반영된 </a:t>
            </a:r>
            <a:endParaRPr lang="en-US" altLang="ko-KR" sz="2800" dirty="0"/>
          </a:p>
          <a:p>
            <a:r>
              <a:rPr lang="en-US" altLang="ko-KR" sz="2800" dirty="0"/>
              <a:t>   </a:t>
            </a:r>
            <a:r>
              <a:rPr lang="ko-KR" altLang="en-US" sz="2800" dirty="0"/>
              <a:t>이용자의 상황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0E459-183C-46F0-8E06-EAEA330F9699}"/>
              </a:ext>
            </a:extLst>
          </p:cNvPr>
          <p:cNvSpPr/>
          <p:nvPr/>
        </p:nvSpPr>
        <p:spPr>
          <a:xfrm>
            <a:off x="1828728" y="2255878"/>
            <a:ext cx="4320480" cy="157141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78151-4D29-4EAC-98A9-642A7AEF8E15}"/>
              </a:ext>
            </a:extLst>
          </p:cNvPr>
          <p:cNvSpPr txBox="1"/>
          <p:nvPr/>
        </p:nvSpPr>
        <p:spPr>
          <a:xfrm>
            <a:off x="2528811" y="2748646"/>
            <a:ext cx="32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/>
              <a:t>마파두부덮밥</a:t>
            </a:r>
            <a:endParaRPr lang="ko-KR" altLang="en-US" sz="3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92BD8F-601C-4244-9A0F-72AF0CC06F0C}"/>
              </a:ext>
            </a:extLst>
          </p:cNvPr>
          <p:cNvSpPr txBox="1"/>
          <p:nvPr/>
        </p:nvSpPr>
        <p:spPr>
          <a:xfrm>
            <a:off x="6672063" y="4068298"/>
            <a:ext cx="50709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/>
              <a:t>ㆍ</a:t>
            </a:r>
            <a:r>
              <a:rPr lang="ko-KR" altLang="en-US" sz="2800" dirty="0" err="1">
                <a:solidFill>
                  <a:schemeClr val="tx1"/>
                </a:solidFill>
              </a:rPr>
              <a:t>이용자의</a:t>
            </a:r>
            <a:r>
              <a:rPr lang="ko-KR" altLang="en-US" sz="2800" dirty="0">
                <a:solidFill>
                  <a:schemeClr val="tx1"/>
                </a:solidFill>
              </a:rPr>
              <a:t> 상황을 세부적으로 </a:t>
            </a:r>
            <a:endParaRPr lang="en-US" altLang="ko-KR" sz="2800" dirty="0">
              <a:solidFill>
                <a:schemeClr val="tx1"/>
              </a:solidFill>
            </a:endParaRPr>
          </a:p>
          <a:p>
            <a:r>
              <a:rPr lang="en-US" altLang="ko-KR" sz="2800" dirty="0"/>
              <a:t>   </a:t>
            </a:r>
            <a:r>
              <a:rPr lang="ko-KR" altLang="en-US" sz="2800" dirty="0">
                <a:solidFill>
                  <a:schemeClr val="tx1"/>
                </a:solidFill>
              </a:rPr>
              <a:t>반영하지 못함</a:t>
            </a:r>
          </a:p>
        </p:txBody>
      </p: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D99DF44-0E61-429D-A93E-94E8E5351BF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/>
          <a:stretch/>
        </p:blipFill>
        <p:spPr>
          <a:xfrm>
            <a:off x="319383" y="2174040"/>
            <a:ext cx="6761728" cy="4620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7247821" y="3001171"/>
            <a:ext cx="5162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ㆍ매번</a:t>
            </a:r>
            <a:r>
              <a:rPr lang="ko-KR" altLang="en-US" sz="2800" dirty="0"/>
              <a:t> 이용자의 기호에 맡김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 &gt; </a:t>
            </a:r>
            <a:r>
              <a:rPr lang="ko-KR" altLang="en-US" sz="2800" dirty="0"/>
              <a:t>선택에 따른 피로도 증가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2DDE47-F10F-4B5F-9412-CD6050E4C132}"/>
              </a:ext>
            </a:extLst>
          </p:cNvPr>
          <p:cNvSpPr/>
          <p:nvPr/>
        </p:nvSpPr>
        <p:spPr>
          <a:xfrm>
            <a:off x="319383" y="2212911"/>
            <a:ext cx="6761728" cy="4558430"/>
          </a:xfrm>
          <a:prstGeom prst="rect">
            <a:avLst/>
          </a:prstGeom>
          <a:noFill/>
          <a:ln w="698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75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기획 의도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41303"/>
              <a:ext cx="81768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매일 반복되는 음식 선택 과정에서 발생하는 고민과 결정 피로를 줄이는 서비스의 제공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32568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시간 정보를 통합한 상황 인지형 음식점 추천 기능 구현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7609" y="2905199"/>
              <a:ext cx="8149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 정보와 실시간 날씨 데이터를 활용하여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이용자의 상황에 적합한 음식 선택을 돕는다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29" y="5713511"/>
              <a:ext cx="80194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과정에서 발생하는 이용 이력을 수집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향후 개인화 추천 및 서비스 고도화에 활용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 descr="C:/Users/HIDDLE/AppData/Roaming/PolarisOffice/ETemp/24964_19278568/image1.png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4710"/>
            <a:ext cx="12192635" cy="923925"/>
          </a:xfrm>
          <a:prstGeom prst="rect">
            <a:avLst/>
          </a:prstGeom>
          <a:noFill/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22910" y="4989830"/>
            <a:ext cx="2036445" cy="48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GeoLocation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이용자의 좌표 획득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3216910" y="5048885"/>
            <a:ext cx="2122805" cy="4870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LCC DFS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좌표로 변환 후 기상청에 날씨 요청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61C75D0F-C629-45FF-9672-63EAEFAD4AB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29890" y="2277110"/>
            <a:ext cx="2704465" cy="186944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F235FE4-2D8A-41A8-90F6-8A48CC24C89D}"/>
              </a:ext>
            </a:extLst>
          </p:cNvPr>
          <p:cNvSpPr txBox="1"/>
          <p:nvPr/>
        </p:nvSpPr>
        <p:spPr>
          <a:xfrm>
            <a:off x="504825" y="4354195"/>
            <a:ext cx="177482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이용자 좌표</a:t>
            </a:r>
          </a:p>
        </p:txBody>
      </p:sp>
      <p:sp>
        <p:nvSpPr>
          <p:cNvPr id="130" name="TextBox 129"/>
          <p:cNvSpPr txBox="1">
            <a:spLocks/>
          </p:cNvSpPr>
          <p:nvPr/>
        </p:nvSpPr>
        <p:spPr>
          <a:xfrm>
            <a:off x="3442335" y="4293235"/>
            <a:ext cx="1718310" cy="7346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2.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초단기예보 </a:t>
            </a: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API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호출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D6C4C69-A727-4DEE-81F3-A65E346BF6D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2095" y="2277110"/>
            <a:ext cx="2386330" cy="1929765"/>
          </a:xfrm>
          <a:prstGeom prst="rect">
            <a:avLst/>
          </a:prstGeom>
        </p:spPr>
      </p:pic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2217562-97B7-43FD-AB54-46F8751A38C1}"/>
              </a:ext>
            </a:extLst>
          </p:cNvPr>
          <p:cNvGrpSpPr/>
          <p:nvPr/>
        </p:nvGrpSpPr>
        <p:grpSpPr>
          <a:xfrm>
            <a:off x="9020810" y="2380615"/>
            <a:ext cx="3041015" cy="1804035"/>
            <a:chOff x="9020810" y="2380615"/>
            <a:chExt cx="3041015" cy="1804035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D821A6-3480-474D-9107-653311551F12}"/>
                </a:ext>
              </a:extLst>
            </p:cNvPr>
            <p:cNvSpPr/>
            <p:nvPr/>
          </p:nvSpPr>
          <p:spPr>
            <a:xfrm>
              <a:off x="10109200" y="2380615"/>
              <a:ext cx="1130935" cy="1495425"/>
            </a:xfrm>
            <a:custGeom>
              <a:avLst/>
              <a:gdLst>
                <a:gd name="connsiteX0" fmla="*/ 1141224 w 1141537"/>
                <a:gd name="connsiteY0" fmla="*/ 471352 h 1571168"/>
                <a:gd name="connsiteX1" fmla="*/ 684287 w 1141537"/>
                <a:gd name="connsiteY1" fmla="*/ 1503977 h 1571168"/>
                <a:gd name="connsiteX2" fmla="*/ 507059 w 1141537"/>
                <a:gd name="connsiteY2" fmla="*/ 1554413 h 1571168"/>
                <a:gd name="connsiteX3" fmla="*/ 456623 w 1141537"/>
                <a:gd name="connsiteY3" fmla="*/ 1503977 h 1571168"/>
                <a:gd name="connsiteX4" fmla="*/ -314 w 1141537"/>
                <a:gd name="connsiteY4" fmla="*/ 471352 h 1571168"/>
                <a:gd name="connsiteX5" fmla="*/ 570455 w 1141537"/>
                <a:gd name="connsiteY5" fmla="*/ -269 h 1571168"/>
                <a:gd name="connsiteX6" fmla="*/ 1141224 w 1141537"/>
                <a:gd name="connsiteY6" fmla="*/ 471352 h 15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537" h="1571168">
                  <a:moveTo>
                    <a:pt x="1141224" y="471352"/>
                  </a:moveTo>
                  <a:cubicBezTo>
                    <a:pt x="1141224" y="657149"/>
                    <a:pt x="850802" y="1205082"/>
                    <a:pt x="684287" y="1503977"/>
                  </a:cubicBezTo>
                  <a:cubicBezTo>
                    <a:pt x="649275" y="1566842"/>
                    <a:pt x="569925" y="1589426"/>
                    <a:pt x="507059" y="1554413"/>
                  </a:cubicBezTo>
                  <a:cubicBezTo>
                    <a:pt x="485885" y="1542617"/>
                    <a:pt x="468419" y="1525152"/>
                    <a:pt x="456623" y="1503977"/>
                  </a:cubicBezTo>
                  <a:cubicBezTo>
                    <a:pt x="290109" y="1205082"/>
                    <a:pt x="-314" y="657149"/>
                    <a:pt x="-314" y="471352"/>
                  </a:cubicBezTo>
                  <a:cubicBezTo>
                    <a:pt x="-314" y="210883"/>
                    <a:pt x="255230" y="-269"/>
                    <a:pt x="570455" y="-269"/>
                  </a:cubicBezTo>
                  <a:cubicBezTo>
                    <a:pt x="885680" y="-269"/>
                    <a:pt x="1141224" y="210883"/>
                    <a:pt x="1141224" y="471352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553194A-D5B0-4E21-A145-693D9F1F0DD4}"/>
                </a:ext>
              </a:extLst>
            </p:cNvPr>
            <p:cNvSpPr/>
            <p:nvPr/>
          </p:nvSpPr>
          <p:spPr>
            <a:xfrm>
              <a:off x="10369550" y="2528570"/>
              <a:ext cx="615950" cy="591820"/>
            </a:xfrm>
            <a:custGeom>
              <a:avLst/>
              <a:gdLst>
                <a:gd name="connsiteX0" fmla="*/ 621682 w 621682"/>
                <a:gd name="connsiteY0" fmla="*/ 310841 h 621682"/>
                <a:gd name="connsiteX1" fmla="*/ 310841 w 621682"/>
                <a:gd name="connsiteY1" fmla="*/ 621682 h 621682"/>
                <a:gd name="connsiteX2" fmla="*/ 0 w 621682"/>
                <a:gd name="connsiteY2" fmla="*/ 310841 h 621682"/>
                <a:gd name="connsiteX3" fmla="*/ 310841 w 621682"/>
                <a:gd name="connsiteY3" fmla="*/ 0 h 621682"/>
                <a:gd name="connsiteX4" fmla="*/ 621682 w 621682"/>
                <a:gd name="connsiteY4" fmla="*/ 310841 h 62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682" h="621682">
                  <a:moveTo>
                    <a:pt x="621682" y="310841"/>
                  </a:moveTo>
                  <a:cubicBezTo>
                    <a:pt x="621682" y="482514"/>
                    <a:pt x="482514" y="621682"/>
                    <a:pt x="310841" y="621682"/>
                  </a:cubicBezTo>
                  <a:cubicBezTo>
                    <a:pt x="139168" y="621682"/>
                    <a:pt x="0" y="482514"/>
                    <a:pt x="0" y="310841"/>
                  </a:cubicBezTo>
                  <a:cubicBezTo>
                    <a:pt x="0" y="139168"/>
                    <a:pt x="139168" y="0"/>
                    <a:pt x="310841" y="0"/>
                  </a:cubicBezTo>
                  <a:cubicBezTo>
                    <a:pt x="482514" y="0"/>
                    <a:pt x="621682" y="139168"/>
                    <a:pt x="621682" y="310841"/>
                  </a:cubicBezTo>
                  <a:close/>
                </a:path>
              </a:pathLst>
            </a:custGeom>
            <a:solidFill>
              <a:srgbClr val="FFFF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D967D472-B7BF-4807-A4D1-DE6A86F572DB}"/>
                </a:ext>
              </a:extLst>
            </p:cNvPr>
            <p:cNvSpPr/>
            <p:nvPr/>
          </p:nvSpPr>
          <p:spPr>
            <a:xfrm>
              <a:off x="9208135" y="2738120"/>
              <a:ext cx="368935" cy="354330"/>
            </a:xfrm>
            <a:custGeom>
              <a:avLst/>
              <a:gdLst>
                <a:gd name="connsiteX0" fmla="*/ 372362 w 372361"/>
                <a:gd name="connsiteY0" fmla="*/ 186181 h 372361"/>
                <a:gd name="connsiteX1" fmla="*/ 186181 w 372361"/>
                <a:gd name="connsiteY1" fmla="*/ 372362 h 372361"/>
                <a:gd name="connsiteX2" fmla="*/ 0 w 372361"/>
                <a:gd name="connsiteY2" fmla="*/ 186181 h 372361"/>
                <a:gd name="connsiteX3" fmla="*/ 186181 w 372361"/>
                <a:gd name="connsiteY3" fmla="*/ 0 h 372361"/>
                <a:gd name="connsiteX4" fmla="*/ 372362 w 372361"/>
                <a:gd name="connsiteY4" fmla="*/ 186181 h 37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361" h="372361">
                  <a:moveTo>
                    <a:pt x="372362" y="186181"/>
                  </a:moveTo>
                  <a:cubicBezTo>
                    <a:pt x="372362" y="289006"/>
                    <a:pt x="289006" y="372362"/>
                    <a:pt x="186181" y="372362"/>
                  </a:cubicBezTo>
                  <a:cubicBezTo>
                    <a:pt x="83356" y="372362"/>
                    <a:pt x="0" y="289006"/>
                    <a:pt x="0" y="186181"/>
                  </a:cubicBezTo>
                  <a:cubicBezTo>
                    <a:pt x="0" y="83356"/>
                    <a:pt x="83356" y="0"/>
                    <a:pt x="186181" y="0"/>
                  </a:cubicBezTo>
                  <a:cubicBezTo>
                    <a:pt x="289006" y="0"/>
                    <a:pt x="372362" y="83356"/>
                    <a:pt x="372362" y="186181"/>
                  </a:cubicBezTo>
                  <a:close/>
                </a:path>
              </a:pathLst>
            </a:custGeom>
            <a:solidFill>
              <a:srgbClr val="FF6584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B541338-A0BE-4F0A-9CDE-2D0400BF8729}"/>
                </a:ext>
              </a:extLst>
            </p:cNvPr>
            <p:cNvSpPr/>
            <p:nvPr/>
          </p:nvSpPr>
          <p:spPr>
            <a:xfrm rot="16753048">
              <a:off x="9148445" y="2950210"/>
              <a:ext cx="203835" cy="212090"/>
            </a:xfrm>
            <a:custGeom>
              <a:avLst/>
              <a:gdLst>
                <a:gd name="connsiteX0" fmla="*/ 213910 w 214223"/>
                <a:gd name="connsiteY0" fmla="*/ 106842 h 214223"/>
                <a:gd name="connsiteX1" fmla="*/ 106798 w 214223"/>
                <a:gd name="connsiteY1" fmla="*/ 213954 h 214223"/>
                <a:gd name="connsiteX2" fmla="*/ -313 w 214223"/>
                <a:gd name="connsiteY2" fmla="*/ 106842 h 214223"/>
                <a:gd name="connsiteX3" fmla="*/ 106798 w 214223"/>
                <a:gd name="connsiteY3" fmla="*/ -269 h 214223"/>
                <a:gd name="connsiteX4" fmla="*/ 213910 w 214223"/>
                <a:gd name="connsiteY4" fmla="*/ 106842 h 2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23" h="214223">
                  <a:moveTo>
                    <a:pt x="213910" y="106842"/>
                  </a:moveTo>
                  <a:cubicBezTo>
                    <a:pt x="213910" y="165998"/>
                    <a:pt x="165954" y="213954"/>
                    <a:pt x="106798" y="213954"/>
                  </a:cubicBezTo>
                  <a:cubicBezTo>
                    <a:pt x="47642" y="213954"/>
                    <a:pt x="-313" y="165998"/>
                    <a:pt x="-313" y="106842"/>
                  </a:cubicBezTo>
                  <a:cubicBezTo>
                    <a:pt x="-313" y="47686"/>
                    <a:pt x="47642" y="-269"/>
                    <a:pt x="106798" y="-269"/>
                  </a:cubicBezTo>
                  <a:cubicBezTo>
                    <a:pt x="165954" y="-269"/>
                    <a:pt x="213910" y="47686"/>
                    <a:pt x="213910" y="106842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2DC800BA-F5B4-47FF-9E79-A7768A88D1B9}"/>
                </a:ext>
              </a:extLst>
            </p:cNvPr>
            <p:cNvSpPr/>
            <p:nvPr/>
          </p:nvSpPr>
          <p:spPr>
            <a:xfrm>
              <a:off x="9271000" y="3451225"/>
              <a:ext cx="2461895" cy="734060"/>
            </a:xfrm>
            <a:custGeom>
              <a:avLst/>
              <a:gdLst>
                <a:gd name="connsiteX0" fmla="*/ 2485022 w 2485335"/>
                <a:gd name="connsiteY0" fmla="*/ 137697 h 771331"/>
                <a:gd name="connsiteX1" fmla="*/ 18766 w 2485335"/>
                <a:gd name="connsiteY1" fmla="*/ 760344 h 771331"/>
                <a:gd name="connsiteX2" fmla="*/ 8744 w 2485335"/>
                <a:gd name="connsiteY2" fmla="*/ 771062 h 771331"/>
                <a:gd name="connsiteX3" fmla="*/ -314 w 2485335"/>
                <a:gd name="connsiteY3" fmla="*/ 771062 h 771331"/>
                <a:gd name="connsiteX4" fmla="*/ 9172 w 2485335"/>
                <a:gd name="connsiteY4" fmla="*/ 760344 h 771331"/>
                <a:gd name="connsiteX5" fmla="*/ 2485022 w 2485335"/>
                <a:gd name="connsiteY5" fmla="*/ 137697 h 77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335" h="771331">
                  <a:moveTo>
                    <a:pt x="2485022" y="137697"/>
                  </a:moveTo>
                  <a:cubicBezTo>
                    <a:pt x="1641517" y="-178504"/>
                    <a:pt x="612740" y="129765"/>
                    <a:pt x="18766" y="760344"/>
                  </a:cubicBezTo>
                  <a:cubicBezTo>
                    <a:pt x="15389" y="763881"/>
                    <a:pt x="12013" y="767472"/>
                    <a:pt x="8744" y="771062"/>
                  </a:cubicBezTo>
                  <a:lnTo>
                    <a:pt x="-314" y="771062"/>
                  </a:lnTo>
                  <a:cubicBezTo>
                    <a:pt x="2795" y="767472"/>
                    <a:pt x="6010" y="763881"/>
                    <a:pt x="9172" y="760344"/>
                  </a:cubicBezTo>
                  <a:cubicBezTo>
                    <a:pt x="615473" y="81799"/>
                    <a:pt x="1630584" y="-188633"/>
                    <a:pt x="2485022" y="13769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F966F7B-43B7-4852-9A0C-A73B107C35B8}"/>
                </a:ext>
              </a:extLst>
            </p:cNvPr>
            <p:cNvSpPr/>
            <p:nvPr/>
          </p:nvSpPr>
          <p:spPr>
            <a:xfrm>
              <a:off x="11732260" y="3582035"/>
              <a:ext cx="228600" cy="99695"/>
            </a:xfrm>
            <a:custGeom>
              <a:avLst/>
              <a:gdLst>
                <a:gd name="connsiteX0" fmla="*/ 230191 w 230504"/>
                <a:gd name="connsiteY0" fmla="*/ 104613 h 104882"/>
                <a:gd name="connsiteX1" fmla="*/ -314 w 230504"/>
                <a:gd name="connsiteY1" fmla="*/ -269 h 104882"/>
                <a:gd name="connsiteX2" fmla="*/ 230191 w 230504"/>
                <a:gd name="connsiteY2" fmla="*/ 104613 h 1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504" h="104882">
                  <a:moveTo>
                    <a:pt x="230191" y="104613"/>
                  </a:moveTo>
                  <a:cubicBezTo>
                    <a:pt x="155632" y="64852"/>
                    <a:pt x="78645" y="29823"/>
                    <a:pt x="-314" y="-269"/>
                  </a:cubicBezTo>
                  <a:cubicBezTo>
                    <a:pt x="78854" y="29325"/>
                    <a:pt x="155873" y="64370"/>
                    <a:pt x="230191" y="104613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4867830D-9661-4296-BE1C-B9EF9F431C5B}"/>
                </a:ext>
              </a:extLst>
            </p:cNvPr>
            <p:cNvSpPr/>
            <p:nvPr/>
          </p:nvSpPr>
          <p:spPr>
            <a:xfrm>
              <a:off x="11387455" y="3157855"/>
              <a:ext cx="233045" cy="223520"/>
            </a:xfrm>
            <a:custGeom>
              <a:avLst/>
              <a:gdLst>
                <a:gd name="connsiteX0" fmla="*/ 234955 w 234955"/>
                <a:gd name="connsiteY0" fmla="*/ 117478 h 234955"/>
                <a:gd name="connsiteX1" fmla="*/ 117478 w 234955"/>
                <a:gd name="connsiteY1" fmla="*/ 234955 h 234955"/>
                <a:gd name="connsiteX2" fmla="*/ 0 w 234955"/>
                <a:gd name="connsiteY2" fmla="*/ 117478 h 234955"/>
                <a:gd name="connsiteX3" fmla="*/ 117478 w 234955"/>
                <a:gd name="connsiteY3" fmla="*/ 0 h 234955"/>
                <a:gd name="connsiteX4" fmla="*/ 234955 w 234955"/>
                <a:gd name="connsiteY4" fmla="*/ 117478 h 23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55" h="234955">
                  <a:moveTo>
                    <a:pt x="234955" y="117478"/>
                  </a:moveTo>
                  <a:cubicBezTo>
                    <a:pt x="234955" y="182359"/>
                    <a:pt x="182359" y="234955"/>
                    <a:pt x="117478" y="234955"/>
                  </a:cubicBezTo>
                  <a:cubicBezTo>
                    <a:pt x="52596" y="234955"/>
                    <a:pt x="0" y="182359"/>
                    <a:pt x="0" y="117478"/>
                  </a:cubicBezTo>
                  <a:cubicBezTo>
                    <a:pt x="0" y="52597"/>
                    <a:pt x="52596" y="0"/>
                    <a:pt x="117478" y="0"/>
                  </a:cubicBezTo>
                  <a:cubicBezTo>
                    <a:pt x="182359" y="0"/>
                    <a:pt x="234955" y="52597"/>
                    <a:pt x="234955" y="117478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A737428-E473-4900-B719-ADF2ABB77838}"/>
                </a:ext>
              </a:extLst>
            </p:cNvPr>
            <p:cNvSpPr/>
            <p:nvPr/>
          </p:nvSpPr>
          <p:spPr>
            <a:xfrm>
              <a:off x="11513820" y="4065905"/>
              <a:ext cx="52705" cy="115570"/>
            </a:xfrm>
            <a:custGeom>
              <a:avLst/>
              <a:gdLst>
                <a:gd name="connsiteX0" fmla="*/ 2428 w 52956"/>
                <a:gd name="connsiteY0" fmla="*/ 66915 h 121528"/>
                <a:gd name="connsiteX1" fmla="*/ 42602 w 52956"/>
                <a:gd name="connsiteY1" fmla="*/ 121259 h 121528"/>
                <a:gd name="connsiteX2" fmla="*/ 49901 w 52956"/>
                <a:gd name="connsiteY2" fmla="*/ 54074 h 121528"/>
                <a:gd name="connsiteX3" fmla="*/ 9727 w 52956"/>
                <a:gd name="connsiteY3" fmla="*/ -269 h 121528"/>
                <a:gd name="connsiteX4" fmla="*/ 2428 w 52956"/>
                <a:gd name="connsiteY4" fmla="*/ 66915 h 12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56" h="121528">
                  <a:moveTo>
                    <a:pt x="2428" y="66915"/>
                  </a:moveTo>
                  <a:cubicBezTo>
                    <a:pt x="11507" y="100475"/>
                    <a:pt x="42602" y="121259"/>
                    <a:pt x="42602" y="121259"/>
                  </a:cubicBezTo>
                  <a:cubicBezTo>
                    <a:pt x="42602" y="121259"/>
                    <a:pt x="58980" y="87634"/>
                    <a:pt x="49901" y="54074"/>
                  </a:cubicBezTo>
                  <a:cubicBezTo>
                    <a:pt x="40822" y="20514"/>
                    <a:pt x="9727" y="-269"/>
                    <a:pt x="9727" y="-269"/>
                  </a:cubicBezTo>
                  <a:cubicBezTo>
                    <a:pt x="9727" y="-269"/>
                    <a:pt x="-6651" y="33361"/>
                    <a:pt x="2428" y="66915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778CAE8-54D0-4828-BBD5-566501D655DD}"/>
                </a:ext>
              </a:extLst>
            </p:cNvPr>
            <p:cNvSpPr/>
            <p:nvPr/>
          </p:nvSpPr>
          <p:spPr>
            <a:xfrm>
              <a:off x="11468100" y="4098290"/>
              <a:ext cx="89535" cy="83820"/>
            </a:xfrm>
            <a:custGeom>
              <a:avLst/>
              <a:gdLst>
                <a:gd name="connsiteX0" fmla="*/ 61941 w 90208"/>
                <a:gd name="connsiteY0" fmla="*/ 26024 h 87818"/>
                <a:gd name="connsiteX1" fmla="*/ 89895 w 90208"/>
                <a:gd name="connsiteY1" fmla="*/ 87549 h 87818"/>
                <a:gd name="connsiteX2" fmla="*/ 27641 w 90208"/>
                <a:gd name="connsiteY2" fmla="*/ 61261 h 87818"/>
                <a:gd name="connsiteX3" fmla="*/ -314 w 90208"/>
                <a:gd name="connsiteY3" fmla="*/ -269 h 87818"/>
                <a:gd name="connsiteX4" fmla="*/ 61941 w 90208"/>
                <a:gd name="connsiteY4" fmla="*/ 26024 h 8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8" h="87818">
                  <a:moveTo>
                    <a:pt x="61941" y="26024"/>
                  </a:moveTo>
                  <a:cubicBezTo>
                    <a:pt x="86856" y="50275"/>
                    <a:pt x="89895" y="87549"/>
                    <a:pt x="89895" y="87549"/>
                  </a:cubicBezTo>
                  <a:cubicBezTo>
                    <a:pt x="89895" y="87549"/>
                    <a:pt x="52551" y="85512"/>
                    <a:pt x="27641" y="61261"/>
                  </a:cubicBezTo>
                  <a:cubicBezTo>
                    <a:pt x="2731" y="37010"/>
                    <a:pt x="-314" y="-269"/>
                    <a:pt x="-314" y="-269"/>
                  </a:cubicBezTo>
                  <a:cubicBezTo>
                    <a:pt x="-314" y="-269"/>
                    <a:pt x="37030" y="1773"/>
                    <a:pt x="61941" y="26024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874BB850-4FF7-41FA-B427-DEFBC07035A3}"/>
                </a:ext>
              </a:extLst>
            </p:cNvPr>
            <p:cNvSpPr/>
            <p:nvPr/>
          </p:nvSpPr>
          <p:spPr>
            <a:xfrm>
              <a:off x="9036050" y="3685540"/>
              <a:ext cx="2540" cy="52705"/>
            </a:xfrm>
            <a:custGeom>
              <a:avLst/>
              <a:gdLst>
                <a:gd name="connsiteX0" fmla="*/ 2259 w 2572"/>
                <a:gd name="connsiteY0" fmla="*/ 267 h 55094"/>
                <a:gd name="connsiteX1" fmla="*/ 2259 w 2572"/>
                <a:gd name="connsiteY1" fmla="*/ 52038 h 55094"/>
                <a:gd name="connsiteX2" fmla="*/ -314 w 2572"/>
                <a:gd name="connsiteY2" fmla="*/ 54825 h 55094"/>
                <a:gd name="connsiteX3" fmla="*/ -314 w 2572"/>
                <a:gd name="connsiteY3" fmla="*/ -269 h 55094"/>
                <a:gd name="connsiteX4" fmla="*/ 2259 w 2572"/>
                <a:gd name="connsiteY4" fmla="*/ 267 h 5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2" h="55094">
                  <a:moveTo>
                    <a:pt x="2259" y="267"/>
                  </a:moveTo>
                  <a:lnTo>
                    <a:pt x="2259" y="52038"/>
                  </a:lnTo>
                  <a:lnTo>
                    <a:pt x="-314" y="54825"/>
                  </a:lnTo>
                  <a:lnTo>
                    <a:pt x="-314" y="-269"/>
                  </a:lnTo>
                  <a:cubicBezTo>
                    <a:pt x="544" y="-108"/>
                    <a:pt x="1401" y="106"/>
                    <a:pt x="2259" y="26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FFC0418B-96D6-4794-9ABC-3AD56FA8FA22}"/>
                </a:ext>
              </a:extLst>
            </p:cNvPr>
            <p:cNvSpPr/>
            <p:nvPr/>
          </p:nvSpPr>
          <p:spPr>
            <a:xfrm>
              <a:off x="9036050" y="3674745"/>
              <a:ext cx="200660" cy="503555"/>
            </a:xfrm>
            <a:custGeom>
              <a:avLst/>
              <a:gdLst>
                <a:gd name="connsiteX0" fmla="*/ 167219 w 202436"/>
                <a:gd name="connsiteY0" fmla="*/ 524945 h 528912"/>
                <a:gd name="connsiteX1" fmla="*/ 164861 w 202436"/>
                <a:gd name="connsiteY1" fmla="*/ 528643 h 528912"/>
                <a:gd name="connsiteX2" fmla="*/ -314 w 202436"/>
                <a:gd name="connsiteY2" fmla="*/ 528643 h 528912"/>
                <a:gd name="connsiteX3" fmla="*/ -314 w 202436"/>
                <a:gd name="connsiteY3" fmla="*/ 13826 h 528912"/>
                <a:gd name="connsiteX4" fmla="*/ 2259 w 202436"/>
                <a:gd name="connsiteY4" fmla="*/ 11253 h 528912"/>
                <a:gd name="connsiteX5" fmla="*/ 24179 w 202436"/>
                <a:gd name="connsiteY5" fmla="*/ 36174 h 528912"/>
                <a:gd name="connsiteX6" fmla="*/ 24179 w 202436"/>
                <a:gd name="connsiteY6" fmla="*/ -269 h 528912"/>
                <a:gd name="connsiteX7" fmla="*/ 93850 w 202436"/>
                <a:gd name="connsiteY7" fmla="*/ -269 h 528912"/>
                <a:gd name="connsiteX8" fmla="*/ 93850 w 202436"/>
                <a:gd name="connsiteY8" fmla="*/ 115385 h 528912"/>
                <a:gd name="connsiteX9" fmla="*/ 164218 w 202436"/>
                <a:gd name="connsiteY9" fmla="*/ 195293 h 528912"/>
                <a:gd name="connsiteX10" fmla="*/ 164861 w 202436"/>
                <a:gd name="connsiteY10" fmla="*/ 196043 h 528912"/>
                <a:gd name="connsiteX11" fmla="*/ 167326 w 202436"/>
                <a:gd name="connsiteY11" fmla="*/ 204082 h 528912"/>
                <a:gd name="connsiteX12" fmla="*/ 167380 w 202436"/>
                <a:gd name="connsiteY12" fmla="*/ 204189 h 528912"/>
                <a:gd name="connsiteX13" fmla="*/ 193319 w 202436"/>
                <a:gd name="connsiteY13" fmla="*/ 307035 h 528912"/>
                <a:gd name="connsiteX14" fmla="*/ 167219 w 202436"/>
                <a:gd name="connsiteY14" fmla="*/ 524945 h 5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2436" h="528912">
                  <a:moveTo>
                    <a:pt x="167219" y="524945"/>
                  </a:moveTo>
                  <a:cubicBezTo>
                    <a:pt x="166469" y="526178"/>
                    <a:pt x="165665" y="527410"/>
                    <a:pt x="164861" y="528643"/>
                  </a:cubicBezTo>
                  <a:lnTo>
                    <a:pt x="-314" y="528643"/>
                  </a:lnTo>
                  <a:lnTo>
                    <a:pt x="-314" y="13826"/>
                  </a:lnTo>
                  <a:lnTo>
                    <a:pt x="2259" y="11253"/>
                  </a:lnTo>
                  <a:lnTo>
                    <a:pt x="24179" y="36174"/>
                  </a:lnTo>
                  <a:lnTo>
                    <a:pt x="24179" y="-269"/>
                  </a:lnTo>
                  <a:lnTo>
                    <a:pt x="93850" y="-269"/>
                  </a:lnTo>
                  <a:lnTo>
                    <a:pt x="93850" y="115385"/>
                  </a:lnTo>
                  <a:lnTo>
                    <a:pt x="164218" y="195293"/>
                  </a:lnTo>
                  <a:lnTo>
                    <a:pt x="164861" y="196043"/>
                  </a:lnTo>
                  <a:cubicBezTo>
                    <a:pt x="165719" y="198723"/>
                    <a:pt x="166522" y="201402"/>
                    <a:pt x="167326" y="204082"/>
                  </a:cubicBezTo>
                  <a:cubicBezTo>
                    <a:pt x="167332" y="204120"/>
                    <a:pt x="167348" y="204157"/>
                    <a:pt x="167380" y="204189"/>
                  </a:cubicBezTo>
                  <a:cubicBezTo>
                    <a:pt x="177932" y="237958"/>
                    <a:pt x="186593" y="272296"/>
                    <a:pt x="193319" y="307035"/>
                  </a:cubicBezTo>
                  <a:cubicBezTo>
                    <a:pt x="208647" y="388979"/>
                    <a:pt x="206342" y="464117"/>
                    <a:pt x="167219" y="52494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90820960-6D3D-47FE-93D8-F4E931844C7F}"/>
                </a:ext>
              </a:extLst>
            </p:cNvPr>
            <p:cNvSpPr/>
            <p:nvPr/>
          </p:nvSpPr>
          <p:spPr>
            <a:xfrm>
              <a:off x="9050020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D9252F3-137F-4D28-83DD-D9B905AD0232}"/>
                </a:ext>
              </a:extLst>
            </p:cNvPr>
            <p:cNvSpPr/>
            <p:nvPr/>
          </p:nvSpPr>
          <p:spPr>
            <a:xfrm>
              <a:off x="9050020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DB7FC09-2E22-47DC-974A-CF50A37F9D1E}"/>
                </a:ext>
              </a:extLst>
            </p:cNvPr>
            <p:cNvSpPr/>
            <p:nvPr/>
          </p:nvSpPr>
          <p:spPr>
            <a:xfrm>
              <a:off x="10424795" y="3640455"/>
              <a:ext cx="732155" cy="334010"/>
            </a:xfrm>
            <a:custGeom>
              <a:avLst/>
              <a:gdLst>
                <a:gd name="connsiteX0" fmla="*/ 21858 w 739094"/>
                <a:gd name="connsiteY0" fmla="*/ 261661 h 350621"/>
                <a:gd name="connsiteX1" fmla="*/ -314 w 739094"/>
                <a:gd name="connsiteY1" fmla="*/ 224708 h 350621"/>
                <a:gd name="connsiteX2" fmla="*/ 206632 w 739094"/>
                <a:gd name="connsiteY2" fmla="*/ 47325 h 350621"/>
                <a:gd name="connsiteX3" fmla="*/ 738781 w 739094"/>
                <a:gd name="connsiteY3" fmla="*/ 47325 h 350621"/>
                <a:gd name="connsiteX4" fmla="*/ 738781 w 739094"/>
                <a:gd name="connsiteY4" fmla="*/ 99059 h 350621"/>
                <a:gd name="connsiteX5" fmla="*/ 546617 w 739094"/>
                <a:gd name="connsiteY5" fmla="*/ 306009 h 350621"/>
                <a:gd name="connsiteX6" fmla="*/ 324885 w 739094"/>
                <a:gd name="connsiteY6" fmla="*/ 350352 h 35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094" h="350621">
                  <a:moveTo>
                    <a:pt x="21858" y="261661"/>
                  </a:moveTo>
                  <a:lnTo>
                    <a:pt x="-314" y="224708"/>
                  </a:lnTo>
                  <a:lnTo>
                    <a:pt x="206632" y="47325"/>
                  </a:lnTo>
                  <a:cubicBezTo>
                    <a:pt x="359624" y="-26317"/>
                    <a:pt x="544044" y="-5068"/>
                    <a:pt x="738781" y="47325"/>
                  </a:cubicBezTo>
                  <a:lnTo>
                    <a:pt x="738781" y="99059"/>
                  </a:lnTo>
                  <a:lnTo>
                    <a:pt x="546617" y="306009"/>
                  </a:lnTo>
                  <a:lnTo>
                    <a:pt x="324885" y="35035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1F35891B-A0AC-45EB-AE5D-4B73BD92656A}"/>
                </a:ext>
              </a:extLst>
            </p:cNvPr>
            <p:cNvSpPr/>
            <p:nvPr/>
          </p:nvSpPr>
          <p:spPr>
            <a:xfrm>
              <a:off x="10915650" y="3674745"/>
              <a:ext cx="402590" cy="503555"/>
            </a:xfrm>
            <a:custGeom>
              <a:avLst/>
              <a:gdLst>
                <a:gd name="connsiteX0" fmla="*/ 335191 w 406499"/>
                <a:gd name="connsiteY0" fmla="*/ 115369 h 528906"/>
                <a:gd name="connsiteX1" fmla="*/ 335191 w 406499"/>
                <a:gd name="connsiteY1" fmla="*/ -269 h 528906"/>
                <a:gd name="connsiteX2" fmla="*/ 265520 w 406499"/>
                <a:gd name="connsiteY2" fmla="*/ -269 h 528906"/>
                <a:gd name="connsiteX3" fmla="*/ 265520 w 406499"/>
                <a:gd name="connsiteY3" fmla="*/ 36196 h 528906"/>
                <a:gd name="connsiteX4" fmla="*/ 243590 w 406499"/>
                <a:gd name="connsiteY4" fmla="*/ 11275 h 528906"/>
                <a:gd name="connsiteX5" fmla="*/ 66206 w 406499"/>
                <a:gd name="connsiteY5" fmla="*/ 188658 h 528906"/>
                <a:gd name="connsiteX6" fmla="*/ 36639 w 406499"/>
                <a:gd name="connsiteY6" fmla="*/ 218220 h 528906"/>
                <a:gd name="connsiteX7" fmla="*/ -314 w 406499"/>
                <a:gd name="connsiteY7" fmla="*/ 366041 h 528906"/>
                <a:gd name="connsiteX8" fmla="*/ 66206 w 406499"/>
                <a:gd name="connsiteY8" fmla="*/ 528637 h 528906"/>
                <a:gd name="connsiteX9" fmla="*/ 406186 w 406499"/>
                <a:gd name="connsiteY9" fmla="*/ 528637 h 528906"/>
                <a:gd name="connsiteX10" fmla="*/ 406186 w 406499"/>
                <a:gd name="connsiteY10" fmla="*/ 196048 h 52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499" h="528906">
                  <a:moveTo>
                    <a:pt x="335191" y="115369"/>
                  </a:moveTo>
                  <a:cubicBezTo>
                    <a:pt x="371940" y="74493"/>
                    <a:pt x="377048" y="35622"/>
                    <a:pt x="335191" y="-269"/>
                  </a:cubicBezTo>
                  <a:lnTo>
                    <a:pt x="265520" y="-269"/>
                  </a:lnTo>
                  <a:lnTo>
                    <a:pt x="265520" y="36196"/>
                  </a:lnTo>
                  <a:lnTo>
                    <a:pt x="243590" y="11275"/>
                  </a:lnTo>
                  <a:lnTo>
                    <a:pt x="66206" y="188658"/>
                  </a:lnTo>
                  <a:lnTo>
                    <a:pt x="36639" y="218220"/>
                  </a:lnTo>
                  <a:lnTo>
                    <a:pt x="-314" y="366041"/>
                  </a:lnTo>
                  <a:lnTo>
                    <a:pt x="66206" y="528637"/>
                  </a:lnTo>
                  <a:lnTo>
                    <a:pt x="406186" y="528637"/>
                  </a:lnTo>
                  <a:lnTo>
                    <a:pt x="406186" y="196048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074B7363-CD4E-417E-93E1-466AB181790F}"/>
                </a:ext>
              </a:extLst>
            </p:cNvPr>
            <p:cNvSpPr/>
            <p:nvPr/>
          </p:nvSpPr>
          <p:spPr>
            <a:xfrm>
              <a:off x="10386695" y="3855085"/>
              <a:ext cx="594995" cy="323850"/>
            </a:xfrm>
            <a:custGeom>
              <a:avLst/>
              <a:gdLst>
                <a:gd name="connsiteX0" fmla="*/ 38514 w 600538"/>
                <a:gd name="connsiteY0" fmla="*/ -269 h 339979"/>
                <a:gd name="connsiteX1" fmla="*/ 600225 w 600538"/>
                <a:gd name="connsiteY1" fmla="*/ -269 h 339979"/>
                <a:gd name="connsiteX2" fmla="*/ 600225 w 600538"/>
                <a:gd name="connsiteY2" fmla="*/ 339710 h 339979"/>
                <a:gd name="connsiteX3" fmla="*/ 38514 w 600538"/>
                <a:gd name="connsiteY3" fmla="*/ 339710 h 339979"/>
                <a:gd name="connsiteX4" fmla="*/ 38514 w 600538"/>
                <a:gd name="connsiteY4" fmla="*/ -269 h 33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8" h="339979">
                  <a:moveTo>
                    <a:pt x="38514" y="-269"/>
                  </a:moveTo>
                  <a:lnTo>
                    <a:pt x="600225" y="-269"/>
                  </a:lnTo>
                  <a:lnTo>
                    <a:pt x="600225" y="339710"/>
                  </a:lnTo>
                  <a:lnTo>
                    <a:pt x="38514" y="339710"/>
                  </a:lnTo>
                  <a:cubicBezTo>
                    <a:pt x="-29443" y="266191"/>
                    <a:pt x="5859" y="132181"/>
                    <a:pt x="38514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48781A4-1707-4B9A-81C1-B399A1E45A81}"/>
                </a:ext>
              </a:extLst>
            </p:cNvPr>
            <p:cNvSpPr/>
            <p:nvPr/>
          </p:nvSpPr>
          <p:spPr>
            <a:xfrm>
              <a:off x="10787380" y="3956685"/>
              <a:ext cx="116840" cy="98425"/>
            </a:xfrm>
            <a:custGeom>
              <a:avLst/>
              <a:gdLst>
                <a:gd name="connsiteX0" fmla="*/ 0 w 118254"/>
                <a:gd name="connsiteY0" fmla="*/ 0 h 103473"/>
                <a:gd name="connsiteX1" fmla="*/ 118255 w 118254"/>
                <a:gd name="connsiteY1" fmla="*/ 0 h 103473"/>
                <a:gd name="connsiteX2" fmla="*/ 118255 w 118254"/>
                <a:gd name="connsiteY2" fmla="*/ 103473 h 103473"/>
                <a:gd name="connsiteX3" fmla="*/ 0 w 118254"/>
                <a:gd name="connsiteY3" fmla="*/ 103473 h 10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54" h="103473">
                  <a:moveTo>
                    <a:pt x="0" y="0"/>
                  </a:moveTo>
                  <a:lnTo>
                    <a:pt x="118255" y="0"/>
                  </a:lnTo>
                  <a:lnTo>
                    <a:pt x="118255" y="103473"/>
                  </a:lnTo>
                  <a:lnTo>
                    <a:pt x="0" y="10347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F829C31-54F3-453C-B247-126784822F19}"/>
                </a:ext>
              </a:extLst>
            </p:cNvPr>
            <p:cNvSpPr/>
            <p:nvPr/>
          </p:nvSpPr>
          <p:spPr>
            <a:xfrm>
              <a:off x="10637520" y="3953510"/>
              <a:ext cx="102235" cy="225425"/>
            </a:xfrm>
            <a:custGeom>
              <a:avLst/>
              <a:gdLst>
                <a:gd name="connsiteX0" fmla="*/ 0 w 103473"/>
                <a:gd name="connsiteY0" fmla="*/ 0 h 236509"/>
                <a:gd name="connsiteX1" fmla="*/ 103473 w 103473"/>
                <a:gd name="connsiteY1" fmla="*/ 0 h 236509"/>
                <a:gd name="connsiteX2" fmla="*/ 103473 w 103473"/>
                <a:gd name="connsiteY2" fmla="*/ 236509 h 236509"/>
                <a:gd name="connsiteX3" fmla="*/ 0 w 103473"/>
                <a:gd name="connsiteY3" fmla="*/ 236509 h 23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6509">
                  <a:moveTo>
                    <a:pt x="0" y="0"/>
                  </a:moveTo>
                  <a:lnTo>
                    <a:pt x="103473" y="0"/>
                  </a:lnTo>
                  <a:lnTo>
                    <a:pt x="103473" y="236509"/>
                  </a:lnTo>
                  <a:lnTo>
                    <a:pt x="0" y="236509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AF6FF4D-2589-4CFF-974A-EEE8AF5AB5D0}"/>
                </a:ext>
              </a:extLst>
            </p:cNvPr>
            <p:cNvSpPr/>
            <p:nvPr/>
          </p:nvSpPr>
          <p:spPr>
            <a:xfrm>
              <a:off x="10476230" y="395351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45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45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2464DE78-113D-4F18-BBA1-77DC6A17996B}"/>
                </a:ext>
              </a:extLst>
            </p:cNvPr>
            <p:cNvSpPr/>
            <p:nvPr/>
          </p:nvSpPr>
          <p:spPr>
            <a:xfrm>
              <a:off x="10476230" y="4016375"/>
              <a:ext cx="43815" cy="34925"/>
            </a:xfrm>
            <a:custGeom>
              <a:avLst/>
              <a:gdLst>
                <a:gd name="connsiteX0" fmla="*/ 40645 w 44343"/>
                <a:gd name="connsiteY0" fmla="*/ 0 h 36958"/>
                <a:gd name="connsiteX1" fmla="*/ 0 w 44343"/>
                <a:gd name="connsiteY1" fmla="*/ 0 h 36958"/>
                <a:gd name="connsiteX2" fmla="*/ 0 w 44343"/>
                <a:gd name="connsiteY2" fmla="*/ 36958 h 36958"/>
                <a:gd name="connsiteX3" fmla="*/ 44343 w 44343"/>
                <a:gd name="connsiteY3" fmla="*/ 36958 h 36958"/>
                <a:gd name="connsiteX4" fmla="*/ 44343 w 44343"/>
                <a:gd name="connsiteY4" fmla="*/ 0 h 36958"/>
                <a:gd name="connsiteX5" fmla="*/ 40645 w 44343"/>
                <a:gd name="connsiteY5" fmla="*/ 0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8">
                  <a:moveTo>
                    <a:pt x="40645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45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93EBF5BF-DE0C-4BA3-8458-093A039CB222}"/>
                </a:ext>
              </a:extLst>
            </p:cNvPr>
            <p:cNvSpPr/>
            <p:nvPr/>
          </p:nvSpPr>
          <p:spPr>
            <a:xfrm>
              <a:off x="10549255" y="395351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A7D5036-4769-4329-8D7A-81664F343096}"/>
                </a:ext>
              </a:extLst>
            </p:cNvPr>
            <p:cNvSpPr/>
            <p:nvPr/>
          </p:nvSpPr>
          <p:spPr>
            <a:xfrm>
              <a:off x="10549255" y="401637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5870539E-6954-4C26-B427-3ADB4499617F}"/>
                </a:ext>
              </a:extLst>
            </p:cNvPr>
            <p:cNvSpPr/>
            <p:nvPr/>
          </p:nvSpPr>
          <p:spPr>
            <a:xfrm>
              <a:off x="11094720" y="3956685"/>
              <a:ext cx="43815" cy="34925"/>
            </a:xfrm>
            <a:custGeom>
              <a:avLst/>
              <a:gdLst>
                <a:gd name="connsiteX0" fmla="*/ 44349 w 44348"/>
                <a:gd name="connsiteY0" fmla="*/ 36958 h 36957"/>
                <a:gd name="connsiteX1" fmla="*/ 44349 w 44348"/>
                <a:gd name="connsiteY1" fmla="*/ 0 h 36957"/>
                <a:gd name="connsiteX2" fmla="*/ 0 w 44348"/>
                <a:gd name="connsiteY2" fmla="*/ 0 h 36957"/>
                <a:gd name="connsiteX3" fmla="*/ 0 w 44348"/>
                <a:gd name="connsiteY3" fmla="*/ 36958 h 36957"/>
                <a:gd name="connsiteX4" fmla="*/ 40651 w 44348"/>
                <a:gd name="connsiteY4" fmla="*/ 36958 h 36957"/>
                <a:gd name="connsiteX5" fmla="*/ 44349 w 44348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7">
                  <a:moveTo>
                    <a:pt x="44349" y="36958"/>
                  </a:moveTo>
                  <a:lnTo>
                    <a:pt x="44349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9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2253FCD-9E1C-4A78-A7E9-E17DE734AA1A}"/>
                </a:ext>
              </a:extLst>
            </p:cNvPr>
            <p:cNvSpPr/>
            <p:nvPr/>
          </p:nvSpPr>
          <p:spPr>
            <a:xfrm>
              <a:off x="11094720" y="4020185"/>
              <a:ext cx="43815" cy="34925"/>
            </a:xfrm>
            <a:custGeom>
              <a:avLst/>
              <a:gdLst>
                <a:gd name="connsiteX0" fmla="*/ 40651 w 44348"/>
                <a:gd name="connsiteY0" fmla="*/ 0 h 36952"/>
                <a:gd name="connsiteX1" fmla="*/ 0 w 44348"/>
                <a:gd name="connsiteY1" fmla="*/ 0 h 36952"/>
                <a:gd name="connsiteX2" fmla="*/ 0 w 44348"/>
                <a:gd name="connsiteY2" fmla="*/ 36953 h 36952"/>
                <a:gd name="connsiteX3" fmla="*/ 44349 w 44348"/>
                <a:gd name="connsiteY3" fmla="*/ 36953 h 36952"/>
                <a:gd name="connsiteX4" fmla="*/ 44349 w 44348"/>
                <a:gd name="connsiteY4" fmla="*/ 0 h 36952"/>
                <a:gd name="connsiteX5" fmla="*/ 40651 w 44348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9" y="36953"/>
                  </a:lnTo>
                  <a:lnTo>
                    <a:pt x="44349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3183AC10-BA41-4E46-B773-927D585FCDAA}"/>
                </a:ext>
              </a:extLst>
            </p:cNvPr>
            <p:cNvSpPr/>
            <p:nvPr/>
          </p:nvSpPr>
          <p:spPr>
            <a:xfrm>
              <a:off x="11167745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0C2BA7F3-3F2A-4C83-9F87-C41D96CBEB7F}"/>
                </a:ext>
              </a:extLst>
            </p:cNvPr>
            <p:cNvSpPr/>
            <p:nvPr/>
          </p:nvSpPr>
          <p:spPr>
            <a:xfrm>
              <a:off x="11167745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FA45A4F-A89A-40C8-A01A-5E5823D9083C}"/>
                </a:ext>
              </a:extLst>
            </p:cNvPr>
            <p:cNvSpPr/>
            <p:nvPr/>
          </p:nvSpPr>
          <p:spPr>
            <a:xfrm>
              <a:off x="9419590" y="3094990"/>
              <a:ext cx="724535" cy="372745"/>
            </a:xfrm>
            <a:custGeom>
              <a:avLst/>
              <a:gdLst>
                <a:gd name="connsiteX0" fmla="*/ 36953 w 731698"/>
                <a:gd name="connsiteY0" fmla="*/ 214341 h 391724"/>
                <a:gd name="connsiteX1" fmla="*/ 0 w 731698"/>
                <a:gd name="connsiteY1" fmla="*/ 184774 h 391724"/>
                <a:gd name="connsiteX2" fmla="*/ 206945 w 731698"/>
                <a:gd name="connsiteY2" fmla="*/ 0 h 391724"/>
                <a:gd name="connsiteX3" fmla="*/ 731699 w 731698"/>
                <a:gd name="connsiteY3" fmla="*/ 0 h 391724"/>
                <a:gd name="connsiteX4" fmla="*/ 731699 w 731698"/>
                <a:gd name="connsiteY4" fmla="*/ 162602 h 391724"/>
                <a:gd name="connsiteX5" fmla="*/ 391719 w 731698"/>
                <a:gd name="connsiteY5" fmla="*/ 391724 h 391724"/>
                <a:gd name="connsiteX6" fmla="*/ 36953 w 731698"/>
                <a:gd name="connsiteY6" fmla="*/ 214341 h 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698" h="391724">
                  <a:moveTo>
                    <a:pt x="36953" y="214341"/>
                  </a:moveTo>
                  <a:lnTo>
                    <a:pt x="0" y="184774"/>
                  </a:lnTo>
                  <a:lnTo>
                    <a:pt x="206945" y="0"/>
                  </a:lnTo>
                  <a:lnTo>
                    <a:pt x="731699" y="0"/>
                  </a:lnTo>
                  <a:lnTo>
                    <a:pt x="731699" y="162602"/>
                  </a:lnTo>
                  <a:lnTo>
                    <a:pt x="391719" y="391724"/>
                  </a:lnTo>
                  <a:lnTo>
                    <a:pt x="36953" y="21434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B4449605-0840-4852-91EE-3C150ABA5E96}"/>
                </a:ext>
              </a:extLst>
            </p:cNvPr>
            <p:cNvSpPr/>
            <p:nvPr/>
          </p:nvSpPr>
          <p:spPr>
            <a:xfrm>
              <a:off x="9808210" y="3094990"/>
              <a:ext cx="570865" cy="1083310"/>
            </a:xfrm>
            <a:custGeom>
              <a:avLst/>
              <a:gdLst>
                <a:gd name="connsiteX0" fmla="*/ 435009 w 576167"/>
                <a:gd name="connsiteY0" fmla="*/ 103380 h 1138203"/>
                <a:gd name="connsiteX1" fmla="*/ 435009 w 576167"/>
                <a:gd name="connsiteY1" fmla="*/ 3423 h 1138203"/>
                <a:gd name="connsiteX2" fmla="*/ 365337 w 576167"/>
                <a:gd name="connsiteY2" fmla="*/ 3423 h 1138203"/>
                <a:gd name="connsiteX3" fmla="*/ 365337 w 576167"/>
                <a:gd name="connsiteY3" fmla="*/ 27905 h 1138203"/>
                <a:gd name="connsiteX4" fmla="*/ 339334 w 576167"/>
                <a:gd name="connsiteY4" fmla="*/ -269 h 1138203"/>
                <a:gd name="connsiteX5" fmla="*/ 169341 w 576167"/>
                <a:gd name="connsiteY5" fmla="*/ 184504 h 1138203"/>
                <a:gd name="connsiteX6" fmla="*/ 102827 w 576167"/>
                <a:gd name="connsiteY6" fmla="*/ 228853 h 1138203"/>
                <a:gd name="connsiteX7" fmla="*/ -314 w 576167"/>
                <a:gd name="connsiteY7" fmla="*/ 982391 h 1138203"/>
                <a:gd name="connsiteX8" fmla="*/ 155230 w 576167"/>
                <a:gd name="connsiteY8" fmla="*/ 1137934 h 1138203"/>
                <a:gd name="connsiteX9" fmla="*/ 516717 w 576167"/>
                <a:gd name="connsiteY9" fmla="*/ 1137934 h 1138203"/>
                <a:gd name="connsiteX10" fmla="*/ 516717 w 576167"/>
                <a:gd name="connsiteY10" fmla="*/ 191895 h 113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167" h="1138203">
                  <a:moveTo>
                    <a:pt x="435009" y="103380"/>
                  </a:moveTo>
                  <a:lnTo>
                    <a:pt x="435009" y="3423"/>
                  </a:lnTo>
                  <a:lnTo>
                    <a:pt x="365337" y="3423"/>
                  </a:lnTo>
                  <a:lnTo>
                    <a:pt x="365337" y="27905"/>
                  </a:lnTo>
                  <a:lnTo>
                    <a:pt x="339334" y="-269"/>
                  </a:lnTo>
                  <a:lnTo>
                    <a:pt x="169341" y="184504"/>
                  </a:lnTo>
                  <a:lnTo>
                    <a:pt x="102827" y="228853"/>
                  </a:lnTo>
                  <a:lnTo>
                    <a:pt x="-314" y="982391"/>
                  </a:lnTo>
                  <a:lnTo>
                    <a:pt x="155230" y="1137934"/>
                  </a:lnTo>
                  <a:lnTo>
                    <a:pt x="516717" y="1137934"/>
                  </a:lnTo>
                  <a:cubicBezTo>
                    <a:pt x="572106" y="859314"/>
                    <a:pt x="616025" y="573093"/>
                    <a:pt x="516717" y="19189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9D4FF68-E11B-430E-BE98-1DF911327749}"/>
                </a:ext>
              </a:extLst>
            </p:cNvPr>
            <p:cNvSpPr/>
            <p:nvPr/>
          </p:nvSpPr>
          <p:spPr>
            <a:xfrm>
              <a:off x="9362440" y="3270885"/>
              <a:ext cx="614045" cy="907415"/>
            </a:xfrm>
            <a:custGeom>
              <a:avLst/>
              <a:gdLst>
                <a:gd name="connsiteX0" fmla="*/ 57585 w 619609"/>
                <a:gd name="connsiteY0" fmla="*/ -269 h 953429"/>
                <a:gd name="connsiteX1" fmla="*/ 619296 w 619609"/>
                <a:gd name="connsiteY1" fmla="*/ -269 h 953429"/>
                <a:gd name="connsiteX2" fmla="*/ 619296 w 619609"/>
                <a:gd name="connsiteY2" fmla="*/ 953161 h 953429"/>
                <a:gd name="connsiteX3" fmla="*/ 57585 w 619609"/>
                <a:gd name="connsiteY3" fmla="*/ 953161 h 953429"/>
                <a:gd name="connsiteX4" fmla="*/ 57585 w 619609"/>
                <a:gd name="connsiteY4" fmla="*/ -269 h 95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609" h="953429">
                  <a:moveTo>
                    <a:pt x="57585" y="-269"/>
                  </a:moveTo>
                  <a:lnTo>
                    <a:pt x="619296" y="-269"/>
                  </a:lnTo>
                  <a:lnTo>
                    <a:pt x="619296" y="953161"/>
                  </a:lnTo>
                  <a:lnTo>
                    <a:pt x="57585" y="953161"/>
                  </a:lnTo>
                  <a:cubicBezTo>
                    <a:pt x="-3881" y="582761"/>
                    <a:pt x="-33899" y="239271"/>
                    <a:pt x="57585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B61E611-3A83-4BFA-BB34-89831BB110BB}"/>
                </a:ext>
              </a:extLst>
            </p:cNvPr>
            <p:cNvSpPr/>
            <p:nvPr/>
          </p:nvSpPr>
          <p:spPr>
            <a:xfrm>
              <a:off x="9635490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56737EA8-E5CF-4371-8173-16CDAD2C7E3B}"/>
                </a:ext>
              </a:extLst>
            </p:cNvPr>
            <p:cNvSpPr/>
            <p:nvPr/>
          </p:nvSpPr>
          <p:spPr>
            <a:xfrm>
              <a:off x="948182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273ABC0-24B9-4A2A-89DA-A70F534FE4F2}"/>
                </a:ext>
              </a:extLst>
            </p:cNvPr>
            <p:cNvSpPr/>
            <p:nvPr/>
          </p:nvSpPr>
          <p:spPr>
            <a:xfrm>
              <a:off x="9481820" y="4048125"/>
              <a:ext cx="43815" cy="34925"/>
            </a:xfrm>
            <a:custGeom>
              <a:avLst/>
              <a:gdLst>
                <a:gd name="connsiteX0" fmla="*/ 40651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1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1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D10913C-2D01-4AD8-A570-2B3C3E153525}"/>
                </a:ext>
              </a:extLst>
            </p:cNvPr>
            <p:cNvSpPr/>
            <p:nvPr/>
          </p:nvSpPr>
          <p:spPr>
            <a:xfrm>
              <a:off x="955484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D8EFFA32-3240-4EE4-BF66-36329E0338B7}"/>
                </a:ext>
              </a:extLst>
            </p:cNvPr>
            <p:cNvSpPr/>
            <p:nvPr/>
          </p:nvSpPr>
          <p:spPr>
            <a:xfrm>
              <a:off x="978217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55ED14B8-5073-4CE0-BD5A-57158A238666}"/>
                </a:ext>
              </a:extLst>
            </p:cNvPr>
            <p:cNvSpPr/>
            <p:nvPr/>
          </p:nvSpPr>
          <p:spPr>
            <a:xfrm>
              <a:off x="985520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5E2CBB2A-A69F-427E-B839-1A477514EA8D}"/>
                </a:ext>
              </a:extLst>
            </p:cNvPr>
            <p:cNvSpPr/>
            <p:nvPr/>
          </p:nvSpPr>
          <p:spPr>
            <a:xfrm>
              <a:off x="985520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CAA3D9AA-06E7-44B0-ADA0-059D97625900}"/>
                </a:ext>
              </a:extLst>
            </p:cNvPr>
            <p:cNvSpPr/>
            <p:nvPr/>
          </p:nvSpPr>
          <p:spPr>
            <a:xfrm>
              <a:off x="10089515" y="328168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A46525B-0BCF-418D-B178-044AFF35F36F}"/>
                </a:ext>
              </a:extLst>
            </p:cNvPr>
            <p:cNvSpPr/>
            <p:nvPr/>
          </p:nvSpPr>
          <p:spPr>
            <a:xfrm>
              <a:off x="10089515" y="3344545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ACF33343-3A68-473F-98D2-6C5716F7D1F1}"/>
                </a:ext>
              </a:extLst>
            </p:cNvPr>
            <p:cNvSpPr/>
            <p:nvPr/>
          </p:nvSpPr>
          <p:spPr>
            <a:xfrm>
              <a:off x="10162540" y="32816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B7304BD4-E887-4B48-A47D-8A492F7BDB5A}"/>
                </a:ext>
              </a:extLst>
            </p:cNvPr>
            <p:cNvSpPr/>
            <p:nvPr/>
          </p:nvSpPr>
          <p:spPr>
            <a:xfrm>
              <a:off x="10162540" y="334454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2B88610-A6B2-4EBA-8892-C118563E8B7C}"/>
                </a:ext>
              </a:extLst>
            </p:cNvPr>
            <p:cNvSpPr/>
            <p:nvPr/>
          </p:nvSpPr>
          <p:spPr>
            <a:xfrm>
              <a:off x="10089515" y="34785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B2FAB04-7447-45D9-BABE-EAA12F4C4629}"/>
                </a:ext>
              </a:extLst>
            </p:cNvPr>
            <p:cNvSpPr/>
            <p:nvPr/>
          </p:nvSpPr>
          <p:spPr>
            <a:xfrm>
              <a:off x="10089515" y="35420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EE77BE6-9535-4D04-BC79-95CF4A681071}"/>
                </a:ext>
              </a:extLst>
            </p:cNvPr>
            <p:cNvSpPr/>
            <p:nvPr/>
          </p:nvSpPr>
          <p:spPr>
            <a:xfrm>
              <a:off x="10162540" y="34785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D847192-4CD9-46F9-8694-FEDBC5EABF47}"/>
                </a:ext>
              </a:extLst>
            </p:cNvPr>
            <p:cNvSpPr/>
            <p:nvPr/>
          </p:nvSpPr>
          <p:spPr>
            <a:xfrm>
              <a:off x="10162540" y="354139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95A96A7-B3E3-4DFA-80E3-0084B61125BE}"/>
                </a:ext>
              </a:extLst>
            </p:cNvPr>
            <p:cNvSpPr/>
            <p:nvPr/>
          </p:nvSpPr>
          <p:spPr>
            <a:xfrm>
              <a:off x="10089515" y="367538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0F880789-1C12-40A4-B30D-6944AE6F99E8}"/>
                </a:ext>
              </a:extLst>
            </p:cNvPr>
            <p:cNvSpPr/>
            <p:nvPr/>
          </p:nvSpPr>
          <p:spPr>
            <a:xfrm>
              <a:off x="10089515" y="373888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331FF64A-193D-4CE2-BB28-156139C415ED}"/>
                </a:ext>
              </a:extLst>
            </p:cNvPr>
            <p:cNvSpPr/>
            <p:nvPr/>
          </p:nvSpPr>
          <p:spPr>
            <a:xfrm>
              <a:off x="10162540" y="36753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72230A8-B5E1-4471-ADEE-04C9872FA11A}"/>
                </a:ext>
              </a:extLst>
            </p:cNvPr>
            <p:cNvSpPr/>
            <p:nvPr/>
          </p:nvSpPr>
          <p:spPr>
            <a:xfrm>
              <a:off x="10162540" y="37388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4CE03375-FD49-48B0-A603-200851107231}"/>
                </a:ext>
              </a:extLst>
            </p:cNvPr>
            <p:cNvSpPr/>
            <p:nvPr/>
          </p:nvSpPr>
          <p:spPr>
            <a:xfrm>
              <a:off x="10089515" y="38722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82A802DA-688C-49FA-965D-7C80AA2E9461}"/>
                </a:ext>
              </a:extLst>
            </p:cNvPr>
            <p:cNvSpPr/>
            <p:nvPr/>
          </p:nvSpPr>
          <p:spPr>
            <a:xfrm>
              <a:off x="10089515" y="39357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AFCD285E-CF8F-4248-94AB-EB37302D8FA5}"/>
                </a:ext>
              </a:extLst>
            </p:cNvPr>
            <p:cNvSpPr/>
            <p:nvPr/>
          </p:nvSpPr>
          <p:spPr>
            <a:xfrm>
              <a:off x="10162540" y="38722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BD04327F-DE21-46E8-957F-85C9477D5BED}"/>
                </a:ext>
              </a:extLst>
            </p:cNvPr>
            <p:cNvSpPr/>
            <p:nvPr/>
          </p:nvSpPr>
          <p:spPr>
            <a:xfrm>
              <a:off x="10162540" y="39357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8D35C8C-3784-4744-A4F9-588B40B123D2}"/>
                </a:ext>
              </a:extLst>
            </p:cNvPr>
            <p:cNvSpPr/>
            <p:nvPr/>
          </p:nvSpPr>
          <p:spPr>
            <a:xfrm>
              <a:off x="9481820" y="331660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90961" y="50505"/>
                    <a:pt x="147674" y="5322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C2D8F44-AEB3-489F-8E03-54BC22C00585}"/>
                </a:ext>
              </a:extLst>
            </p:cNvPr>
            <p:cNvSpPr/>
            <p:nvPr/>
          </p:nvSpPr>
          <p:spPr>
            <a:xfrm>
              <a:off x="9481820" y="348551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3482" y="39148"/>
                    <a:pt x="276373" y="3914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0EF59F25-F866-4AF3-8648-A578C6B0FD26}"/>
                </a:ext>
              </a:extLst>
            </p:cNvPr>
            <p:cNvSpPr/>
            <p:nvPr/>
          </p:nvSpPr>
          <p:spPr>
            <a:xfrm>
              <a:off x="9481820" y="365442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82273" y="41774"/>
                    <a:pt x="139227" y="3957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9B5A67B-1393-4EE5-AD50-4C20E363A0BE}"/>
                </a:ext>
              </a:extLst>
            </p:cNvPr>
            <p:cNvSpPr/>
            <p:nvPr/>
          </p:nvSpPr>
          <p:spPr>
            <a:xfrm>
              <a:off x="9481820" y="382333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9495" y="53608"/>
                    <a:pt x="282514" y="5136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C436CAC5-547E-4B57-8A56-C59F68D8E876}"/>
                </a:ext>
              </a:extLst>
            </p:cNvPr>
            <p:cNvSpPr/>
            <p:nvPr/>
          </p:nvSpPr>
          <p:spPr>
            <a:xfrm>
              <a:off x="11558905" y="3676650"/>
              <a:ext cx="503555" cy="172720"/>
            </a:xfrm>
            <a:custGeom>
              <a:avLst/>
              <a:gdLst>
                <a:gd name="connsiteX0" fmla="*/ 206610 w 508118"/>
                <a:gd name="connsiteY0" fmla="*/ -269 h 181483"/>
                <a:gd name="connsiteX1" fmla="*/ 507805 w 508118"/>
                <a:gd name="connsiteY1" fmla="*/ -269 h 181483"/>
                <a:gd name="connsiteX2" fmla="*/ 507805 w 508118"/>
                <a:gd name="connsiteY2" fmla="*/ 144861 h 181483"/>
                <a:gd name="connsiteX3" fmla="*/ 480901 w 508118"/>
                <a:gd name="connsiteY3" fmla="*/ 153281 h 181483"/>
                <a:gd name="connsiteX4" fmla="*/ 391400 w 508118"/>
                <a:gd name="connsiteY4" fmla="*/ 181214 h 181483"/>
                <a:gd name="connsiteX5" fmla="*/ 250986 w 508118"/>
                <a:gd name="connsiteY5" fmla="*/ 148688 h 181483"/>
                <a:gd name="connsiteX6" fmla="*/ 110732 w 508118"/>
                <a:gd name="connsiteY6" fmla="*/ 116184 h 181483"/>
                <a:gd name="connsiteX7" fmla="*/ 36666 w 508118"/>
                <a:gd name="connsiteY7" fmla="*/ 99028 h 181483"/>
                <a:gd name="connsiteX8" fmla="*/ -314 w 508118"/>
                <a:gd name="connsiteY8" fmla="*/ 85346 h 181483"/>
                <a:gd name="connsiteX9" fmla="*/ 206610 w 508118"/>
                <a:gd name="connsiteY9" fmla="*/ -269 h 18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118" h="181483">
                  <a:moveTo>
                    <a:pt x="206610" y="-269"/>
                  </a:moveTo>
                  <a:lnTo>
                    <a:pt x="507805" y="-269"/>
                  </a:lnTo>
                  <a:lnTo>
                    <a:pt x="507805" y="144861"/>
                  </a:lnTo>
                  <a:lnTo>
                    <a:pt x="480901" y="153281"/>
                  </a:lnTo>
                  <a:lnTo>
                    <a:pt x="391400" y="181214"/>
                  </a:lnTo>
                  <a:lnTo>
                    <a:pt x="250986" y="148688"/>
                  </a:lnTo>
                  <a:lnTo>
                    <a:pt x="110732" y="116184"/>
                  </a:lnTo>
                  <a:lnTo>
                    <a:pt x="36666" y="99028"/>
                  </a:lnTo>
                  <a:lnTo>
                    <a:pt x="-314" y="85346"/>
                  </a:lnTo>
                  <a:cubicBezTo>
                    <a:pt x="30449" y="43136"/>
                    <a:pt x="86400" y="9935"/>
                    <a:pt x="206610" y="-269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21EC4B6-DAD9-42A2-AA20-1C6CFF22D813}"/>
                </a:ext>
              </a:extLst>
            </p:cNvPr>
            <p:cNvSpPr/>
            <p:nvPr/>
          </p:nvSpPr>
          <p:spPr>
            <a:xfrm>
              <a:off x="11501755" y="3757930"/>
              <a:ext cx="560705" cy="420370"/>
            </a:xfrm>
            <a:custGeom>
              <a:avLst/>
              <a:gdLst>
                <a:gd name="connsiteX0" fmla="*/ 565639 w 565952"/>
                <a:gd name="connsiteY0" fmla="*/ -269 h 441721"/>
                <a:gd name="connsiteX1" fmla="*/ 565639 w 565952"/>
                <a:gd name="connsiteY1" fmla="*/ 441452 h 441721"/>
                <a:gd name="connsiteX2" fmla="*/ 57521 w 565952"/>
                <a:gd name="connsiteY2" fmla="*/ 441452 h 441721"/>
                <a:gd name="connsiteX3" fmla="*/ 57093 w 565952"/>
                <a:gd name="connsiteY3" fmla="*/ 440653 h 441721"/>
                <a:gd name="connsiteX4" fmla="*/ 57093 w 565952"/>
                <a:gd name="connsiteY4" fmla="*/ 440632 h 441721"/>
                <a:gd name="connsiteX5" fmla="*/ 56664 w 565952"/>
                <a:gd name="connsiteY5" fmla="*/ 439737 h 441721"/>
                <a:gd name="connsiteX6" fmla="*/ 35334 w 565952"/>
                <a:gd name="connsiteY6" fmla="*/ 391964 h 441721"/>
                <a:gd name="connsiteX7" fmla="*/ 57521 w 565952"/>
                <a:gd name="connsiteY7" fmla="*/ -269 h 4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5952" h="441721">
                  <a:moveTo>
                    <a:pt x="565639" y="-269"/>
                  </a:moveTo>
                  <a:lnTo>
                    <a:pt x="565639" y="441452"/>
                  </a:lnTo>
                  <a:lnTo>
                    <a:pt x="57521" y="441452"/>
                  </a:lnTo>
                  <a:cubicBezTo>
                    <a:pt x="57360" y="441179"/>
                    <a:pt x="57253" y="440927"/>
                    <a:pt x="57093" y="440653"/>
                  </a:cubicBezTo>
                  <a:lnTo>
                    <a:pt x="57093" y="440632"/>
                  </a:lnTo>
                  <a:cubicBezTo>
                    <a:pt x="56969" y="440321"/>
                    <a:pt x="56830" y="440026"/>
                    <a:pt x="56664" y="439737"/>
                  </a:cubicBezTo>
                  <a:cubicBezTo>
                    <a:pt x="48732" y="423771"/>
                    <a:pt x="41620" y="407849"/>
                    <a:pt x="35334" y="391964"/>
                  </a:cubicBezTo>
                  <a:cubicBezTo>
                    <a:pt x="-17992" y="257562"/>
                    <a:pt x="-12204" y="126709"/>
                    <a:pt x="57521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4945369B-A743-4A27-9093-3B6DA916B9BE}"/>
                </a:ext>
              </a:extLst>
            </p:cNvPr>
            <p:cNvSpPr/>
            <p:nvPr/>
          </p:nvSpPr>
          <p:spPr>
            <a:xfrm>
              <a:off x="11774805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8DDC8540-CCD6-4A42-90CD-C64EC4038E92}"/>
                </a:ext>
              </a:extLst>
            </p:cNvPr>
            <p:cNvSpPr/>
            <p:nvPr/>
          </p:nvSpPr>
          <p:spPr>
            <a:xfrm>
              <a:off x="11621135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DF94019A-EAAE-4EE2-BE26-66BEEBF9B42F}"/>
                </a:ext>
              </a:extLst>
            </p:cNvPr>
            <p:cNvSpPr/>
            <p:nvPr/>
          </p:nvSpPr>
          <p:spPr>
            <a:xfrm>
              <a:off x="1162113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BFB1048-DF79-40A2-92E8-951D77089606}"/>
                </a:ext>
              </a:extLst>
            </p:cNvPr>
            <p:cNvSpPr/>
            <p:nvPr/>
          </p:nvSpPr>
          <p:spPr>
            <a:xfrm>
              <a:off x="1169416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AB067930-12D5-44BF-98CF-DADDE00A49E8}"/>
                </a:ext>
              </a:extLst>
            </p:cNvPr>
            <p:cNvSpPr/>
            <p:nvPr/>
          </p:nvSpPr>
          <p:spPr>
            <a:xfrm>
              <a:off x="1169416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8744A48D-6989-4C8B-BC14-3CDC50FED75B}"/>
                </a:ext>
              </a:extLst>
            </p:cNvPr>
            <p:cNvSpPr/>
            <p:nvPr/>
          </p:nvSpPr>
          <p:spPr>
            <a:xfrm>
              <a:off x="1192149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A0DFEDCF-DA1E-493B-A0EE-81037A7C430A}"/>
                </a:ext>
              </a:extLst>
            </p:cNvPr>
            <p:cNvSpPr/>
            <p:nvPr/>
          </p:nvSpPr>
          <p:spPr>
            <a:xfrm>
              <a:off x="11921490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2868A23A-8696-4DE1-9570-27C4F5CCADA0}"/>
                </a:ext>
              </a:extLst>
            </p:cNvPr>
            <p:cNvSpPr/>
            <p:nvPr/>
          </p:nvSpPr>
          <p:spPr>
            <a:xfrm>
              <a:off x="1199451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3936D764-C20D-4FC9-95ED-99B10D45E3DC}"/>
                </a:ext>
              </a:extLst>
            </p:cNvPr>
            <p:cNvSpPr/>
            <p:nvPr/>
          </p:nvSpPr>
          <p:spPr>
            <a:xfrm>
              <a:off x="11994515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7FB9156F-1A97-455E-A2ED-669608C76B2B}"/>
                </a:ext>
              </a:extLst>
            </p:cNvPr>
            <p:cNvSpPr/>
            <p:nvPr/>
          </p:nvSpPr>
          <p:spPr>
            <a:xfrm>
              <a:off x="11668760" y="351345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BC3E728B-447D-4924-8778-84E991F5466E}"/>
                </a:ext>
              </a:extLst>
            </p:cNvPr>
            <p:cNvSpPr/>
            <p:nvPr/>
          </p:nvSpPr>
          <p:spPr>
            <a:xfrm>
              <a:off x="9758045" y="290131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29DB3CDE-4ECD-45FA-8B6E-CA1393854B75}"/>
                </a:ext>
              </a:extLst>
            </p:cNvPr>
            <p:cNvSpPr/>
            <p:nvPr/>
          </p:nvSpPr>
          <p:spPr>
            <a:xfrm>
              <a:off x="10766425" y="3467100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A7A4EE2-07CA-4C6C-A381-03CEBFBC4E60}"/>
                </a:ext>
              </a:extLst>
            </p:cNvPr>
            <p:cNvSpPr/>
            <p:nvPr/>
          </p:nvSpPr>
          <p:spPr>
            <a:xfrm>
              <a:off x="11668760" y="3823335"/>
              <a:ext cx="297815" cy="84455"/>
            </a:xfrm>
            <a:custGeom>
              <a:avLst/>
              <a:gdLst>
                <a:gd name="connsiteX0" fmla="*/ 0 w 300590"/>
                <a:gd name="connsiteY0" fmla="*/ 0 h 88691"/>
                <a:gd name="connsiteX1" fmla="*/ 300591 w 300590"/>
                <a:gd name="connsiteY1" fmla="*/ 0 h 88691"/>
                <a:gd name="connsiteX2" fmla="*/ 300591 w 300590"/>
                <a:gd name="connsiteY2" fmla="*/ 88691 h 88691"/>
                <a:gd name="connsiteX3" fmla="*/ 0 w 300590"/>
                <a:gd name="connsiteY3" fmla="*/ 88691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90" h="88691">
                  <a:moveTo>
                    <a:pt x="0" y="0"/>
                  </a:moveTo>
                  <a:lnTo>
                    <a:pt x="300591" y="0"/>
                  </a:lnTo>
                  <a:lnTo>
                    <a:pt x="300591" y="88691"/>
                  </a:lnTo>
                  <a:lnTo>
                    <a:pt x="0" y="8869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6A210F89-ED4D-4657-8F50-D404B205C400}"/>
                </a:ext>
              </a:extLst>
            </p:cNvPr>
            <p:cNvSpPr/>
            <p:nvPr/>
          </p:nvSpPr>
          <p:spPr>
            <a:xfrm>
              <a:off x="9036050" y="4175125"/>
              <a:ext cx="3025775" cy="10160"/>
            </a:xfrm>
            <a:custGeom>
              <a:avLst/>
              <a:gdLst>
                <a:gd name="connsiteX0" fmla="*/ 0 w 3054818"/>
                <a:gd name="connsiteY0" fmla="*/ 0 h 10718"/>
                <a:gd name="connsiteX1" fmla="*/ 3054818 w 3054818"/>
                <a:gd name="connsiteY1" fmla="*/ 0 h 10718"/>
                <a:gd name="connsiteX2" fmla="*/ 3054818 w 3054818"/>
                <a:gd name="connsiteY2" fmla="*/ 10719 h 10718"/>
                <a:gd name="connsiteX3" fmla="*/ 0 w 3054818"/>
                <a:gd name="connsiteY3" fmla="*/ 10719 h 10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4818" h="10718">
                  <a:moveTo>
                    <a:pt x="0" y="0"/>
                  </a:moveTo>
                  <a:lnTo>
                    <a:pt x="3054818" y="0"/>
                  </a:lnTo>
                  <a:lnTo>
                    <a:pt x="3054818" y="10719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C4FEC323-A257-4272-BA3A-B335F5CDD838}"/>
                </a:ext>
              </a:extLst>
            </p:cNvPr>
            <p:cNvSpPr/>
            <p:nvPr/>
          </p:nvSpPr>
          <p:spPr>
            <a:xfrm>
              <a:off x="930465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7AFDEEE4-0E6B-4440-B189-231C1DE2FA91}"/>
                </a:ext>
              </a:extLst>
            </p:cNvPr>
            <p:cNvSpPr/>
            <p:nvPr/>
          </p:nvSpPr>
          <p:spPr>
            <a:xfrm>
              <a:off x="9202420" y="3568700"/>
              <a:ext cx="210820" cy="510540"/>
            </a:xfrm>
            <a:custGeom>
              <a:avLst/>
              <a:gdLst>
                <a:gd name="connsiteX0" fmla="*/ 212834 w 213150"/>
                <a:gd name="connsiteY0" fmla="*/ 267311 h 536131"/>
                <a:gd name="connsiteX1" fmla="*/ 109356 w 213150"/>
                <a:gd name="connsiteY1" fmla="*/ 535862 h 536131"/>
                <a:gd name="connsiteX2" fmla="*/ 3407 w 213150"/>
                <a:gd name="connsiteY2" fmla="*/ 268276 h 536131"/>
                <a:gd name="connsiteX3" fmla="*/ 106885 w 213150"/>
                <a:gd name="connsiteY3" fmla="*/ -269 h 536131"/>
                <a:gd name="connsiteX4" fmla="*/ 212834 w 213150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50" h="536131">
                  <a:moveTo>
                    <a:pt x="212834" y="267311"/>
                  </a:moveTo>
                  <a:cubicBezTo>
                    <a:pt x="213514" y="415363"/>
                    <a:pt x="109356" y="535862"/>
                    <a:pt x="109356" y="535862"/>
                  </a:cubicBezTo>
                  <a:cubicBezTo>
                    <a:pt x="109356" y="535862"/>
                    <a:pt x="-24038" y="413760"/>
                    <a:pt x="3407" y="268276"/>
                  </a:cubicBezTo>
                  <a:cubicBezTo>
                    <a:pt x="31002" y="121966"/>
                    <a:pt x="117020" y="352"/>
                    <a:pt x="106885" y="-269"/>
                  </a:cubicBezTo>
                  <a:cubicBezTo>
                    <a:pt x="106885" y="-269"/>
                    <a:pt x="212148" y="119265"/>
                    <a:pt x="212834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1E74FF04-BC41-4EE1-AB27-A6F90B8BF181}"/>
                </a:ext>
              </a:extLst>
            </p:cNvPr>
            <p:cNvSpPr/>
            <p:nvPr/>
          </p:nvSpPr>
          <p:spPr>
            <a:xfrm>
              <a:off x="1036637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085EC264-3CBC-4E37-B4D6-55341660F402}"/>
                </a:ext>
              </a:extLst>
            </p:cNvPr>
            <p:cNvSpPr/>
            <p:nvPr/>
          </p:nvSpPr>
          <p:spPr>
            <a:xfrm>
              <a:off x="10267950" y="3568700"/>
              <a:ext cx="208280" cy="510540"/>
            </a:xfrm>
            <a:custGeom>
              <a:avLst/>
              <a:gdLst>
                <a:gd name="connsiteX0" fmla="*/ 209116 w 210014"/>
                <a:gd name="connsiteY0" fmla="*/ 267311 h 536131"/>
                <a:gd name="connsiteX1" fmla="*/ 105638 w 210014"/>
                <a:gd name="connsiteY1" fmla="*/ 535862 h 536131"/>
                <a:gd name="connsiteX2" fmla="*/ -310 w 210014"/>
                <a:gd name="connsiteY2" fmla="*/ 268276 h 536131"/>
                <a:gd name="connsiteX3" fmla="*/ 103168 w 210014"/>
                <a:gd name="connsiteY3" fmla="*/ -269 h 536131"/>
                <a:gd name="connsiteX4" fmla="*/ 209116 w 210014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14" h="536131">
                  <a:moveTo>
                    <a:pt x="209116" y="267311"/>
                  </a:moveTo>
                  <a:cubicBezTo>
                    <a:pt x="218774" y="415047"/>
                    <a:pt x="105638" y="535862"/>
                    <a:pt x="105638" y="535862"/>
                  </a:cubicBezTo>
                  <a:cubicBezTo>
                    <a:pt x="105638" y="535862"/>
                    <a:pt x="370" y="416327"/>
                    <a:pt x="-310" y="268276"/>
                  </a:cubicBezTo>
                  <a:cubicBezTo>
                    <a:pt x="-996" y="120230"/>
                    <a:pt x="103168" y="-269"/>
                    <a:pt x="103168" y="-269"/>
                  </a:cubicBezTo>
                  <a:cubicBezTo>
                    <a:pt x="93012" y="40312"/>
                    <a:pt x="201297" y="147777"/>
                    <a:pt x="209116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28F5D58B-D222-4AA7-AEA2-E4A0B7001926}"/>
                </a:ext>
              </a:extLst>
            </p:cNvPr>
            <p:cNvSpPr/>
            <p:nvPr/>
          </p:nvSpPr>
          <p:spPr>
            <a:xfrm>
              <a:off x="9687560" y="309499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7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7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712B89E-CEC2-4E3D-97F9-8D96BB30B572}"/>
                </a:ext>
              </a:extLst>
            </p:cNvPr>
            <p:cNvSpPr/>
            <p:nvPr/>
          </p:nvSpPr>
          <p:spPr>
            <a:xfrm>
              <a:off x="9020810" y="3681730"/>
              <a:ext cx="206375" cy="184785"/>
            </a:xfrm>
            <a:custGeom>
              <a:avLst/>
              <a:gdLst>
                <a:gd name="connsiteX0" fmla="*/ 207789 w 208102"/>
                <a:gd name="connsiteY0" fmla="*/ 162761 h 194222"/>
                <a:gd name="connsiteX1" fmla="*/ 182708 w 208102"/>
                <a:gd name="connsiteY1" fmla="*/ 185432 h 194222"/>
                <a:gd name="connsiteX2" fmla="*/ 179653 w 208102"/>
                <a:gd name="connsiteY2" fmla="*/ 188165 h 194222"/>
                <a:gd name="connsiteX3" fmla="*/ 173275 w 208102"/>
                <a:gd name="connsiteY3" fmla="*/ 193953 h 194222"/>
                <a:gd name="connsiteX4" fmla="*/ 15121 w 208102"/>
                <a:gd name="connsiteY4" fmla="*/ 190416 h 194222"/>
                <a:gd name="connsiteX5" fmla="*/ 15121 w 208102"/>
                <a:gd name="connsiteY5" fmla="*/ 3589 h 194222"/>
                <a:gd name="connsiteX6" fmla="*/ -314 w 208102"/>
                <a:gd name="connsiteY6" fmla="*/ 374 h 194222"/>
                <a:gd name="connsiteX7" fmla="*/ 12495 w 208102"/>
                <a:gd name="connsiteY7" fmla="*/ -269 h 194222"/>
                <a:gd name="connsiteX8" fmla="*/ 15121 w 208102"/>
                <a:gd name="connsiteY8" fmla="*/ 1928 h 194222"/>
                <a:gd name="connsiteX9" fmla="*/ 39614 w 208102"/>
                <a:gd name="connsiteY9" fmla="*/ 22347 h 194222"/>
                <a:gd name="connsiteX10" fmla="*/ 109285 w 208102"/>
                <a:gd name="connsiteY10" fmla="*/ 80549 h 194222"/>
                <a:gd name="connsiteX11" fmla="*/ 187102 w 208102"/>
                <a:gd name="connsiteY11" fmla="*/ 145505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102" h="194222">
                  <a:moveTo>
                    <a:pt x="207789" y="162761"/>
                  </a:moveTo>
                  <a:lnTo>
                    <a:pt x="182708" y="185432"/>
                  </a:lnTo>
                  <a:lnTo>
                    <a:pt x="179653" y="188165"/>
                  </a:lnTo>
                  <a:lnTo>
                    <a:pt x="173275" y="193953"/>
                  </a:lnTo>
                  <a:lnTo>
                    <a:pt x="15121" y="190416"/>
                  </a:lnTo>
                  <a:lnTo>
                    <a:pt x="15121" y="3589"/>
                  </a:lnTo>
                  <a:cubicBezTo>
                    <a:pt x="9976" y="2464"/>
                    <a:pt x="4831" y="1392"/>
                    <a:pt x="-314" y="374"/>
                  </a:cubicBezTo>
                  <a:lnTo>
                    <a:pt x="12495" y="-269"/>
                  </a:lnTo>
                  <a:lnTo>
                    <a:pt x="15121" y="1928"/>
                  </a:lnTo>
                  <a:lnTo>
                    <a:pt x="39614" y="22347"/>
                  </a:lnTo>
                  <a:lnTo>
                    <a:pt x="109285" y="80549"/>
                  </a:lnTo>
                  <a:lnTo>
                    <a:pt x="187102" y="14550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5B56CDF2-20E4-4522-A06D-19E999EE3628}"/>
                </a:ext>
              </a:extLst>
            </p:cNvPr>
            <p:cNvSpPr/>
            <p:nvPr/>
          </p:nvSpPr>
          <p:spPr>
            <a:xfrm>
              <a:off x="10695940" y="368173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6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6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0EA42603-BB24-4731-9907-6B974EA81D3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19470" y="2447290"/>
            <a:ext cx="2919730" cy="1759585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B8193ED-6F22-48E0-A9C0-9CF07CDC4826}"/>
              </a:ext>
            </a:extLst>
          </p:cNvPr>
          <p:cNvSpPr txBox="1"/>
          <p:nvPr/>
        </p:nvSpPr>
        <p:spPr>
          <a:xfrm>
            <a:off x="6125210" y="5048885"/>
            <a:ext cx="2491105" cy="48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지역의 날씨로 추천엔진을 이용해 음식 카테고리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2E7D8F-975D-4214-BC0F-C2D4FF61B48E}"/>
              </a:ext>
            </a:extLst>
          </p:cNvPr>
          <p:cNvSpPr txBox="1"/>
          <p:nvPr/>
        </p:nvSpPr>
        <p:spPr>
          <a:xfrm>
            <a:off x="6384290" y="4267835"/>
            <a:ext cx="1932305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 카테고리 추천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8DB2C42-5B85-41D0-99B2-2002B3EAA560}"/>
              </a:ext>
            </a:extLst>
          </p:cNvPr>
          <p:cNvSpPr txBox="1"/>
          <p:nvPr/>
        </p:nvSpPr>
        <p:spPr>
          <a:xfrm>
            <a:off x="9436100" y="4876067"/>
            <a:ext cx="2122805" cy="69006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해당 카테고리의 음식점 목록을 거리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감성점수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리뷰개수로 랭킹을 정해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6855F52-EE33-4A45-8E57-B864EEB0E419}"/>
              </a:ext>
            </a:extLst>
          </p:cNvPr>
          <p:cNvSpPr txBox="1"/>
          <p:nvPr/>
        </p:nvSpPr>
        <p:spPr>
          <a:xfrm>
            <a:off x="9571355" y="4302760"/>
            <a:ext cx="1889760" cy="41338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4.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음식점 추천</a:t>
            </a:r>
          </a:p>
        </p:txBody>
      </p:sp>
      <p:cxnSp>
        <p:nvCxnSpPr>
          <p:cNvPr id="300" name="직선 연결선 299"/>
          <p:cNvCxnSpPr/>
          <p:nvPr/>
        </p:nvCxnSpPr>
        <p:spPr>
          <a:xfrm>
            <a:off x="8940165" y="2150745"/>
            <a:ext cx="635" cy="3783965"/>
          </a:xfrm>
          <a:prstGeom prst="line">
            <a:avLst/>
          </a:prstGeom>
          <a:ln w="19050" cap="flat" cmpd="sng"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화살표: 오른쪽 302">
            <a:extLst>
              <a:ext uri="{FF2B5EF4-FFF2-40B4-BE49-F238E27FC236}">
                <a16:creationId xmlns:a16="http://schemas.microsoft.com/office/drawing/2014/main" id="{F462550B-7516-4F48-8DBC-C068CAACE33C}"/>
              </a:ext>
            </a:extLst>
          </p:cNvPr>
          <p:cNvSpPr/>
          <p:nvPr/>
        </p:nvSpPr>
        <p:spPr>
          <a:xfrm>
            <a:off x="246951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화살표: 오른쪽 304">
            <a:extLst>
              <a:ext uri="{FF2B5EF4-FFF2-40B4-BE49-F238E27FC236}">
                <a16:creationId xmlns:a16="http://schemas.microsoft.com/office/drawing/2014/main" id="{A1C7DAB0-A7D1-415F-AA4C-0669F2F1008C}"/>
              </a:ext>
            </a:extLst>
          </p:cNvPr>
          <p:cNvSpPr/>
          <p:nvPr/>
        </p:nvSpPr>
        <p:spPr>
          <a:xfrm>
            <a:off x="549338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화살표: 오른쪽 305">
            <a:extLst>
              <a:ext uri="{FF2B5EF4-FFF2-40B4-BE49-F238E27FC236}">
                <a16:creationId xmlns:a16="http://schemas.microsoft.com/office/drawing/2014/main" id="{28E7E554-AB9B-4EE4-BFAB-16EC1D61621A}"/>
              </a:ext>
            </a:extLst>
          </p:cNvPr>
          <p:cNvSpPr/>
          <p:nvPr/>
        </p:nvSpPr>
        <p:spPr>
          <a:xfrm>
            <a:off x="8629015" y="465264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" name="도형 1"/>
          <p:cNvCxnSpPr/>
          <p:nvPr/>
        </p:nvCxnSpPr>
        <p:spPr>
          <a:xfrm>
            <a:off x="5777230" y="2150110"/>
            <a:ext cx="635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8" name="도형 2"/>
          <p:cNvCxnSpPr/>
          <p:nvPr/>
        </p:nvCxnSpPr>
        <p:spPr>
          <a:xfrm>
            <a:off x="2769235" y="2156460"/>
            <a:ext cx="1270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 descr="C:/Users/HIDDLE/AppData/Roaming/PolarisOffice/ETemp/2128_11030056/image5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1-5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57476"/>
              </p:ext>
            </p:extLst>
          </p:nvPr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099556" y="296733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02.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데이터 구성 및 활용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27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 구성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aphicFrame>
        <p:nvGraphicFramePr>
          <p:cNvPr id="15" name="표 16">
            <a:extLst>
              <a:ext uri="{FF2B5EF4-FFF2-40B4-BE49-F238E27FC236}">
                <a16:creationId xmlns:a16="http://schemas.microsoft.com/office/drawing/2014/main" id="{523CB92F-E11D-4389-A2A5-FDA813379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790201"/>
              </p:ext>
            </p:extLst>
          </p:nvPr>
        </p:nvGraphicFramePr>
        <p:xfrm>
          <a:off x="1811524" y="2384884"/>
          <a:ext cx="8496945" cy="412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315">
                  <a:extLst>
                    <a:ext uri="{9D8B030D-6E8A-4147-A177-3AD203B41FA5}">
                      <a16:colId xmlns:a16="http://schemas.microsoft.com/office/drawing/2014/main" val="4160449000"/>
                    </a:ext>
                  </a:extLst>
                </a:gridCol>
                <a:gridCol w="2963982">
                  <a:extLst>
                    <a:ext uri="{9D8B030D-6E8A-4147-A177-3AD203B41FA5}">
                      <a16:colId xmlns:a16="http://schemas.microsoft.com/office/drawing/2014/main" val="1129780896"/>
                    </a:ext>
                  </a:extLst>
                </a:gridCol>
                <a:gridCol w="2700648">
                  <a:extLst>
                    <a:ext uri="{9D8B030D-6E8A-4147-A177-3AD203B41FA5}">
                      <a16:colId xmlns:a16="http://schemas.microsoft.com/office/drawing/2014/main" val="3971269362"/>
                    </a:ext>
                  </a:extLst>
                </a:gridCol>
              </a:tblGrid>
              <a:tr h="824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수집방법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711909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</a:t>
                      </a:r>
                      <a:r>
                        <a:rPr lang="ko-KR" altLang="en-US" dirty="0" err="1"/>
                        <a:t>위〮경도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Geolocation API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726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날씨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시간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강수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습도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풍속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기상청 종관기상관측</a:t>
                      </a:r>
                      <a:r>
                        <a:rPr lang="en-US" altLang="ko-KR" dirty="0"/>
                        <a:t>(ASOS) </a:t>
                      </a:r>
                      <a:r>
                        <a:rPr lang="ko-KR" altLang="en-US" dirty="0"/>
                        <a:t>자료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9982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리뷰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상세리뷰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작성일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부정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ko-KR" altLang="en-US" dirty="0"/>
                        <a:t>리뷰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 </a:t>
                      </a:r>
                      <a:r>
                        <a:rPr lang="ko-KR" altLang="en-US" dirty="0" err="1"/>
                        <a:t>플레이스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크롤링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54280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음식점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가게이름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위〮경도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업종분류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공공데이터포털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소상공인 상가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95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72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2-2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데이터베이스 설계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8058417" y="2987030"/>
            <a:ext cx="39595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</a:t>
            </a:r>
            <a:r>
              <a:rPr lang="en-US" altLang="ko-KR" dirty="0"/>
              <a:t>, </a:t>
            </a:r>
            <a:r>
              <a:rPr lang="ko-KR" altLang="en-US" dirty="0"/>
              <a:t>리뷰목록과 서비스하며 </a:t>
            </a:r>
            <a:r>
              <a:rPr lang="ko-KR" altLang="en-US" dirty="0" err="1"/>
              <a:t>얻게될</a:t>
            </a:r>
            <a:r>
              <a:rPr lang="ko-KR" altLang="en-US" dirty="0"/>
              <a:t> 추천로그</a:t>
            </a:r>
            <a:r>
              <a:rPr lang="en-US" altLang="ko-KR" dirty="0"/>
              <a:t>, </a:t>
            </a:r>
            <a:r>
              <a:rPr lang="ko-KR" altLang="en-US" dirty="0"/>
              <a:t>사용자 입력 등 필요한 정보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BE6B75-C330-45D9-9FD1-69EDFD95EE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5" y="1701938"/>
            <a:ext cx="8059648" cy="515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0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리뷰 데이터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수집방법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D6B47B-EDFD-420B-924A-0A47EF991BC4}"/>
              </a:ext>
            </a:extLst>
          </p:cNvPr>
          <p:cNvSpPr txBox="1"/>
          <p:nvPr/>
        </p:nvSpPr>
        <p:spPr>
          <a:xfrm>
            <a:off x="839416" y="2232211"/>
            <a:ext cx="11017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용도 </a:t>
            </a:r>
            <a:r>
              <a:rPr lang="en-US" altLang="ko-KR" dirty="0"/>
              <a:t>: </a:t>
            </a:r>
            <a:r>
              <a:rPr lang="ko-KR" altLang="en-US" dirty="0"/>
              <a:t>음식점 </a:t>
            </a:r>
            <a:r>
              <a:rPr lang="ko-KR" altLang="en-US" dirty="0" err="1"/>
              <a:t>추천시</a:t>
            </a:r>
            <a:r>
              <a:rPr lang="ko-KR" altLang="en-US" dirty="0"/>
              <a:t> 추천의 품질을 높이기 위해 리뷰 데이터를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</a:t>
            </a:r>
            <a:r>
              <a:rPr lang="ko-KR" altLang="en-US" dirty="0" err="1"/>
              <a:t>라벨링하여</a:t>
            </a:r>
            <a:r>
              <a:rPr lang="ko-KR" altLang="en-US" dirty="0"/>
              <a:t> 활용</a:t>
            </a:r>
            <a:endParaRPr lang="en-US" altLang="ko-KR" dirty="0"/>
          </a:p>
          <a:p>
            <a:r>
              <a:rPr lang="ko-KR" altLang="en-US" dirty="0"/>
              <a:t>수집 대상 </a:t>
            </a:r>
            <a:r>
              <a:rPr lang="en-US" altLang="ko-KR" dirty="0"/>
              <a:t>: </a:t>
            </a:r>
            <a:r>
              <a:rPr lang="ko-KR" altLang="en-US" dirty="0"/>
              <a:t>네이버 </a:t>
            </a:r>
            <a:r>
              <a:rPr lang="ko-KR" altLang="en-US" dirty="0" err="1"/>
              <a:t>플레이스</a:t>
            </a:r>
            <a:endParaRPr lang="en-US" altLang="ko-KR" dirty="0"/>
          </a:p>
          <a:p>
            <a:r>
              <a:rPr lang="ko-KR" altLang="en-US" dirty="0"/>
              <a:t>수집 방법 </a:t>
            </a:r>
            <a:r>
              <a:rPr lang="en-US" altLang="ko-KR" dirty="0"/>
              <a:t>: </a:t>
            </a:r>
            <a:r>
              <a:rPr lang="ko-KR" altLang="en-US" dirty="0" err="1"/>
              <a:t>셀리니움을</a:t>
            </a:r>
            <a:r>
              <a:rPr lang="ko-KR" altLang="en-US" dirty="0"/>
              <a:t> 이용하여 수집</a:t>
            </a:r>
            <a:endParaRPr lang="en-US" altLang="ko-KR" dirty="0"/>
          </a:p>
          <a:p>
            <a:r>
              <a:rPr lang="ko-KR" altLang="en-US" dirty="0"/>
              <a:t>수집 결과 </a:t>
            </a:r>
            <a:r>
              <a:rPr lang="en-US" altLang="ko-KR" dirty="0"/>
              <a:t>: 5</a:t>
            </a:r>
            <a:r>
              <a:rPr lang="ko-KR" altLang="en-US" dirty="0" err="1"/>
              <a:t>만건</a:t>
            </a:r>
            <a:endParaRPr lang="en-US" altLang="ko-KR" dirty="0"/>
          </a:p>
          <a:p>
            <a:r>
              <a:rPr lang="ko-KR" altLang="en-US" dirty="0"/>
              <a:t>수집 데이터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590C818-89CA-40CC-BF38-942C00BBDC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22" y="3556537"/>
            <a:ext cx="7030180" cy="28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리뷰 데이터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라벨링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04F14A0-F514-42B0-B1D8-C90D6CEAA2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2996185"/>
            <a:ext cx="6182588" cy="32728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757282-7FCA-4218-AB18-AB4A22702706}"/>
              </a:ext>
            </a:extLst>
          </p:cNvPr>
          <p:cNvSpPr txBox="1"/>
          <p:nvPr/>
        </p:nvSpPr>
        <p:spPr>
          <a:xfrm>
            <a:off x="839416" y="2232211"/>
            <a:ext cx="11017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라벨링</a:t>
            </a:r>
            <a:r>
              <a:rPr lang="ko-KR" altLang="en-US" dirty="0"/>
              <a:t> </a:t>
            </a:r>
            <a:r>
              <a:rPr lang="en-US" altLang="ko-KR" dirty="0"/>
              <a:t>: TF-IDF</a:t>
            </a:r>
            <a:r>
              <a:rPr lang="ko-KR" altLang="en-US" dirty="0"/>
              <a:t> 기반 단어추출 후 </a:t>
            </a:r>
            <a:r>
              <a:rPr lang="ko-KR" altLang="en-US" dirty="0" err="1"/>
              <a:t>벡터임베딩을</a:t>
            </a:r>
            <a:r>
              <a:rPr lang="ko-KR" altLang="en-US" dirty="0"/>
              <a:t> 통해 유사도 측정 후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판단</a:t>
            </a:r>
            <a:endParaRPr lang="en-US" altLang="ko-KR" dirty="0"/>
          </a:p>
          <a:p>
            <a:r>
              <a:rPr lang="ko-KR" altLang="en-US" dirty="0"/>
              <a:t>처리절차 </a:t>
            </a:r>
            <a:r>
              <a:rPr lang="en-US" altLang="ko-KR" dirty="0"/>
              <a:t>: </a:t>
            </a:r>
            <a:r>
              <a:rPr lang="ko-KR" altLang="en-US" dirty="0"/>
              <a:t>형태소 분석 </a:t>
            </a:r>
            <a:r>
              <a:rPr lang="en-US" altLang="ko-KR" dirty="0"/>
              <a:t>&gt; </a:t>
            </a:r>
            <a:r>
              <a:rPr lang="ko-KR" altLang="en-US" dirty="0" err="1"/>
              <a:t>불용어</a:t>
            </a:r>
            <a:r>
              <a:rPr lang="ko-KR" altLang="en-US" dirty="0"/>
              <a:t> 제거</a:t>
            </a:r>
            <a:r>
              <a:rPr lang="en-US" altLang="ko-KR" dirty="0"/>
              <a:t> &gt; TF-IDF </a:t>
            </a:r>
            <a:r>
              <a:rPr lang="ko-KR" altLang="en-US" dirty="0"/>
              <a:t>추출 </a:t>
            </a:r>
            <a:r>
              <a:rPr lang="en-US" altLang="ko-KR" dirty="0"/>
              <a:t>&gt;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판단</a:t>
            </a:r>
          </a:p>
        </p:txBody>
      </p:sp>
    </p:spTree>
    <p:extLst>
      <p:ext uri="{BB962C8B-B14F-4D97-AF65-F5344CB8AC3E}">
        <p14:creationId xmlns:p14="http://schemas.microsoft.com/office/powerpoint/2010/main" val="234224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6" y="8988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리뷰 데이터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라벨링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분석 결과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2262548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2605FEB-F71D-4D4C-8B87-62F6F6FC571A}"/>
              </a:ext>
            </a:extLst>
          </p:cNvPr>
          <p:cNvGrpSpPr/>
          <p:nvPr/>
        </p:nvGrpSpPr>
        <p:grpSpPr>
          <a:xfrm>
            <a:off x="496291" y="2776220"/>
            <a:ext cx="5773352" cy="3604809"/>
            <a:chOff x="3094956" y="1575772"/>
            <a:chExt cx="9096727" cy="5458037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F2398E6-73F5-44A9-825F-78E6F0587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4956" y="1575772"/>
              <a:ext cx="9096727" cy="5458037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2C42BAB-E32D-46FE-96E7-F44407FC22DB}"/>
                </a:ext>
              </a:extLst>
            </p:cNvPr>
            <p:cNvSpPr/>
            <p:nvPr/>
          </p:nvSpPr>
          <p:spPr>
            <a:xfrm>
              <a:off x="3766747" y="3501008"/>
              <a:ext cx="396044" cy="39604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D93B9C9-3049-443C-B13D-224382FCDEE8}"/>
                </a:ext>
              </a:extLst>
            </p:cNvPr>
            <p:cNvSpPr/>
            <p:nvPr/>
          </p:nvSpPr>
          <p:spPr>
            <a:xfrm>
              <a:off x="3768722" y="4086190"/>
              <a:ext cx="396044" cy="2343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7316D96-37BA-4875-B141-EFA95D517E9C}"/>
                </a:ext>
              </a:extLst>
            </p:cNvPr>
            <p:cNvSpPr/>
            <p:nvPr/>
          </p:nvSpPr>
          <p:spPr>
            <a:xfrm>
              <a:off x="3766747" y="5355253"/>
              <a:ext cx="396044" cy="9000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54E768C-8D82-432A-B505-FDFC64CF849C}"/>
              </a:ext>
            </a:extLst>
          </p:cNvPr>
          <p:cNvSpPr txBox="1"/>
          <p:nvPr/>
        </p:nvSpPr>
        <p:spPr>
          <a:xfrm>
            <a:off x="302249" y="2300462"/>
            <a:ext cx="532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불용어</a:t>
            </a:r>
            <a:r>
              <a:rPr lang="ko-KR" altLang="en-US" dirty="0"/>
              <a:t> 제거 </a:t>
            </a:r>
            <a:r>
              <a:rPr lang="en-US" altLang="ko-KR" dirty="0"/>
              <a:t>(</a:t>
            </a:r>
            <a:r>
              <a:rPr lang="ko-KR" altLang="en-US" dirty="0"/>
              <a:t>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자다</a:t>
            </a:r>
            <a:r>
              <a:rPr lang="en-US" altLang="ko-KR" dirty="0"/>
              <a:t>, </a:t>
            </a:r>
            <a:r>
              <a:rPr lang="ko-KR" altLang="en-US" dirty="0"/>
              <a:t>진짜</a:t>
            </a:r>
            <a:r>
              <a:rPr lang="en-US" altLang="ko-KR" dirty="0"/>
              <a:t>, </a:t>
            </a:r>
            <a:r>
              <a:rPr lang="ko-KR" altLang="en-US" dirty="0"/>
              <a:t>국물</a:t>
            </a:r>
            <a:r>
              <a:rPr lang="en-US" altLang="ko-KR" dirty="0"/>
              <a:t>, </a:t>
            </a:r>
            <a:r>
              <a:rPr lang="ko-KR" altLang="en-US" dirty="0"/>
              <a:t>손님</a:t>
            </a:r>
            <a:r>
              <a:rPr lang="en-US" altLang="ko-KR" dirty="0"/>
              <a:t>, </a:t>
            </a:r>
            <a:r>
              <a:rPr lang="ko-KR" altLang="en-US" dirty="0"/>
              <a:t>아빠 등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부정으로 보기 힘든 단어가 분류에 영향을 크게 미쳐서 불용어로 제거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D6B4943-7506-4CCD-95E8-E3D4F60B06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01" y="2881313"/>
            <a:ext cx="5773352" cy="346401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1AC9763-1635-4688-9730-B4971CC43B3D}"/>
              </a:ext>
            </a:extLst>
          </p:cNvPr>
          <p:cNvSpPr txBox="1"/>
          <p:nvPr/>
        </p:nvSpPr>
        <p:spPr>
          <a:xfrm>
            <a:off x="6564052" y="2316335"/>
            <a:ext cx="340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불용어</a:t>
            </a:r>
            <a:r>
              <a:rPr lang="ko-KR" altLang="en-US" dirty="0"/>
              <a:t> 제거 </a:t>
            </a:r>
            <a:r>
              <a:rPr lang="en-US" altLang="ko-KR" dirty="0"/>
              <a:t>(</a:t>
            </a:r>
            <a:r>
              <a:rPr lang="ko-KR" altLang="en-US" dirty="0"/>
              <a:t>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0918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카테고리 검색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849201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071076" y="2948940"/>
            <a:ext cx="5760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03. </a:t>
            </a:r>
            <a:endParaRPr lang="ko-KR" altLang="en-US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746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04.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수행 경과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K-means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353705" y="3031065"/>
            <a:ext cx="3959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F74B1F-D7BC-4FFA-87E6-71B2C351AE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2" y="1786375"/>
            <a:ext cx="6300934" cy="50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3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DBSCAN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208221" y="3031065"/>
            <a:ext cx="410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B882F-0D05-4F01-8257-1AA555FD5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3" y="1894960"/>
            <a:ext cx="6629437" cy="45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49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화면 시연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070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592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150" y="854075"/>
            <a:ext cx="34480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0" name="_x278651016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5" name="자유형: 도형 54"/>
          <p:cNvSpPr>
            <a:spLocks/>
          </p:cNvSpPr>
          <p:nvPr/>
        </p:nvSpPr>
        <p:spPr>
          <a:xfrm>
            <a:off x="473710" y="2150745"/>
            <a:ext cx="11244580" cy="4263390"/>
          </a:xfrm>
          <a:custGeom>
            <a:avLst/>
            <a:gdLst>
              <a:gd name="TX0" fmla="*/ 0 w 7434266"/>
              <a:gd name="TY0" fmla="*/ 0 h 4167183"/>
              <a:gd name="TX1" fmla="*/ 7434265 w 7434266"/>
              <a:gd name="TY1" fmla="*/ 0 h 4167183"/>
              <a:gd name="TX2" fmla="*/ 7434265 w 7434266"/>
              <a:gd name="TY2" fmla="*/ 4167182 h 4167183"/>
              <a:gd name="TX3" fmla="*/ 0 w 7434266"/>
              <a:gd name="TY3" fmla="*/ 4167182 h 4167183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</a:cxnLst>
            <a:rect l="l" t="t" r="r" b="b"/>
            <a:pathLst>
              <a:path w="7434266" h="4167183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0">
            <a:noFill/>
            <a:prstDash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4480" cy="1749425"/>
            <a:chOff x="541655" y="4490720"/>
            <a:chExt cx="5364480" cy="1749425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 dirty="0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731802"/>
              <a:ext cx="4623435" cy="139974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로깅 기능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미구현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예측 데이터를 미리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로드하여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더욱 빠른 반응성 향상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990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39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636912"/>
            <a:ext cx="4623435" cy="10673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기대 효과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rgbClr val="FFC000"/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사용자 결정 피로 감소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상황 맞춤 추천으로 만족도 향상</a:t>
            </a:r>
          </a:p>
        </p:txBody>
      </p:sp>
      <p:sp>
        <p:nvSpPr>
          <p:cNvPr id="36" name="텍스트 상자 1">
            <a:extLst>
              <a:ext uri="{FF2B5EF4-FFF2-40B4-BE49-F238E27FC236}">
                <a16:creationId xmlns:a16="http://schemas.microsoft.com/office/drawing/2014/main" id="{436AA4A6-E79E-425B-94D2-873416323E19}"/>
              </a:ext>
            </a:extLst>
          </p:cNvPr>
          <p:cNvSpPr txBox="1">
            <a:spLocks/>
          </p:cNvSpPr>
          <p:nvPr/>
        </p:nvSpPr>
        <p:spPr>
          <a:xfrm>
            <a:off x="821055" y="2649003"/>
            <a:ext cx="4623435" cy="151054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향후 계획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데이터 품질 향상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튜닝 및 변수 추가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실시간 피드백 시스템 구축</a:t>
            </a:r>
          </a:p>
          <a:p>
            <a:pPr algn="ctr">
              <a:lnSpc>
                <a:spcPct val="120000"/>
              </a:lnSpc>
              <a:defRPr/>
            </a:pPr>
            <a:endParaRPr lang="ko-KR" altLang="en-US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panose="0000050000000000000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96B687-73BF-4A6B-86BE-4205D82E3C6A}"/>
              </a:ext>
            </a:extLst>
          </p:cNvPr>
          <p:cNvSpPr txBox="1"/>
          <p:nvPr/>
        </p:nvSpPr>
        <p:spPr>
          <a:xfrm>
            <a:off x="6539586" y="4689140"/>
            <a:ext cx="4921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성과</a:t>
            </a:r>
            <a:endParaRPr lang="en-US" altLang="ko-KR" dirty="0">
              <a:solidFill>
                <a:schemeClr val="bg2">
                  <a:lumMod val="25000"/>
                </a:schemeClr>
              </a:solidFill>
              <a:ea typeface="세방고딕 Regular" panose="00000500000000000000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다양한 데이터셋 적용 실험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</a:t>
            </a:r>
            <a:r>
              <a:rPr lang="ko-KR" altLang="en-US" dirty="0" err="1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해석력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 강화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사용자 맞춤형 기능 개발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결과 시각화 도구 개선</a:t>
            </a:r>
          </a:p>
        </p:txBody>
      </p:sp>
    </p:spTree>
    <p:extLst>
      <p:ext uri="{BB962C8B-B14F-4D97-AF65-F5344CB8AC3E}">
        <p14:creationId xmlns:p14="http://schemas.microsoft.com/office/powerpoint/2010/main" val="698920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332"/>
            <a:chOff x="541655" y="1430020"/>
            <a:chExt cx="10526395" cy="36933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시스템 아키텍처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4221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2174E86-C1F1-408D-9774-251619CBD02F}"/>
              </a:ext>
            </a:extLst>
          </p:cNvPr>
          <p:cNvSpPr/>
          <p:nvPr/>
        </p:nvSpPr>
        <p:spPr>
          <a:xfrm>
            <a:off x="877866" y="872716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211E0CD-1AF7-4E3D-B4A6-C10DCAD03C0C}"/>
              </a:ext>
            </a:extLst>
          </p:cNvPr>
          <p:cNvSpPr/>
          <p:nvPr/>
        </p:nvSpPr>
        <p:spPr>
          <a:xfrm>
            <a:off x="1060672" y="3314234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15A616-C998-4729-860D-35FA92B5C0B8}"/>
              </a:ext>
            </a:extLst>
          </p:cNvPr>
          <p:cNvSpPr/>
          <p:nvPr/>
        </p:nvSpPr>
        <p:spPr>
          <a:xfrm>
            <a:off x="6315621" y="3316122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BA8338-C1C0-4885-9351-DC9627DFE5E4}"/>
              </a:ext>
            </a:extLst>
          </p:cNvPr>
          <p:cNvSpPr/>
          <p:nvPr/>
        </p:nvSpPr>
        <p:spPr>
          <a:xfrm>
            <a:off x="3199882" y="3326280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91E41-08CD-40DF-9022-CB5613A1C68F}"/>
              </a:ext>
            </a:extLst>
          </p:cNvPr>
          <p:cNvSpPr/>
          <p:nvPr/>
        </p:nvSpPr>
        <p:spPr>
          <a:xfrm>
            <a:off x="1194144" y="3633772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10E1E5-288C-440E-9E9F-6A19E09E3369}"/>
              </a:ext>
            </a:extLst>
          </p:cNvPr>
          <p:cNvSpPr/>
          <p:nvPr/>
        </p:nvSpPr>
        <p:spPr>
          <a:xfrm>
            <a:off x="6449092" y="3628063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D90420-0408-4767-8825-DA111F6586A1}"/>
              </a:ext>
            </a:extLst>
          </p:cNvPr>
          <p:cNvSpPr/>
          <p:nvPr/>
        </p:nvSpPr>
        <p:spPr>
          <a:xfrm>
            <a:off x="3333352" y="3638917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0843BA-DC7C-4D1B-A152-1554E4B0C212}"/>
              </a:ext>
            </a:extLst>
          </p:cNvPr>
          <p:cNvSpPr/>
          <p:nvPr/>
        </p:nvSpPr>
        <p:spPr>
          <a:xfrm>
            <a:off x="1368931" y="3984941"/>
            <a:ext cx="1830951" cy="43312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012ABD6-1FE0-4C50-BFFE-149512E18919}"/>
              </a:ext>
            </a:extLst>
          </p:cNvPr>
          <p:cNvSpPr/>
          <p:nvPr/>
        </p:nvSpPr>
        <p:spPr>
          <a:xfrm>
            <a:off x="6625717" y="3985494"/>
            <a:ext cx="1736280" cy="43599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3233C2E-BFCD-4F20-81B3-5CE5D2530E95}"/>
              </a:ext>
            </a:extLst>
          </p:cNvPr>
          <p:cNvSpPr/>
          <p:nvPr/>
        </p:nvSpPr>
        <p:spPr>
          <a:xfrm>
            <a:off x="3417144" y="3966313"/>
            <a:ext cx="1830951" cy="44639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5A40356-0F66-4F41-A3C9-B50FE68A305E}"/>
              </a:ext>
            </a:extLst>
          </p:cNvPr>
          <p:cNvSpPr/>
          <p:nvPr/>
        </p:nvSpPr>
        <p:spPr>
          <a:xfrm>
            <a:off x="877866" y="4617132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FDFBD2-5B96-4485-8257-D7E31E8D22C3}"/>
              </a:ext>
            </a:extLst>
          </p:cNvPr>
          <p:cNvSpPr/>
          <p:nvPr/>
        </p:nvSpPr>
        <p:spPr>
          <a:xfrm>
            <a:off x="9431360" y="2593594"/>
            <a:ext cx="1818670" cy="822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Engine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E463A9-5B19-4442-BF37-63EB7C1B1754}"/>
              </a:ext>
            </a:extLst>
          </p:cNvPr>
          <p:cNvSpPr/>
          <p:nvPr/>
        </p:nvSpPr>
        <p:spPr>
          <a:xfrm>
            <a:off x="9444372" y="845452"/>
            <a:ext cx="1818670" cy="8228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CE3DAE-D708-4222-8023-D8439765789E}"/>
              </a:ext>
            </a:extLst>
          </p:cNvPr>
          <p:cNvSpPr/>
          <p:nvPr/>
        </p:nvSpPr>
        <p:spPr>
          <a:xfrm>
            <a:off x="9372364" y="5085184"/>
            <a:ext cx="1818670" cy="82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07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3845" cy="1748790"/>
            <a:chOff x="541655" y="4490720"/>
            <a:chExt cx="5363845" cy="1748790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805045"/>
              <a:ext cx="4623435" cy="10883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모델이 어떤 문제에 강점이 있고</a:t>
              </a: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데이터가 어떤 특성이 있는지</a:t>
              </a:r>
              <a:br>
                <a:rPr lang="en-US" altLang="ko-KR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많은 학습 필요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355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74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735580"/>
            <a:ext cx="4623435" cy="108839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수집된 로그가 </a:t>
            </a:r>
            <a:r>
              <a:rPr lang="ko-KR" altLang="en-US" dirty="0" err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쌓여감에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 따라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개인 맞춤형 음식, 광고 활용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지역상권 분석등의 효과 기대</a:t>
            </a: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  <a:r>
              <a:rPr lang="ko-KR" altLang="en-US" sz="2600" b="1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전처리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5102"/>
            <a:ext cx="5276683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309" y="3073847"/>
            <a:ext cx="47165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날씨 데이터는 추천엔진 학습에 사용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서비스 중에는 직접적인 활용</a:t>
            </a:r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ko-KR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음식점 정보</a:t>
              </a: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189D17-7F92-4CBD-A8FF-B14A324C8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75065"/>
            <a:ext cx="7891419" cy="383206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FFD20BA-FFBA-4355-8472-0CB26E35284F}"/>
              </a:ext>
            </a:extLst>
          </p:cNvPr>
          <p:cNvSpPr txBox="1"/>
          <p:nvPr/>
        </p:nvSpPr>
        <p:spPr>
          <a:xfrm>
            <a:off x="8548180" y="2675295"/>
            <a:ext cx="3524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 특성 파악 후 불필요한 피처 제거   </a:t>
            </a:r>
            <a:r>
              <a:rPr lang="en-US" altLang="ko-KR" dirty="0"/>
              <a:t>(</a:t>
            </a:r>
            <a:r>
              <a:rPr lang="ko-KR" altLang="en-US" dirty="0"/>
              <a:t>다음페이지 참고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" y="635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전처리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및 분석</a:t>
              </a: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67B914C-3A81-4873-899F-6E20D4403D3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466698" y="2660005"/>
            <a:ext cx="5319737" cy="32342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39752E1-0A9E-4C25-ABCD-0DCE5C13398B}"/>
              </a:ext>
            </a:extLst>
          </p:cNvPr>
          <p:cNvSpPr txBox="1"/>
          <p:nvPr/>
        </p:nvSpPr>
        <p:spPr>
          <a:xfrm>
            <a:off x="6172420" y="2963634"/>
            <a:ext cx="47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계절성이 없는 음식 카테고리는 제거 하였으며 위도 경도 컬럼을 추가</a:t>
            </a:r>
            <a:endParaRPr lang="en-US" altLang="ko-K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DEFA5AE-AE20-4C7F-80F3-0E97770F6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3" y="2370857"/>
            <a:ext cx="6140372" cy="44877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6439535" y="3099872"/>
            <a:ext cx="4716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</a:t>
            </a:r>
            <a:r>
              <a:rPr lang="ko-KR" altLang="en-US" dirty="0" err="1"/>
              <a:t>봇감지에</a:t>
            </a:r>
            <a:r>
              <a:rPr lang="ko-KR" altLang="en-US" dirty="0"/>
              <a:t>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6803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666C7093-E780-4143-8D2C-0E05DCF8B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11" y="2847395"/>
            <a:ext cx="9297698" cy="3762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6BDD40-413C-4B05-952D-A109874159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0" y="2457213"/>
            <a:ext cx="2732510" cy="34698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메인 화면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C4AD0FC-2367-458D-B607-3E3FABC71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93" y="2262113"/>
            <a:ext cx="8962084" cy="42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3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2-1 유스케이스 다이어그램</a:t>
            </a:r>
          </a:p>
        </p:txBody>
      </p:sp>
      <p:grpSp>
        <p:nvGrpSpPr>
          <p:cNvPr id="23" name="Group 5"/>
          <p:cNvGrpSpPr/>
          <p:nvPr/>
        </p:nvGrpSpPr>
        <p:grpSpPr>
          <a:xfrm>
            <a:off x="1326515" y="3973195"/>
            <a:ext cx="9095740" cy="673735"/>
            <a:chOff x="1326515" y="3973195"/>
            <a:chExt cx="9095740" cy="673735"/>
          </a:xfrm>
        </p:grpSpPr>
        <p:sp>
          <p:nvSpPr>
            <p:cNvPr id="24" name="Rect 0"/>
            <p:cNvSpPr>
              <a:spLocks/>
            </p:cNvSpPr>
            <p:nvPr/>
          </p:nvSpPr>
          <p:spPr>
            <a:xfrm>
              <a:off x="1518920" y="397319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25" name="Group 5"/>
            <p:cNvGrpSpPr/>
            <p:nvPr/>
          </p:nvGrpSpPr>
          <p:grpSpPr>
            <a:xfrm>
              <a:off x="1326515" y="4124960"/>
              <a:ext cx="408940" cy="352425"/>
              <a:chOff x="1326515" y="4124960"/>
              <a:chExt cx="408940" cy="352425"/>
            </a:xfrm>
          </p:grpSpPr>
          <p:sp>
            <p:nvSpPr>
              <p:cNvPr id="27" name="Rect 0"/>
              <p:cNvSpPr>
                <a:spLocks/>
              </p:cNvSpPr>
              <p:nvPr/>
            </p:nvSpPr>
            <p:spPr>
              <a:xfrm>
                <a:off x="1326515" y="412496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8" name="Rect 0"/>
              <p:cNvSpPr>
                <a:spLocks/>
              </p:cNvSpPr>
              <p:nvPr/>
            </p:nvSpPr>
            <p:spPr>
              <a:xfrm rot="4620000">
                <a:off x="1351915" y="411988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9" name="Rect 0"/>
              <p:cNvSpPr txBox="1">
                <a:spLocks/>
              </p:cNvSpPr>
              <p:nvPr/>
            </p:nvSpPr>
            <p:spPr>
              <a:xfrm>
                <a:off x="1402715" y="419036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2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26" name="Rect 0"/>
            <p:cNvSpPr txBox="1">
              <a:spLocks/>
            </p:cNvSpPr>
            <p:nvPr/>
          </p:nvSpPr>
          <p:spPr>
            <a:xfrm>
              <a:off x="1937385" y="4151630"/>
              <a:ext cx="8177530" cy="308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 sz="140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30" name="Group 5"/>
          <p:cNvGrpSpPr/>
          <p:nvPr/>
        </p:nvGrpSpPr>
        <p:grpSpPr>
          <a:xfrm>
            <a:off x="1336675" y="5462905"/>
            <a:ext cx="9095740" cy="673735"/>
            <a:chOff x="1336675" y="5462905"/>
            <a:chExt cx="9095740" cy="673735"/>
          </a:xfrm>
        </p:grpSpPr>
        <p:sp>
          <p:nvSpPr>
            <p:cNvPr id="31" name="Rect 0"/>
            <p:cNvSpPr>
              <a:spLocks/>
            </p:cNvSpPr>
            <p:nvPr/>
          </p:nvSpPr>
          <p:spPr>
            <a:xfrm>
              <a:off x="1529080" y="546290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32" name="Group 5"/>
            <p:cNvGrpSpPr/>
            <p:nvPr/>
          </p:nvGrpSpPr>
          <p:grpSpPr>
            <a:xfrm>
              <a:off x="1336675" y="5614035"/>
              <a:ext cx="408940" cy="352425"/>
              <a:chOff x="1336675" y="5614035"/>
              <a:chExt cx="408940" cy="352425"/>
            </a:xfrm>
          </p:grpSpPr>
          <p:sp>
            <p:nvSpPr>
              <p:cNvPr id="34" name="Rect 0"/>
              <p:cNvSpPr>
                <a:spLocks/>
              </p:cNvSpPr>
              <p:nvPr/>
            </p:nvSpPr>
            <p:spPr>
              <a:xfrm>
                <a:off x="1336675" y="5614035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5" name="Rect 0"/>
              <p:cNvSpPr>
                <a:spLocks/>
              </p:cNvSpPr>
              <p:nvPr/>
            </p:nvSpPr>
            <p:spPr>
              <a:xfrm rot="4620000">
                <a:off x="1362075" y="5608955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6" name="Rect 0"/>
              <p:cNvSpPr txBox="1">
                <a:spLocks/>
              </p:cNvSpPr>
              <p:nvPr/>
            </p:nvSpPr>
            <p:spPr>
              <a:xfrm>
                <a:off x="1407160" y="565594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ko-KR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▼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grpSp>
        <p:nvGrpSpPr>
          <p:cNvPr id="37" name="Group 5"/>
          <p:cNvGrpSpPr/>
          <p:nvPr/>
        </p:nvGrpSpPr>
        <p:grpSpPr>
          <a:xfrm>
            <a:off x="1336675" y="2929255"/>
            <a:ext cx="9095740" cy="673735"/>
            <a:chOff x="1336675" y="2929255"/>
            <a:chExt cx="9095740" cy="673735"/>
          </a:xfrm>
        </p:grpSpPr>
        <p:sp>
          <p:nvSpPr>
            <p:cNvPr id="38" name="Rect 0"/>
            <p:cNvSpPr>
              <a:spLocks/>
            </p:cNvSpPr>
            <p:nvPr/>
          </p:nvSpPr>
          <p:spPr>
            <a:xfrm>
              <a:off x="1529080" y="292925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41" name="Group 5"/>
            <p:cNvGrpSpPr/>
            <p:nvPr/>
          </p:nvGrpSpPr>
          <p:grpSpPr>
            <a:xfrm>
              <a:off x="1336675" y="3081020"/>
              <a:ext cx="408940" cy="388620"/>
              <a:chOff x="1336675" y="3081020"/>
              <a:chExt cx="408940" cy="388620"/>
            </a:xfrm>
          </p:grpSpPr>
          <p:sp>
            <p:nvSpPr>
              <p:cNvPr id="43" name="Rect 0"/>
              <p:cNvSpPr>
                <a:spLocks/>
              </p:cNvSpPr>
              <p:nvPr/>
            </p:nvSpPr>
            <p:spPr>
              <a:xfrm>
                <a:off x="1336675" y="308102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4" name="Rect 0"/>
              <p:cNvSpPr>
                <a:spLocks/>
              </p:cNvSpPr>
              <p:nvPr/>
            </p:nvSpPr>
            <p:spPr>
              <a:xfrm rot="4620000">
                <a:off x="1362075" y="307594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5" name="Rect 0"/>
              <p:cNvSpPr txBox="1">
                <a:spLocks/>
              </p:cNvSpPr>
              <p:nvPr/>
            </p:nvSpPr>
            <p:spPr>
              <a:xfrm>
                <a:off x="1412875" y="3146425"/>
                <a:ext cx="256540" cy="3232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1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60" name="Rect 0"/>
          <p:cNvSpPr txBox="1">
            <a:spLocks/>
          </p:cNvSpPr>
          <p:nvPr/>
        </p:nvSpPr>
        <p:spPr>
          <a:xfrm>
            <a:off x="1911985" y="3078480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GEO</a:t>
            </a:r>
            <a:r>
              <a:rPr lang="ko-KR" altLang="en-US"/>
              <a:t>어쩌구</a:t>
            </a: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>
            <a:off x="1900555" y="5622290"/>
            <a:ext cx="8067040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dirty="0"/>
              <a:t>단계를 거쳐 음식점 선택으로 수렴한다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>
            <a:off x="1851660" y="4163695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Kakao </a:t>
            </a:r>
            <a:r>
              <a:rPr lang="ko-KR" altLang="en-US"/>
              <a:t>어쩌구</a:t>
            </a:r>
          </a:p>
        </p:txBody>
      </p:sp>
      <p:pic>
        <p:nvPicPr>
          <p:cNvPr id="64" name="그림 3" descr="C:/Users/HIDDLE/AppData/Roaming/PolarisOffice/ETemp/2128_11030056/image8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1915795"/>
            <a:ext cx="12216130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AC16427-4BC8-4558-939F-F0FC8D48A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654" y="1678991"/>
            <a:ext cx="8475131" cy="5040580"/>
          </a:xfrm>
          <a:prstGeom prst="rect">
            <a:avLst/>
          </a:prstGeom>
        </p:spPr>
      </p:pic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5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2-2 지도 및 위치요청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DCDA5E7-2DFC-46F7-93DF-7C86D852F202}"/>
              </a:ext>
            </a:extLst>
          </p:cNvPr>
          <p:cNvSpPr txBox="1"/>
          <p:nvPr/>
        </p:nvSpPr>
        <p:spPr>
          <a:xfrm>
            <a:off x="643255" y="135636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2-2 지도 표시 및 위치 수집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720FDE-5D35-47AF-92AF-AB72B708D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9" y="2031365"/>
            <a:ext cx="5953956" cy="45440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35BCBA-BA0B-4417-8711-302FC2D5F756}"/>
              </a:ext>
            </a:extLst>
          </p:cNvPr>
          <p:cNvSpPr txBox="1"/>
          <p:nvPr/>
        </p:nvSpPr>
        <p:spPr>
          <a:xfrm>
            <a:off x="6708068" y="2564904"/>
            <a:ext cx="471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Geolocation API</a:t>
            </a:r>
            <a:r>
              <a:rPr lang="ko-KR" altLang="en-US" dirty="0"/>
              <a:t>로 위치정보</a:t>
            </a:r>
            <a:r>
              <a:rPr lang="en-US" altLang="ko-KR" dirty="0"/>
              <a:t> </a:t>
            </a:r>
            <a:r>
              <a:rPr lang="ko-KR" altLang="en-US" dirty="0"/>
              <a:t>활용 요청을 보낸다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동의 시 사용자의 위치좌표를 얻어 </a:t>
            </a:r>
            <a:r>
              <a:rPr lang="en-US" altLang="ko-KR" dirty="0" err="1"/>
              <a:t>kakao</a:t>
            </a:r>
            <a:r>
              <a:rPr lang="en-US" altLang="ko-KR" dirty="0"/>
              <a:t> API</a:t>
            </a:r>
            <a:r>
              <a:rPr lang="ko-KR" altLang="en-US" dirty="0"/>
              <a:t>에 해당 좌표의 주소를 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지도 업데이트 후 서버에 수집된 정보   전달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53F324-7256-4CBB-8A23-F96F2C9EC199}"/>
              </a:ext>
            </a:extLst>
          </p:cNvPr>
          <p:cNvSpPr/>
          <p:nvPr/>
        </p:nvSpPr>
        <p:spPr>
          <a:xfrm>
            <a:off x="3359696" y="2031365"/>
            <a:ext cx="2965539" cy="4545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5763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6C4722-2426-40DC-AB7C-238FFFBA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1690929"/>
            <a:ext cx="8973802" cy="5096586"/>
          </a:xfrm>
          <a:prstGeom prst="rect">
            <a:avLst/>
          </a:prstGeom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4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2-3 날씨기반 음식 추천 시퀀스</a:t>
            </a:r>
            <a:endParaRPr lang="en-US" altLang="ko-KR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90370"/>
            <a:ext cx="12192000" cy="46037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56261" y="1430020"/>
            <a:ext cx="10511789" cy="369570"/>
            <a:chOff x="556261" y="1430020"/>
            <a:chExt cx="10511789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56261" y="144780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251C9-8913-40BB-B75F-BBBD94C78041}"/>
              </a:ext>
            </a:extLst>
          </p:cNvPr>
          <p:cNvSpPr txBox="1"/>
          <p:nvPr/>
        </p:nvSpPr>
        <p:spPr>
          <a:xfrm>
            <a:off x="687705" y="1244281"/>
            <a:ext cx="5794375" cy="8921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 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호출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(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동네예보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API)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</a:p>
          <a:p>
            <a:pPr marL="0" indent="0" latinLnBrk="0">
              <a:buFontTx/>
              <a:buNone/>
              <a:defRPr/>
            </a:pP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FA4F3A6-CC59-45FB-9EAC-A63918DE502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461770" y="1806250"/>
            <a:ext cx="3568162" cy="454405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946267-73F5-4785-AB44-D42D68AD4648}"/>
              </a:ext>
            </a:extLst>
          </p:cNvPr>
          <p:cNvSpPr/>
          <p:nvPr/>
        </p:nvSpPr>
        <p:spPr>
          <a:xfrm>
            <a:off x="1559496" y="3681028"/>
            <a:ext cx="2664296" cy="20882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5E44F-EB31-4A1F-910D-DF90F304B833}"/>
              </a:ext>
            </a:extLst>
          </p:cNvPr>
          <p:cNvSpPr txBox="1"/>
          <p:nvPr/>
        </p:nvSpPr>
        <p:spPr>
          <a:xfrm>
            <a:off x="6029102" y="2939489"/>
            <a:ext cx="47165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브라우저에서 보낸 위치정보를 </a:t>
            </a:r>
            <a:r>
              <a:rPr lang="en-US" altLang="ko-KR" dirty="0"/>
              <a:t>LCC DFS</a:t>
            </a:r>
            <a:r>
              <a:rPr lang="ko-KR" altLang="en-US" dirty="0"/>
              <a:t>좌표 </a:t>
            </a:r>
            <a:r>
              <a:rPr lang="ko-KR" altLang="en-US" dirty="0" err="1"/>
              <a:t>변환모듈로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변환된 좌표를 기상청 동네예보 </a:t>
            </a:r>
            <a:r>
              <a:rPr lang="en-US" altLang="ko-KR" dirty="0"/>
              <a:t>API</a:t>
            </a:r>
            <a:r>
              <a:rPr lang="ko-KR" altLang="en-US" dirty="0"/>
              <a:t>에  전달해 해당 지역의 날씨를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음식추천 알고리즘 적용 후 날씨정보를 업데이트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1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3" y="-2508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762125"/>
            <a:ext cx="12192000" cy="38862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725" y="133794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날씨기반 음식 추천 엔진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FB7387B-E1E7-4AFC-8589-BBD509F95AD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0" r="56934"/>
          <a:stretch/>
        </p:blipFill>
        <p:spPr>
          <a:xfrm>
            <a:off x="1333855" y="2268400"/>
            <a:ext cx="3577692" cy="376364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D36BD3-C52A-4B96-9D02-AA7FE616F9C6}"/>
              </a:ext>
            </a:extLst>
          </p:cNvPr>
          <p:cNvSpPr/>
          <p:nvPr/>
        </p:nvSpPr>
        <p:spPr>
          <a:xfrm>
            <a:off x="1461770" y="3356992"/>
            <a:ext cx="2437986" cy="9721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37D57-A12B-45F6-933B-2DD46F65AECA}"/>
              </a:ext>
            </a:extLst>
          </p:cNvPr>
          <p:cNvSpPr txBox="1"/>
          <p:nvPr/>
        </p:nvSpPr>
        <p:spPr>
          <a:xfrm>
            <a:off x="5774137" y="3168034"/>
            <a:ext cx="4716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 학습시킨 추천엔진에 전달해 날씨에 맞는 음식 카테고리를 </a:t>
            </a:r>
            <a:r>
              <a:rPr lang="ko-KR" altLang="en-US" dirty="0" err="1"/>
              <a:t>추천받는다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브라우저에서 얻은 기타정보와 추천 목록을 로그로 남기고 클라이언트에 돌려준다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68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2-4 음식 카테고리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544B325-3F6E-4D6E-A9DC-607B734AF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89" y="1832610"/>
            <a:ext cx="9276851" cy="49347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2-5 음식점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7EAC01F-43F7-4ADF-A838-46149E4E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6" y="2179558"/>
            <a:ext cx="7675014" cy="4096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Pages>34</Pages>
  <Words>1517</Words>
  <Characters>0</Characters>
  <Application>Microsoft Office PowerPoint</Application>
  <DocSecurity>0</DocSecurity>
  <PresentationFormat>와이드스크린</PresentationFormat>
  <Lines>0</Lines>
  <Paragraphs>386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맑은 고딕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16</cp:revision>
  <dcterms:modified xsi:type="dcterms:W3CDTF">2025-12-18T07:40:03Z</dcterms:modified>
  <cp:version>9.103.82.44099</cp:version>
</cp:coreProperties>
</file>