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295" r:id="rId6"/>
    <p:sldId id="334" r:id="rId7"/>
    <p:sldId id="335" r:id="rId8"/>
    <p:sldId id="30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588" y="7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24" Type="http://schemas.openxmlformats.org/officeDocument/2006/relationships/image" Target="../media/image38.pn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23" Type="http://schemas.openxmlformats.org/officeDocument/2006/relationships/image" Target="../media/image37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png"/><Relationship Id="rId18" Type="http://schemas.openxmlformats.org/officeDocument/2006/relationships/image" Target="../media/image54.svg"/><Relationship Id="rId3" Type="http://schemas.openxmlformats.org/officeDocument/2006/relationships/image" Target="../media/image41.png"/><Relationship Id="rId21" Type="http://schemas.openxmlformats.org/officeDocument/2006/relationships/image" Target="../media/image7.sv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17" Type="http://schemas.openxmlformats.org/officeDocument/2006/relationships/image" Target="../media/image53.png"/><Relationship Id="rId2" Type="http://schemas.openxmlformats.org/officeDocument/2006/relationships/image" Target="../media/image40.png"/><Relationship Id="rId16" Type="http://schemas.openxmlformats.org/officeDocument/2006/relationships/image" Target="../media/image2.sv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1.png"/><Relationship Id="rId10" Type="http://schemas.openxmlformats.org/officeDocument/2006/relationships/image" Target="../media/image48.svg"/><Relationship Id="rId19" Type="http://schemas.openxmlformats.org/officeDocument/2006/relationships/image" Target="../media/image5.pn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5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26" Type="http://schemas.openxmlformats.org/officeDocument/2006/relationships/image" Target="../media/image71.png"/><Relationship Id="rId3" Type="http://schemas.openxmlformats.org/officeDocument/2006/relationships/image" Target="../media/image56.svg"/><Relationship Id="rId21" Type="http://schemas.openxmlformats.org/officeDocument/2006/relationships/image" Target="../media/image7.sv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5" Type="http://schemas.openxmlformats.org/officeDocument/2006/relationships/image" Target="../media/image70.svg"/><Relationship Id="rId2" Type="http://schemas.openxmlformats.org/officeDocument/2006/relationships/image" Target="../media/image55.png"/><Relationship Id="rId16" Type="http://schemas.openxmlformats.org/officeDocument/2006/relationships/image" Target="../media/image66.svg"/><Relationship Id="rId20" Type="http://schemas.openxmlformats.org/officeDocument/2006/relationships/image" Target="../media/image6.png"/><Relationship Id="rId29" Type="http://schemas.openxmlformats.org/officeDocument/2006/relationships/image" Target="../media/image7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61.png"/><Relationship Id="rId24" Type="http://schemas.openxmlformats.org/officeDocument/2006/relationships/image" Target="../media/image69.png"/><Relationship Id="rId5" Type="http://schemas.openxmlformats.org/officeDocument/2006/relationships/image" Target="../media/image41.png"/><Relationship Id="rId15" Type="http://schemas.openxmlformats.org/officeDocument/2006/relationships/image" Target="../media/image65.png"/><Relationship Id="rId23" Type="http://schemas.openxmlformats.org/officeDocument/2006/relationships/image" Target="../media/image44.svg"/><Relationship Id="rId28" Type="http://schemas.openxmlformats.org/officeDocument/2006/relationships/image" Target="../media/image73.png"/><Relationship Id="rId10" Type="http://schemas.openxmlformats.org/officeDocument/2006/relationships/image" Target="../media/image60.svg"/><Relationship Id="rId19" Type="http://schemas.openxmlformats.org/officeDocument/2006/relationships/image" Target="../media/image5.png"/><Relationship Id="rId31" Type="http://schemas.openxmlformats.org/officeDocument/2006/relationships/image" Target="../media/image76.svg"/><Relationship Id="rId4" Type="http://schemas.openxmlformats.org/officeDocument/2006/relationships/image" Target="../media/image40.png"/><Relationship Id="rId9" Type="http://schemas.openxmlformats.org/officeDocument/2006/relationships/image" Target="../media/image59.png"/><Relationship Id="rId14" Type="http://schemas.openxmlformats.org/officeDocument/2006/relationships/image" Target="../media/image64.svg"/><Relationship Id="rId22" Type="http://schemas.openxmlformats.org/officeDocument/2006/relationships/image" Target="../media/image43.png"/><Relationship Id="rId27" Type="http://schemas.openxmlformats.org/officeDocument/2006/relationships/image" Target="../media/image72.svg"/><Relationship Id="rId30" Type="http://schemas.openxmlformats.org/officeDocument/2006/relationships/image" Target="../media/image7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81.svg"/><Relationship Id="rId3" Type="http://schemas.openxmlformats.org/officeDocument/2006/relationships/image" Target="../media/image56.svg"/><Relationship Id="rId7" Type="http://schemas.openxmlformats.org/officeDocument/2006/relationships/image" Target="../media/image79.svg"/><Relationship Id="rId12" Type="http://schemas.openxmlformats.org/officeDocument/2006/relationships/image" Target="../media/image80.png"/><Relationship Id="rId17" Type="http://schemas.openxmlformats.org/officeDocument/2006/relationships/image" Target="../media/image85.svg"/><Relationship Id="rId2" Type="http://schemas.openxmlformats.org/officeDocument/2006/relationships/image" Target="../media/image55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7.svg"/><Relationship Id="rId5" Type="http://schemas.openxmlformats.org/officeDocument/2006/relationships/image" Target="../media/image78.svg"/><Relationship Id="rId15" Type="http://schemas.openxmlformats.org/officeDocument/2006/relationships/image" Target="../media/image83.svg"/><Relationship Id="rId10" Type="http://schemas.openxmlformats.org/officeDocument/2006/relationships/image" Target="../media/image6.png"/><Relationship Id="rId4" Type="http://schemas.openxmlformats.org/officeDocument/2006/relationships/image" Target="../media/image77.png"/><Relationship Id="rId9" Type="http://schemas.openxmlformats.org/officeDocument/2006/relationships/image" Target="../media/image5.png"/><Relationship Id="rId14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36.png"/><Relationship Id="rId18" Type="http://schemas.openxmlformats.org/officeDocument/2006/relationships/image" Target="../media/image6.pn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12" Type="http://schemas.openxmlformats.org/officeDocument/2006/relationships/image" Target="../media/image92.svg"/><Relationship Id="rId17" Type="http://schemas.openxmlformats.org/officeDocument/2006/relationships/image" Target="../media/image5.png"/><Relationship Id="rId2" Type="http://schemas.openxmlformats.org/officeDocument/2006/relationships/image" Target="../media/image55.png"/><Relationship Id="rId16" Type="http://schemas.openxmlformats.org/officeDocument/2006/relationships/image" Target="../media/image9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91.png"/><Relationship Id="rId5" Type="http://schemas.openxmlformats.org/officeDocument/2006/relationships/image" Target="../media/image87.svg"/><Relationship Id="rId15" Type="http://schemas.openxmlformats.org/officeDocument/2006/relationships/image" Target="../media/image93.png"/><Relationship Id="rId10" Type="http://schemas.openxmlformats.org/officeDocument/2006/relationships/image" Target="../media/image90.svg"/><Relationship Id="rId19" Type="http://schemas.openxmlformats.org/officeDocument/2006/relationships/image" Target="../media/image7.svg"/><Relationship Id="rId4" Type="http://schemas.openxmlformats.org/officeDocument/2006/relationships/image" Target="../media/image86.png"/><Relationship Id="rId9" Type="http://schemas.openxmlformats.org/officeDocument/2006/relationships/image" Target="../media/image89.png"/><Relationship Id="rId14" Type="http://schemas.openxmlformats.org/officeDocument/2006/relationships/image" Target="../media/image3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7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7.svg"/><Relationship Id="rId3" Type="http://schemas.openxmlformats.org/officeDocument/2006/relationships/image" Target="../media/image56.svg"/><Relationship Id="rId7" Type="http://schemas.openxmlformats.org/officeDocument/2006/relationships/image" Target="../media/image98.svg"/><Relationship Id="rId12" Type="http://schemas.openxmlformats.org/officeDocument/2006/relationships/image" Target="../media/image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11" Type="http://schemas.openxmlformats.org/officeDocument/2006/relationships/image" Target="../media/image5.png"/><Relationship Id="rId5" Type="http://schemas.openxmlformats.org/officeDocument/2006/relationships/image" Target="../media/image96.svg"/><Relationship Id="rId10" Type="http://schemas.openxmlformats.org/officeDocument/2006/relationships/image" Target="../media/image100.svg"/><Relationship Id="rId4" Type="http://schemas.openxmlformats.org/officeDocument/2006/relationships/image" Target="../media/image95.png"/><Relationship Id="rId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213" y="1370504"/>
            <a:ext cx="5158567" cy="2655225"/>
            <a:chOff x="6747213" y="1370504"/>
            <a:chExt cx="5158567" cy="26552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9" y="1370504"/>
              <a:ext cx="262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5158567" cy="2215991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325" y="2615573"/>
            <a:ext cx="3935463" cy="4308106"/>
            <a:chOff x="1277325" y="2007854"/>
            <a:chExt cx="4490615" cy="4915825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399437" y="2007854"/>
              <a:ext cx="869869" cy="1517209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694275" y="2486388"/>
              <a:ext cx="409589" cy="11736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869326" y="2654289"/>
              <a:ext cx="346934" cy="509420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930252" y="2911762"/>
              <a:ext cx="227778" cy="106897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751239" y="2385236"/>
              <a:ext cx="130142" cy="200121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935483" y="2779644"/>
              <a:ext cx="332646" cy="131363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761149" y="2243807"/>
              <a:ext cx="964871" cy="1405376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5117025" y="2668734"/>
              <a:ext cx="297244" cy="452344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256178" y="3096686"/>
              <a:ext cx="1954614" cy="2421561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853820" y="2140666"/>
              <a:ext cx="1165484" cy="109106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256200" y="2450049"/>
              <a:ext cx="878287" cy="1024997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826690" y="2545507"/>
              <a:ext cx="192761" cy="10141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3069324" y="2705091"/>
              <a:ext cx="71309" cy="205147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391100" y="2698372"/>
              <a:ext cx="252379" cy="237052"/>
              <a:chOff x="2391100" y="2698372"/>
              <a:chExt cx="252379" cy="237052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391100" y="2698372"/>
                <a:ext cx="252379" cy="237052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426626" y="2720269"/>
                <a:ext cx="155504" cy="73160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757573" y="3251676"/>
              <a:ext cx="149229" cy="59314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961364" y="2868949"/>
              <a:ext cx="150128" cy="129424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325" y="3260996"/>
              <a:ext cx="4490615" cy="3662683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892804" y="3484975"/>
              <a:ext cx="1487705" cy="96048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4328758" y="4393594"/>
              <a:ext cx="206298" cy="78503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3151249" y="4916128"/>
              <a:ext cx="845506" cy="684799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765605" y="2745874"/>
              <a:ext cx="173751" cy="173751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742589" y="2179680"/>
              <a:ext cx="540646" cy="540646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111150" y="3334883"/>
              <a:ext cx="1007652" cy="225577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5091293" y="2675423"/>
              <a:ext cx="303279" cy="424648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5179146" y="2869048"/>
              <a:ext cx="102912" cy="111752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965477" y="3339616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5467837" y="3475970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938797" y="2667673"/>
              <a:ext cx="51444" cy="67526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314" y="4077072"/>
            <a:ext cx="5222342" cy="1102233"/>
            <a:chOff x="6768048" y="3882051"/>
            <a:chExt cx="5222342" cy="1102233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6453108" cy="9254873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6598" y="5136731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1818"/>
          <a:stretch/>
        </p:blipFill>
        <p:spPr>
          <a:xfrm>
            <a:off x="45945" y="3370103"/>
            <a:ext cx="3592516" cy="344619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66930" cy="1224702"/>
            <a:chOff x="870882" y="519237"/>
            <a:chExt cx="2266930" cy="122470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600" y="912942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5255150" cy="789154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8" y="3175385"/>
            <a:ext cx="4701761" cy="789154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948861" cy="789154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850335" cy="789154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10572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주제 및 선정 배경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 장비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재료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95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개발환경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활용방안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산출물의</a:t>
              </a:r>
              <a:b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)/</a:t>
              </a:r>
              <a:b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비즈니스 실무 활용성 제시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진행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훈련생 주도적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42745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멘토의 지원내역</a:t>
              </a: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442538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0" y="3519045"/>
              <a:ext cx="20307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49268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97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549777"/>
            <a:chOff x="7579407" y="4251550"/>
            <a:chExt cx="2713128" cy="549777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215881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346" y="4828596"/>
            <a:ext cx="2099654" cy="1557498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59728" y="3568254"/>
            <a:ext cx="219805" cy="201488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628594" y="5128843"/>
            <a:ext cx="191121" cy="20386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5008404" y="4284633"/>
            <a:ext cx="2167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프로젝트의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사전 기획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과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및 완료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과정으로 나누어서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제시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더 효과적으로 전달하는 방법 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수정하여 작성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기획 단계에서 도출된 주제와 아이디어를 기반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실제 프로젝트를 수행한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세부적인 기간과 활동 내용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318412"/>
              </p:ext>
            </p:extLst>
          </p:nvPr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사전 기획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09/23(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협약기업 데이터 협조</a:t>
                      </a: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모델링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최적화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4800"/>
          <a:stretch/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56768" cy="326913"/>
            <a:chOff x="4574111" y="3307757"/>
            <a:chExt cx="2456768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프로젝트 기획 및 주제 선정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99304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기획안 작성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326913"/>
            <a:chOff x="4574111" y="3841157"/>
            <a:chExt cx="2474845" cy="32691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326913"/>
              <a:chOff x="4665551" y="3307757"/>
              <a:chExt cx="2474845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3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필요 데이터  및 수집 절차 정의</a:t>
                </a:r>
                <a:endParaRPr lang="en-US" altLang="ko-KR" sz="1200" spc="-3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06923" cy="326913"/>
            <a:chOff x="7383738" y="3841157"/>
            <a:chExt cx="170692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06923" cy="326913"/>
              <a:chOff x="4665552" y="3307757"/>
              <a:chExt cx="170692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26831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데이터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데이터 정제 및 정규화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모형 구현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모바일 서비스 시스템 설계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845987" cy="326914"/>
            <a:chOff x="7383738" y="5427069"/>
            <a:chExt cx="1845987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845987" cy="326914"/>
              <a:chOff x="4665552" y="3307757"/>
              <a:chExt cx="1845987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4928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4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모바일 플랫폼 구현</a:t>
                </a:r>
                <a:endParaRPr lang="en-US" altLang="ko-KR" sz="1200" spc="-4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173"/>
            <a:ext cx="2207558" cy="2580827"/>
            <a:chOff x="0" y="4277173"/>
            <a:chExt cx="2207558" cy="2580827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916"/>
              <a:ext cx="2207558" cy="2214084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훈련생 발표 영상이 아닌 세부 기능 소개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화면 구동 및 기능 동작 여부 시연영상으로 제작한다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결과물에 대한 프로젝트 기획 의도와의 부합 정도 및 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완성도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훈련생의 자체적인 평가 의견과 느낀 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912406" y="2900049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사전 기획의 관점에서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결과물에 대한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결과물의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추후 개선점이나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보완할 점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747148" y="2900049"/>
              <a:ext cx="4622911" cy="397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또는 우리 팀이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잘한 부분과 아쉬운 점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7" y="3457087"/>
              <a:ext cx="28350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정확도 향상을 위해 모델 추후 개선 필요</a:t>
              </a:r>
              <a:endParaRPr lang="ko-KR" altLang="en-US" sz="1200" dirty="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583</Words>
  <Application>Microsoft Office PowerPoint</Application>
  <PresentationFormat>와이드스크린</PresentationFormat>
  <Paragraphs>123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맑은 고딕</vt:lpstr>
      <vt:lpstr>세방고딕 Bold</vt:lpstr>
      <vt:lpstr>세방고딕 OTF Regular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8</cp:revision>
  <dcterms:created xsi:type="dcterms:W3CDTF">2023-12-20T03:00:25Z</dcterms:created>
  <dcterms:modified xsi:type="dcterms:W3CDTF">2025-12-02T08:35:37Z</dcterms:modified>
</cp:coreProperties>
</file>