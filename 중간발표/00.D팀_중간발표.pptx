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295" r:id="rId6"/>
    <p:sldId id="336" r:id="rId7"/>
    <p:sldId id="340" r:id="rId8"/>
    <p:sldId id="337" r:id="rId9"/>
    <p:sldId id="338" r:id="rId10"/>
    <p:sldId id="339" r:id="rId11"/>
    <p:sldId id="334" r:id="rId12"/>
    <p:sldId id="335" r:id="rId13"/>
    <p:sldId id="30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474" y="96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24" Type="http://schemas.openxmlformats.org/officeDocument/2006/relationships/image" Target="../media/image38.pn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23" Type="http://schemas.openxmlformats.org/officeDocument/2006/relationships/image" Target="../media/image37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png"/><Relationship Id="rId18" Type="http://schemas.openxmlformats.org/officeDocument/2006/relationships/image" Target="../media/image54.svg"/><Relationship Id="rId3" Type="http://schemas.openxmlformats.org/officeDocument/2006/relationships/image" Target="../media/image41.png"/><Relationship Id="rId21" Type="http://schemas.openxmlformats.org/officeDocument/2006/relationships/image" Target="../media/image7.sv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17" Type="http://schemas.openxmlformats.org/officeDocument/2006/relationships/image" Target="../media/image53.png"/><Relationship Id="rId2" Type="http://schemas.openxmlformats.org/officeDocument/2006/relationships/image" Target="../media/image40.png"/><Relationship Id="rId16" Type="http://schemas.openxmlformats.org/officeDocument/2006/relationships/image" Target="../media/image2.sv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1.png"/><Relationship Id="rId10" Type="http://schemas.openxmlformats.org/officeDocument/2006/relationships/image" Target="../media/image48.svg"/><Relationship Id="rId19" Type="http://schemas.openxmlformats.org/officeDocument/2006/relationships/image" Target="../media/image5.pn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5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26" Type="http://schemas.openxmlformats.org/officeDocument/2006/relationships/image" Target="../media/image71.png"/><Relationship Id="rId3" Type="http://schemas.openxmlformats.org/officeDocument/2006/relationships/image" Target="../media/image56.svg"/><Relationship Id="rId21" Type="http://schemas.openxmlformats.org/officeDocument/2006/relationships/image" Target="../media/image7.sv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5" Type="http://schemas.openxmlformats.org/officeDocument/2006/relationships/image" Target="../media/image70.svg"/><Relationship Id="rId2" Type="http://schemas.openxmlformats.org/officeDocument/2006/relationships/image" Target="../media/image55.png"/><Relationship Id="rId16" Type="http://schemas.openxmlformats.org/officeDocument/2006/relationships/image" Target="../media/image66.svg"/><Relationship Id="rId20" Type="http://schemas.openxmlformats.org/officeDocument/2006/relationships/image" Target="../media/image6.png"/><Relationship Id="rId29" Type="http://schemas.openxmlformats.org/officeDocument/2006/relationships/image" Target="../media/image7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61.png"/><Relationship Id="rId24" Type="http://schemas.openxmlformats.org/officeDocument/2006/relationships/image" Target="../media/image69.png"/><Relationship Id="rId5" Type="http://schemas.openxmlformats.org/officeDocument/2006/relationships/image" Target="../media/image41.png"/><Relationship Id="rId15" Type="http://schemas.openxmlformats.org/officeDocument/2006/relationships/image" Target="../media/image65.png"/><Relationship Id="rId23" Type="http://schemas.openxmlformats.org/officeDocument/2006/relationships/image" Target="../media/image44.svg"/><Relationship Id="rId28" Type="http://schemas.openxmlformats.org/officeDocument/2006/relationships/image" Target="../media/image73.png"/><Relationship Id="rId10" Type="http://schemas.openxmlformats.org/officeDocument/2006/relationships/image" Target="../media/image60.svg"/><Relationship Id="rId19" Type="http://schemas.openxmlformats.org/officeDocument/2006/relationships/image" Target="../media/image5.png"/><Relationship Id="rId31" Type="http://schemas.openxmlformats.org/officeDocument/2006/relationships/image" Target="../media/image76.svg"/><Relationship Id="rId4" Type="http://schemas.openxmlformats.org/officeDocument/2006/relationships/image" Target="../media/image40.png"/><Relationship Id="rId9" Type="http://schemas.openxmlformats.org/officeDocument/2006/relationships/image" Target="../media/image59.png"/><Relationship Id="rId14" Type="http://schemas.openxmlformats.org/officeDocument/2006/relationships/image" Target="../media/image64.svg"/><Relationship Id="rId22" Type="http://schemas.openxmlformats.org/officeDocument/2006/relationships/image" Target="../media/image43.png"/><Relationship Id="rId27" Type="http://schemas.openxmlformats.org/officeDocument/2006/relationships/image" Target="../media/image72.svg"/><Relationship Id="rId30" Type="http://schemas.openxmlformats.org/officeDocument/2006/relationships/image" Target="../media/image7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81.svg"/><Relationship Id="rId3" Type="http://schemas.openxmlformats.org/officeDocument/2006/relationships/image" Target="../media/image56.svg"/><Relationship Id="rId7" Type="http://schemas.openxmlformats.org/officeDocument/2006/relationships/image" Target="../media/image79.svg"/><Relationship Id="rId12" Type="http://schemas.openxmlformats.org/officeDocument/2006/relationships/image" Target="../media/image80.png"/><Relationship Id="rId17" Type="http://schemas.openxmlformats.org/officeDocument/2006/relationships/image" Target="../media/image85.svg"/><Relationship Id="rId2" Type="http://schemas.openxmlformats.org/officeDocument/2006/relationships/image" Target="../media/image55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7.svg"/><Relationship Id="rId5" Type="http://schemas.openxmlformats.org/officeDocument/2006/relationships/image" Target="../media/image78.svg"/><Relationship Id="rId15" Type="http://schemas.openxmlformats.org/officeDocument/2006/relationships/image" Target="../media/image83.svg"/><Relationship Id="rId10" Type="http://schemas.openxmlformats.org/officeDocument/2006/relationships/image" Target="../media/image6.png"/><Relationship Id="rId4" Type="http://schemas.openxmlformats.org/officeDocument/2006/relationships/image" Target="../media/image77.png"/><Relationship Id="rId9" Type="http://schemas.openxmlformats.org/officeDocument/2006/relationships/image" Target="../media/image5.png"/><Relationship Id="rId14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7.svg"/><Relationship Id="rId5" Type="http://schemas.openxmlformats.org/officeDocument/2006/relationships/image" Target="../media/image87.svg"/><Relationship Id="rId10" Type="http://schemas.openxmlformats.org/officeDocument/2006/relationships/image" Target="../media/image6.png"/><Relationship Id="rId4" Type="http://schemas.openxmlformats.org/officeDocument/2006/relationships/image" Target="../media/image86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36.png"/><Relationship Id="rId18" Type="http://schemas.openxmlformats.org/officeDocument/2006/relationships/image" Target="../media/image6.png"/><Relationship Id="rId3" Type="http://schemas.openxmlformats.org/officeDocument/2006/relationships/image" Target="../media/image56.svg"/><Relationship Id="rId7" Type="http://schemas.openxmlformats.org/officeDocument/2006/relationships/image" Target="../media/image41.png"/><Relationship Id="rId12" Type="http://schemas.openxmlformats.org/officeDocument/2006/relationships/image" Target="../media/image92.svg"/><Relationship Id="rId17" Type="http://schemas.openxmlformats.org/officeDocument/2006/relationships/image" Target="../media/image5.png"/><Relationship Id="rId2" Type="http://schemas.openxmlformats.org/officeDocument/2006/relationships/image" Target="../media/image55.png"/><Relationship Id="rId16" Type="http://schemas.openxmlformats.org/officeDocument/2006/relationships/image" Target="../media/image9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91.png"/><Relationship Id="rId5" Type="http://schemas.openxmlformats.org/officeDocument/2006/relationships/image" Target="../media/image87.svg"/><Relationship Id="rId15" Type="http://schemas.openxmlformats.org/officeDocument/2006/relationships/image" Target="../media/image93.png"/><Relationship Id="rId10" Type="http://schemas.openxmlformats.org/officeDocument/2006/relationships/image" Target="../media/image90.svg"/><Relationship Id="rId19" Type="http://schemas.openxmlformats.org/officeDocument/2006/relationships/image" Target="../media/image7.svg"/><Relationship Id="rId4" Type="http://schemas.openxmlformats.org/officeDocument/2006/relationships/image" Target="../media/image86.png"/><Relationship Id="rId9" Type="http://schemas.openxmlformats.org/officeDocument/2006/relationships/image" Target="../media/image89.png"/><Relationship Id="rId14" Type="http://schemas.openxmlformats.org/officeDocument/2006/relationships/image" Target="../media/image3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7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7.svg"/><Relationship Id="rId3" Type="http://schemas.openxmlformats.org/officeDocument/2006/relationships/image" Target="../media/image56.svg"/><Relationship Id="rId7" Type="http://schemas.openxmlformats.org/officeDocument/2006/relationships/image" Target="../media/image98.svg"/><Relationship Id="rId12" Type="http://schemas.openxmlformats.org/officeDocument/2006/relationships/image" Target="../media/image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11" Type="http://schemas.openxmlformats.org/officeDocument/2006/relationships/image" Target="../media/image5.png"/><Relationship Id="rId5" Type="http://schemas.openxmlformats.org/officeDocument/2006/relationships/image" Target="../media/image96.svg"/><Relationship Id="rId10" Type="http://schemas.openxmlformats.org/officeDocument/2006/relationships/image" Target="../media/image100.svg"/><Relationship Id="rId4" Type="http://schemas.openxmlformats.org/officeDocument/2006/relationships/image" Target="../media/image95.png"/><Relationship Id="rId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213" y="1370504"/>
            <a:ext cx="5158567" cy="2655225"/>
            <a:chOff x="6747213" y="1370504"/>
            <a:chExt cx="5158567" cy="26552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9" y="1370504"/>
              <a:ext cx="262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5158567" cy="2215991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325" y="2615573"/>
            <a:ext cx="3935463" cy="4308106"/>
            <a:chOff x="1277325" y="2007854"/>
            <a:chExt cx="4490615" cy="4915825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399437" y="2007854"/>
              <a:ext cx="869869" cy="1517209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694275" y="2486388"/>
              <a:ext cx="409589" cy="11736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869326" y="2654289"/>
              <a:ext cx="346934" cy="509420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930252" y="2911762"/>
              <a:ext cx="227778" cy="106897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751239" y="2385236"/>
              <a:ext cx="130142" cy="200121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935483" y="2779644"/>
              <a:ext cx="332646" cy="131363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761149" y="2243807"/>
              <a:ext cx="964871" cy="1405376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5117025" y="2668734"/>
              <a:ext cx="297244" cy="452344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256178" y="3096686"/>
              <a:ext cx="1954614" cy="2421561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853820" y="2140666"/>
              <a:ext cx="1165484" cy="109106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256200" y="2450049"/>
              <a:ext cx="878287" cy="1024997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826690" y="2545507"/>
              <a:ext cx="192761" cy="10141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3069324" y="2705091"/>
              <a:ext cx="71309" cy="205147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391100" y="2698372"/>
              <a:ext cx="252379" cy="237052"/>
              <a:chOff x="2391100" y="2698372"/>
              <a:chExt cx="252379" cy="237052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391100" y="2698372"/>
                <a:ext cx="252379" cy="237052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426626" y="2720269"/>
                <a:ext cx="155504" cy="73160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757573" y="3251676"/>
              <a:ext cx="149229" cy="59314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961364" y="2868949"/>
              <a:ext cx="150128" cy="129424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325" y="3260996"/>
              <a:ext cx="4490615" cy="3662683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892804" y="3484975"/>
              <a:ext cx="1487705" cy="96048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4328758" y="4393594"/>
              <a:ext cx="206298" cy="78503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3151249" y="4916128"/>
              <a:ext cx="845506" cy="684799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765605" y="2745874"/>
              <a:ext cx="173751" cy="173751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742589" y="2179680"/>
              <a:ext cx="540646" cy="540646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111150" y="3334883"/>
              <a:ext cx="1007652" cy="225577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5091293" y="2675423"/>
              <a:ext cx="303279" cy="424648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5179146" y="2869048"/>
              <a:ext cx="102912" cy="111752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965477" y="3339616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5467837" y="3475970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938797" y="2667673"/>
              <a:ext cx="51444" cy="67526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314" y="4077072"/>
            <a:ext cx="5222342" cy="1102233"/>
            <a:chOff x="6768048" y="3882051"/>
            <a:chExt cx="5222342" cy="1102233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495436"/>
            <a:ext cx="16453108" cy="9254873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6598" y="5136731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1818"/>
          <a:stretch/>
        </p:blipFill>
        <p:spPr>
          <a:xfrm>
            <a:off x="45945" y="3370103"/>
            <a:ext cx="3592516" cy="344619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66930" cy="1224702"/>
            <a:chOff x="870882" y="519237"/>
            <a:chExt cx="2266930" cy="122470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600" y="912942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1880644"/>
            <a:ext cx="5255150" cy="789154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22806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8" y="2679950"/>
            <a:ext cx="4701761" cy="789154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핵심기능 및 서비스 흐름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479256"/>
            <a:ext cx="4948861" cy="789154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처리 과정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278562"/>
            <a:ext cx="3850335" cy="789154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7CED560-FCDB-4FB0-90A8-38C3DCBEFF88}"/>
              </a:ext>
            </a:extLst>
          </p:cNvPr>
          <p:cNvGrpSpPr/>
          <p:nvPr/>
        </p:nvGrpSpPr>
        <p:grpSpPr>
          <a:xfrm>
            <a:off x="6242109" y="5010475"/>
            <a:ext cx="3850335" cy="584775"/>
            <a:chOff x="6242109" y="4773997"/>
            <a:chExt cx="3256573" cy="43332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48FA5D6-9098-4628-A9CB-A1FD379FC72D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22806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향후 계획 및 기대효과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CF66D59-02DB-46C2-87FF-5034C24A918A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433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692662" y="3060042"/>
              <a:ext cx="1740575" cy="10572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주제 및 선정 배경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33597" cy="3803725"/>
            <a:chOff x="2784169" y="2373418"/>
            <a:chExt cx="213359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95459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위치요청과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4941296" y="2373418"/>
            <a:ext cx="2361961" cy="3803725"/>
            <a:chOff x="4951194" y="2373418"/>
            <a:chExt cx="2361961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 장비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재료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4951194" y="4453027"/>
              <a:ext cx="2361961" cy="1497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HTML, CSS, JS, Python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VScode, Spyder, MySQL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Flask, GitHub</a:t>
              </a: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기상청 기상관측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공공데이터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_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소상공인 상권정보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네이버 플레이스 리뷰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활용방안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887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검색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선택 등의 데이터를 수집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분석하여 연계 서비스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광고 추천 패턴 등 활용가능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495389" y="4447328"/>
            <a:ext cx="2122307" cy="88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사용자의 위치정보와 날씨정보를 활용해 은 음식점을 선정해 사용자의 선택 부담을 낮춘다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7339078" y="4453027"/>
            <a:ext cx="2122307" cy="1497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프론트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지도표시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위치요청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UI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백엔드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API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처리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추천엔진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API: Geolocation,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단기예보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카카오 맵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endParaRPr lang="ko-KR" altLang="en-US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DB: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카테고리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사용자 선택 히스토리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42745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</a:t>
              </a: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442538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0" y="3519045"/>
              <a:ext cx="20307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49268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97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549777"/>
            <a:chOff x="7579407" y="4251550"/>
            <a:chExt cx="2713128" cy="549777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215881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346" y="4828596"/>
            <a:ext cx="2099654" cy="1557498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59728" y="3568254"/>
            <a:ext cx="219805" cy="201488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628594" y="5128843"/>
            <a:ext cx="191121" cy="20386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5008404" y="4284633"/>
            <a:ext cx="2167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수행 절차 및 방법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제시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더 효과적으로 전달하는 방법 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수정하여 작성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기획 단계에서 도출된 주제와 아이디어를 기반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실제 프로젝트를 수행한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세부적인 기간과 활동 내용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865232"/>
              </p:ext>
            </p:extLst>
          </p:nvPr>
        </p:nvGraphicFramePr>
        <p:xfrm>
          <a:off x="524528" y="2832100"/>
          <a:ext cx="11218265" cy="3629919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사전 기획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11/26(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11/28(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12/1(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모델링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O/O(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최적화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12/19(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4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4800"/>
          <a:stretch/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56768" cy="326913"/>
            <a:chOff x="4574111" y="3307757"/>
            <a:chExt cx="2456768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프로젝트 기획 및 주제 선정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99304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기획안 작성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326913"/>
            <a:chOff x="4574111" y="3841157"/>
            <a:chExt cx="2474845" cy="32691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326913"/>
              <a:chOff x="4665551" y="3307757"/>
              <a:chExt cx="2474845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3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필요 데이터  및 수집 절차 정의</a:t>
                </a:r>
                <a:endParaRPr lang="en-US" altLang="ko-KR" sz="1200" spc="-3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06923" cy="326913"/>
            <a:chOff x="7383738" y="3841157"/>
            <a:chExt cx="170692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06923" cy="326913"/>
              <a:chOff x="4665552" y="3307757"/>
              <a:chExt cx="170692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26831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데이터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데이터 정제 및 정규화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모형 구현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모바일 서비스 시스템 설계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845987" cy="326914"/>
            <a:chOff x="7383738" y="5427069"/>
            <a:chExt cx="1845987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845987" cy="326914"/>
              <a:chOff x="4665552" y="3307757"/>
              <a:chExt cx="1845987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4928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4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모바일 플랫폼 구현</a:t>
                </a:r>
                <a:endParaRPr lang="en-US" altLang="ko-KR" sz="1200" spc="-4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CD9E89F2-4F68-4AB0-9218-C8C97D57C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875A498E-9C30-4671-B11F-3B155E32CF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7CEA8883-0F4B-4DB0-971A-94C46EEC90A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BEE6327-B0AC-4D03-A193-7743604709E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F0A513-9B14-497F-BC03-3210C5A2B34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0990B0-257D-4C18-9F11-EA1017E05205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733FF1-2B3D-42ED-8414-C6582C2949E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0325066-996C-4E95-9410-7CF4C96E5C2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5C09441-2A3E-4906-8BF0-E159DB95AF5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DEF61B-33A0-4FBC-B080-8A93B9656EA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8E093890-2EE3-4E78-BDBB-33A84EBE7473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46E9BBC-4C40-4632-A4FE-686FF7EB6F7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82664-69B5-427E-BA23-8C3524BA2CC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8906047-2341-4DF0-A889-BBFDB3E846F1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78650F1-F874-4A8C-8A3B-CBD9CA525372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F7C46A-41A9-400A-9348-4FF0956A6DBB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1CCE2A8-F46E-453B-8CD4-E4BAC3ECEED5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4D22397-E541-4ADC-8489-A3EAE7F25516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6A4D2C-BB03-4943-8E50-803F44FD7393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7CCE2CD3-2334-48D2-995A-80C071F8AE21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0615D-5100-4772-8157-9520B79D4B1A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endParaRPr lang="ko-KR" altLang="en-US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B9B0DB5-AA63-4838-951A-95EB53BEB930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775A5D0-58F7-4800-812F-36CC50101E75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1C45DC4-5BDD-444E-95DE-8BD0163A6869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F29CA161-4661-46A6-AC17-91EFBC91BFF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AED09D81-609A-4068-AF6D-10DE809740D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497D4-9643-4FA1-97C0-55937758E74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158385-BD94-4106-A03A-8FC5F872599B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73EF3B7-00BC-45A7-8D1E-49E43808A490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C7D6FB30-DAE0-4448-82DB-F095305242DF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040851-8072-4546-BA20-A58621A2F09D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49759865-28D2-416F-BCE0-234E540E751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2A263BE4-5238-4E9A-98CA-EDBC06668A84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4849B3-076F-40E8-ABE7-ED5EE16BA5A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892870-016D-4BED-93D4-E6BE403D8ECF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573BD6B-088C-4D75-A94A-E96E5F7DAAAC}"/>
              </a:ext>
            </a:extLst>
          </p:cNvPr>
          <p:cNvGrpSpPr/>
          <p:nvPr/>
        </p:nvGrpSpPr>
        <p:grpSpPr>
          <a:xfrm>
            <a:off x="2638615" y="819535"/>
            <a:ext cx="9095030" cy="2577642"/>
            <a:chOff x="2665127" y="819535"/>
            <a:chExt cx="9095030" cy="2577642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F5D3617C-CDE1-4475-BFA4-81CD6966330C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7C69F9-3903-41FF-935B-BD39ADAC4782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41C435-76F0-4587-849F-64DBFBEA123D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D165DD2-C280-4CAB-9083-DE27C95A8D32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3" name="육각형 42">
                <a:extLst>
                  <a:ext uri="{FF2B5EF4-FFF2-40B4-BE49-F238E27FC236}">
                    <a16:creationId xmlns:a16="http://schemas.microsoft.com/office/drawing/2014/main" id="{4AAF455A-5FDB-4B49-AC8B-69514DE07B9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FB7367E4-7A83-473C-905D-1A9F8B974DB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688622-2D4C-4A21-A069-F769EAA6B6D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EBD41A-4551-419D-80EF-BBDA0E6D06F2}"/>
                </a:ext>
              </a:extLst>
            </p:cNvPr>
            <p:cNvSpPr/>
            <p:nvPr/>
          </p:nvSpPr>
          <p:spPr>
            <a:xfrm>
              <a:off x="9981283" y="819535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67AE788-5C53-4F09-8B77-53DB07B4CBDE}"/>
              </a:ext>
            </a:extLst>
          </p:cNvPr>
          <p:cNvGrpSpPr/>
          <p:nvPr/>
        </p:nvGrpSpPr>
        <p:grpSpPr>
          <a:xfrm>
            <a:off x="2638615" y="846667"/>
            <a:ext cx="9095030" cy="5361276"/>
            <a:chOff x="2665127" y="846667"/>
            <a:chExt cx="9095030" cy="5361276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329104FD-80CD-4ED1-871C-8724D4EE98B8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424D613-5321-4233-845A-DEB6A0964A72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2" name="육각형 51">
                <a:extLst>
                  <a:ext uri="{FF2B5EF4-FFF2-40B4-BE49-F238E27FC236}">
                    <a16:creationId xmlns:a16="http://schemas.microsoft.com/office/drawing/2014/main" id="{B4BBF74B-8704-4C82-9338-0B548B62D3D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C7C3C972-FF43-4006-852F-CA35EBC06B5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5B7C623-5C7E-4B0C-9FAB-99B615DFC72C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491895-4974-4993-B45C-81EA4642AE14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9D0B6BA-1DC8-4D91-A7F8-6499B0C5BCCE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4B0B85E-7F25-4F67-A8AD-17AFA60E0671}"/>
                </a:ext>
              </a:extLst>
            </p:cNvPr>
            <p:cNvSpPr/>
            <p:nvPr/>
          </p:nvSpPr>
          <p:spPr>
            <a:xfrm>
              <a:off x="8735376" y="846667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86D0B2E5-E636-4944-9183-4C06F26BD6B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12623BA6-AEED-49E4-B917-E8AD7765671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2" name="_x278651016" descr="EMB0000378c3f3d">
              <a:extLst>
                <a:ext uri="{FF2B5EF4-FFF2-40B4-BE49-F238E27FC236}">
                  <a16:creationId xmlns:a16="http://schemas.microsoft.com/office/drawing/2014/main" id="{8B8AEA81-A975-47FB-AD8F-6A3DAF09A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그래픽 23">
              <a:extLst>
                <a:ext uri="{FF2B5EF4-FFF2-40B4-BE49-F238E27FC236}">
                  <a16:creationId xmlns:a16="http://schemas.microsoft.com/office/drawing/2014/main" id="{ED158CE9-27B6-4598-9494-007AD5AB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74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CD9E89F2-4F68-4AB0-9218-C8C97D57C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875A498E-9C30-4671-B11F-3B155E32CF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4" name="사각형: 둥근 한쪽 모서리 3">
            <a:extLst>
              <a:ext uri="{FF2B5EF4-FFF2-40B4-BE49-F238E27FC236}">
                <a16:creationId xmlns:a16="http://schemas.microsoft.com/office/drawing/2014/main" id="{7CEA8883-0F4B-4DB0-971A-94C46EEC90A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BEE6327-B0AC-4D03-A193-7743604709E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F0A513-9B14-497F-BC03-3210C5A2B34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0990B0-257D-4C18-9F11-EA1017E05205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733FF1-2B3D-42ED-8414-C6582C2949E1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0325066-996C-4E95-9410-7CF4C96E5C2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5C09441-2A3E-4906-8BF0-E159DB95AF5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DEF61B-33A0-4FBC-B080-8A93B9656EA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" name="그래픽 43">
              <a:extLst>
                <a:ext uri="{FF2B5EF4-FFF2-40B4-BE49-F238E27FC236}">
                  <a16:creationId xmlns:a16="http://schemas.microsoft.com/office/drawing/2014/main" id="{8E093890-2EE3-4E78-BDBB-33A84EBE7473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46E9BBC-4C40-4632-A4FE-686FF7EB6F7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82664-69B5-427E-BA23-8C3524BA2CC7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8906047-2341-4DF0-A889-BBFDB3E846F1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78650F1-F874-4A8C-8A3B-CBD9CA525372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F7C46A-41A9-400A-9348-4FF0956A6DBB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1CCE2A8-F46E-453B-8CD4-E4BAC3ECEED5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D4D22397-E541-4ADC-8489-A3EAE7F25516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6A4D2C-BB03-4943-8E50-803F44FD7393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7CCE2CD3-2334-48D2-995A-80C071F8AE21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0615D-5100-4772-8157-9520B79D4B1A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endParaRPr lang="ko-KR" altLang="en-US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B9B0DB5-AA63-4838-951A-95EB53BEB930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775A5D0-58F7-4800-812F-36CC50101E75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1C45DC4-5BDD-444E-95DE-8BD0163A6869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27" name="육각형 26">
                <a:extLst>
                  <a:ext uri="{FF2B5EF4-FFF2-40B4-BE49-F238E27FC236}">
                    <a16:creationId xmlns:a16="http://schemas.microsoft.com/office/drawing/2014/main" id="{F29CA161-4661-46A6-AC17-91EFBC91BFF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AED09D81-609A-4068-AF6D-10DE809740D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A497D4-9643-4FA1-97C0-55937758E74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158385-BD94-4106-A03A-8FC5F872599B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73EF3B7-00BC-45A7-8D1E-49E43808A490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C7D6FB30-DAE0-4448-82DB-F095305242DF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040851-8072-4546-BA20-A58621A2F09D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34" name="육각형 33">
                <a:extLst>
                  <a:ext uri="{FF2B5EF4-FFF2-40B4-BE49-F238E27FC236}">
                    <a16:creationId xmlns:a16="http://schemas.microsoft.com/office/drawing/2014/main" id="{49759865-28D2-416F-BCE0-234E540E751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2A263BE4-5238-4E9A-98CA-EDBC06668A84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64849B3-076F-40E8-ABE7-ED5EE16BA5A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892870-016D-4BED-93D4-E6BE403D8ECF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573BD6B-088C-4D75-A94A-E96E5F7DAAAC}"/>
              </a:ext>
            </a:extLst>
          </p:cNvPr>
          <p:cNvGrpSpPr/>
          <p:nvPr/>
        </p:nvGrpSpPr>
        <p:grpSpPr>
          <a:xfrm>
            <a:off x="2638615" y="819535"/>
            <a:ext cx="9095030" cy="2577642"/>
            <a:chOff x="2665127" y="819535"/>
            <a:chExt cx="9095030" cy="2577642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F5D3617C-CDE1-4475-BFA4-81CD6966330C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7C69F9-3903-41FF-935B-BD39ADAC4782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41C435-76F0-4587-849F-64DBFBEA123D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D165DD2-C280-4CAB-9083-DE27C95A8D32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3" name="육각형 42">
                <a:extLst>
                  <a:ext uri="{FF2B5EF4-FFF2-40B4-BE49-F238E27FC236}">
                    <a16:creationId xmlns:a16="http://schemas.microsoft.com/office/drawing/2014/main" id="{4AAF455A-5FDB-4B49-AC8B-69514DE07B9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FB7367E4-7A83-473C-905D-1A9F8B974DB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688622-2D4C-4A21-A069-F769EAA6B6D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EBD41A-4551-419D-80EF-BBDA0E6D06F2}"/>
                </a:ext>
              </a:extLst>
            </p:cNvPr>
            <p:cNvSpPr/>
            <p:nvPr/>
          </p:nvSpPr>
          <p:spPr>
            <a:xfrm>
              <a:off x="9981283" y="819535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67AE788-5C53-4F09-8B77-53DB07B4CBDE}"/>
              </a:ext>
            </a:extLst>
          </p:cNvPr>
          <p:cNvGrpSpPr/>
          <p:nvPr/>
        </p:nvGrpSpPr>
        <p:grpSpPr>
          <a:xfrm>
            <a:off x="2638615" y="846667"/>
            <a:ext cx="9095030" cy="5361276"/>
            <a:chOff x="2665127" y="846667"/>
            <a:chExt cx="9095030" cy="5361276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329104FD-80CD-4ED1-871C-8724D4EE98B8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8424D613-5321-4233-845A-DEB6A0964A72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2" name="육각형 51">
                <a:extLst>
                  <a:ext uri="{FF2B5EF4-FFF2-40B4-BE49-F238E27FC236}">
                    <a16:creationId xmlns:a16="http://schemas.microsoft.com/office/drawing/2014/main" id="{B4BBF74B-8704-4C82-9338-0B548B62D3D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3" name="자유형: 도형 52">
                <a:extLst>
                  <a:ext uri="{FF2B5EF4-FFF2-40B4-BE49-F238E27FC236}">
                    <a16:creationId xmlns:a16="http://schemas.microsoft.com/office/drawing/2014/main" id="{C7C3C972-FF43-4006-852F-CA35EBC06B5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5B7C623-5C7E-4B0C-9FAB-99B615DFC72C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491895-4974-4993-B45C-81EA4642AE14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9D0B6BA-1DC8-4D91-A7F8-6499B0C5BCCE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4B0B85E-7F25-4F67-A8AD-17AFA60E0671}"/>
                </a:ext>
              </a:extLst>
            </p:cNvPr>
            <p:cNvSpPr/>
            <p:nvPr/>
          </p:nvSpPr>
          <p:spPr>
            <a:xfrm>
              <a:off x="8735376" y="846667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55" name="그래픽 54">
            <a:extLst>
              <a:ext uri="{FF2B5EF4-FFF2-40B4-BE49-F238E27FC236}">
                <a16:creationId xmlns:a16="http://schemas.microsoft.com/office/drawing/2014/main" id="{86D0B2E5-E636-4944-9183-4C06F26BD6B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12623BA6-AEED-49E4-B917-E8AD77656716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2" name="_x278651016" descr="EMB0000378c3f3d">
              <a:extLst>
                <a:ext uri="{FF2B5EF4-FFF2-40B4-BE49-F238E27FC236}">
                  <a16:creationId xmlns:a16="http://schemas.microsoft.com/office/drawing/2014/main" id="{8B8AEA81-A975-47FB-AD8F-6A3DAF09A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그래픽 23">
              <a:extLst>
                <a:ext uri="{FF2B5EF4-FFF2-40B4-BE49-F238E27FC236}">
                  <a16:creationId xmlns:a16="http://schemas.microsoft.com/office/drawing/2014/main" id="{ED158CE9-27B6-4598-9494-007AD5AB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19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30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694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67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결과물이 도출된 과정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세부적으로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이어지는 예시는 하나의 사례로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095030" cy="673099"/>
            <a:chOff x="2665127" y="3661000"/>
            <a:chExt cx="9095030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20" y="3839506"/>
              <a:ext cx="81766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과정이 잘 드러날 수 있도록 가공 과정부터 활용까지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단계별로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과정에서의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피드백 내용과 그것을 적용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 등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 포함되도록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결과를 서술하는 과정에서는 활용된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 및 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등을 상세히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예시</a:t>
              </a:r>
              <a:endParaRPr lang="ko-KR" altLang="en-US" sz="12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결과물을 잘 드러낼 수 있는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자료를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0" y="4277173"/>
            <a:ext cx="2207558" cy="2580827"/>
            <a:chOff x="0" y="4277173"/>
            <a:chExt cx="2207558" cy="2580827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2576C25F-1621-30A2-B5DC-DFB624D7A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9322" b="12503"/>
            <a:stretch/>
          </p:blipFill>
          <p:spPr>
            <a:xfrm flipH="1">
              <a:off x="0" y="4643916"/>
              <a:ext cx="2207558" cy="2214084"/>
            </a:xfrm>
            <a:prstGeom prst="rect">
              <a:avLst/>
            </a:prstGeom>
          </p:spPr>
        </p:pic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시연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D919C341-0475-47A3-A32D-20168295F5F6}"/>
              </a:ext>
            </a:extLst>
          </p:cNvPr>
          <p:cNvSpPr/>
          <p:nvPr/>
        </p:nvSpPr>
        <p:spPr>
          <a:xfrm>
            <a:off x="473892" y="2150430"/>
            <a:ext cx="11244216" cy="4263070"/>
          </a:xfrm>
          <a:custGeom>
            <a:avLst/>
            <a:gdLst>
              <a:gd name="connsiteX0" fmla="*/ 0 w 7434265"/>
              <a:gd name="connsiteY0" fmla="*/ 0 h 4167182"/>
              <a:gd name="connsiteX1" fmla="*/ 7434265 w 7434265"/>
              <a:gd name="connsiteY1" fmla="*/ 0 h 4167182"/>
              <a:gd name="connsiteX2" fmla="*/ 7434265 w 7434265"/>
              <a:gd name="connsiteY2" fmla="*/ 4167182 h 4167182"/>
              <a:gd name="connsiteX3" fmla="*/ 0 w 7434265"/>
              <a:gd name="connsiteY3" fmla="*/ 4167182 h 4167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34265" h="4167182">
                <a:moveTo>
                  <a:pt x="0" y="0"/>
                </a:moveTo>
                <a:lnTo>
                  <a:pt x="7434265" y="0"/>
                </a:lnTo>
                <a:lnTo>
                  <a:pt x="7434265" y="4167182"/>
                </a:lnTo>
                <a:lnTo>
                  <a:pt x="0" y="4167182"/>
                </a:lnTo>
                <a:close/>
              </a:path>
            </a:pathLst>
          </a:custGeom>
          <a:solidFill>
            <a:srgbClr val="2C3E50"/>
          </a:solidFill>
          <a:ln w="153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결과물에 대한 프로젝트 기획 의도와의 부합 정도 및 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완성도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훈련생의 자체적인 평가 의견과 느낀 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912406" y="2900049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사전 기획의 관점에서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결과물에 대한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결과물의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추후 개선점이나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보완할 점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747148" y="2900049"/>
              <a:ext cx="4622911" cy="397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또는 우리 팀이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잘한 부분과 아쉬운 점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7" y="3457087"/>
              <a:ext cx="28350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정확도 향상을 위해 모델 추후 개선 필요</a:t>
              </a:r>
              <a:endParaRPr lang="ko-KR" altLang="en-US" sz="1200" dirty="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816</Words>
  <Application>Microsoft Office PowerPoint</Application>
  <PresentationFormat>와이드스크린</PresentationFormat>
  <Paragraphs>171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세방고딕 Bold</vt:lpstr>
      <vt:lpstr>세방고딕 OTF Regular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20</cp:revision>
  <dcterms:created xsi:type="dcterms:W3CDTF">2023-12-20T03:00:25Z</dcterms:created>
  <dcterms:modified xsi:type="dcterms:W3CDTF">2025-12-04T08:14:25Z</dcterms:modified>
</cp:coreProperties>
</file>