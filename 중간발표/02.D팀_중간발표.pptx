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sldIdLst>
    <p:sldId id="289" r:id="rId2"/>
    <p:sldId id="291" r:id="rId3"/>
    <p:sldId id="294" r:id="rId4"/>
    <p:sldId id="333" r:id="rId5"/>
    <p:sldId id="295" r:id="rId6"/>
    <p:sldId id="360" r:id="rId7"/>
    <p:sldId id="368" r:id="rId8"/>
    <p:sldId id="344" r:id="rId9"/>
    <p:sldId id="350" r:id="rId10"/>
    <p:sldId id="340" r:id="rId11"/>
    <p:sldId id="351" r:id="rId12"/>
    <p:sldId id="341" r:id="rId13"/>
    <p:sldId id="342" r:id="rId14"/>
    <p:sldId id="354" r:id="rId15"/>
    <p:sldId id="355" r:id="rId16"/>
    <p:sldId id="361" r:id="rId17"/>
    <p:sldId id="348" r:id="rId18"/>
    <p:sldId id="345" r:id="rId19"/>
    <p:sldId id="347" r:id="rId20"/>
    <p:sldId id="366" r:id="rId21"/>
    <p:sldId id="346" r:id="rId22"/>
    <p:sldId id="367" r:id="rId23"/>
    <p:sldId id="369" r:id="rId24"/>
    <p:sldId id="370" r:id="rId25"/>
    <p:sldId id="371" r:id="rId26"/>
    <p:sldId id="363" r:id="rId27"/>
    <p:sldId id="334" r:id="rId28"/>
    <p:sldId id="335" r:id="rId29"/>
    <p:sldId id="303" r:id="rId30"/>
    <p:sldId id="359" r:id="rId31"/>
    <p:sldId id="365" r:id="rId32"/>
    <p:sldId id="364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69" userDrawn="1">
          <p15:clr>
            <a:srgbClr val="A4A3A4"/>
          </p15:clr>
        </p15:guide>
        <p15:guide id="2" pos="324" userDrawn="1">
          <p15:clr>
            <a:srgbClr val="A4A3A4"/>
          </p15:clr>
        </p15:guide>
        <p15:guide id="3" pos="7400" userDrawn="1">
          <p15:clr>
            <a:srgbClr val="A4A3A4"/>
          </p15:clr>
        </p15:guide>
        <p15:guide id="4" pos="3839" userDrawn="1">
          <p15:clr>
            <a:srgbClr val="A4A3A4"/>
          </p15:clr>
        </p15:guide>
        <p15:guide id="5" orient="horz" pos="40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50" autoAdjust="0"/>
    <p:restoredTop sz="96344" autoAdjust="0"/>
  </p:normalViewPr>
  <p:slideViewPr>
    <p:cSldViewPr snapToObjects="1">
      <p:cViewPr>
        <p:scale>
          <a:sx n="125" d="100"/>
          <a:sy n="125" d="100"/>
        </p:scale>
        <p:origin x="90" y="-150"/>
      </p:cViewPr>
      <p:guideLst>
        <p:guide orient="horz" pos="1569"/>
        <p:guide pos="324"/>
        <p:guide pos="7400"/>
        <p:guide pos="3839"/>
        <p:guide orient="horz" pos="401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svg"/><Relationship Id="rId18" Type="http://schemas.openxmlformats.org/officeDocument/2006/relationships/image" Target="../media/image34.png"/><Relationship Id="rId3" Type="http://schemas.openxmlformats.org/officeDocument/2006/relationships/image" Target="../media/image19.svg"/><Relationship Id="rId21" Type="http://schemas.openxmlformats.org/officeDocument/2006/relationships/image" Target="../media/image37.svg"/><Relationship Id="rId7" Type="http://schemas.openxmlformats.org/officeDocument/2006/relationships/image" Target="../media/image23.svg"/><Relationship Id="rId12" Type="http://schemas.openxmlformats.org/officeDocument/2006/relationships/image" Target="../media/image28.png"/><Relationship Id="rId17" Type="http://schemas.openxmlformats.org/officeDocument/2006/relationships/image" Target="../media/image33.sv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5" Type="http://schemas.openxmlformats.org/officeDocument/2006/relationships/image" Target="../media/image31.svg"/><Relationship Id="rId23" Type="http://schemas.openxmlformats.org/officeDocument/2006/relationships/image" Target="../media/image39.svg"/><Relationship Id="rId10" Type="http://schemas.openxmlformats.org/officeDocument/2006/relationships/image" Target="../media/image26.png"/><Relationship Id="rId19" Type="http://schemas.openxmlformats.org/officeDocument/2006/relationships/image" Target="../media/image35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Relationship Id="rId14" Type="http://schemas.openxmlformats.org/officeDocument/2006/relationships/image" Target="../media/image30.png"/><Relationship Id="rId22" Type="http://schemas.openxmlformats.org/officeDocument/2006/relationships/image" Target="../media/image3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13" Type="http://schemas.openxmlformats.org/officeDocument/2006/relationships/image" Target="../media/image51.png"/><Relationship Id="rId18" Type="http://schemas.openxmlformats.org/officeDocument/2006/relationships/image" Target="../media/image54.svg"/><Relationship Id="rId3" Type="http://schemas.openxmlformats.org/officeDocument/2006/relationships/image" Target="../media/image41.png"/><Relationship Id="rId21" Type="http://schemas.openxmlformats.org/officeDocument/2006/relationships/image" Target="../media/image7.svg"/><Relationship Id="rId7" Type="http://schemas.openxmlformats.org/officeDocument/2006/relationships/image" Target="../media/image45.png"/><Relationship Id="rId12" Type="http://schemas.openxmlformats.org/officeDocument/2006/relationships/image" Target="../media/image50.svg"/><Relationship Id="rId17" Type="http://schemas.openxmlformats.org/officeDocument/2006/relationships/image" Target="../media/image53.png"/><Relationship Id="rId2" Type="http://schemas.openxmlformats.org/officeDocument/2006/relationships/image" Target="../media/image40.png"/><Relationship Id="rId16" Type="http://schemas.openxmlformats.org/officeDocument/2006/relationships/image" Target="../media/image2.sv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1.png"/><Relationship Id="rId10" Type="http://schemas.openxmlformats.org/officeDocument/2006/relationships/image" Target="../media/image48.svg"/><Relationship Id="rId19" Type="http://schemas.openxmlformats.org/officeDocument/2006/relationships/image" Target="../media/image55.png"/><Relationship Id="rId4" Type="http://schemas.openxmlformats.org/officeDocument/2006/relationships/image" Target="../media/image42.svg"/><Relationship Id="rId9" Type="http://schemas.openxmlformats.org/officeDocument/2006/relationships/image" Target="../media/image47.png"/><Relationship Id="rId14" Type="http://schemas.openxmlformats.org/officeDocument/2006/relationships/image" Target="../media/image5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13" Type="http://schemas.openxmlformats.org/officeDocument/2006/relationships/image" Target="../media/image64.png"/><Relationship Id="rId18" Type="http://schemas.openxmlformats.org/officeDocument/2006/relationships/image" Target="../media/image69.svg"/><Relationship Id="rId26" Type="http://schemas.openxmlformats.org/officeDocument/2006/relationships/image" Target="../media/image72.png"/><Relationship Id="rId3" Type="http://schemas.openxmlformats.org/officeDocument/2006/relationships/image" Target="../media/image57.svg"/><Relationship Id="rId21" Type="http://schemas.openxmlformats.org/officeDocument/2006/relationships/image" Target="../media/image7.svg"/><Relationship Id="rId7" Type="http://schemas.openxmlformats.org/officeDocument/2006/relationships/image" Target="../media/image58.png"/><Relationship Id="rId12" Type="http://schemas.openxmlformats.org/officeDocument/2006/relationships/image" Target="../media/image63.svg"/><Relationship Id="rId17" Type="http://schemas.openxmlformats.org/officeDocument/2006/relationships/image" Target="../media/image68.png"/><Relationship Id="rId25" Type="http://schemas.openxmlformats.org/officeDocument/2006/relationships/image" Target="../media/image71.svg"/><Relationship Id="rId2" Type="http://schemas.openxmlformats.org/officeDocument/2006/relationships/image" Target="../media/image56.png"/><Relationship Id="rId16" Type="http://schemas.openxmlformats.org/officeDocument/2006/relationships/image" Target="../media/image67.svg"/><Relationship Id="rId20" Type="http://schemas.openxmlformats.org/officeDocument/2006/relationships/image" Target="../media/image6.png"/><Relationship Id="rId29" Type="http://schemas.openxmlformats.org/officeDocument/2006/relationships/image" Target="../media/image7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svg"/><Relationship Id="rId11" Type="http://schemas.openxmlformats.org/officeDocument/2006/relationships/image" Target="../media/image62.png"/><Relationship Id="rId24" Type="http://schemas.openxmlformats.org/officeDocument/2006/relationships/image" Target="../media/image70.png"/><Relationship Id="rId5" Type="http://schemas.openxmlformats.org/officeDocument/2006/relationships/image" Target="../media/image41.png"/><Relationship Id="rId15" Type="http://schemas.openxmlformats.org/officeDocument/2006/relationships/image" Target="../media/image66.png"/><Relationship Id="rId23" Type="http://schemas.openxmlformats.org/officeDocument/2006/relationships/image" Target="../media/image44.svg"/><Relationship Id="rId28" Type="http://schemas.openxmlformats.org/officeDocument/2006/relationships/image" Target="../media/image74.png"/><Relationship Id="rId10" Type="http://schemas.openxmlformats.org/officeDocument/2006/relationships/image" Target="../media/image61.svg"/><Relationship Id="rId19" Type="http://schemas.openxmlformats.org/officeDocument/2006/relationships/image" Target="../media/image55.png"/><Relationship Id="rId31" Type="http://schemas.openxmlformats.org/officeDocument/2006/relationships/image" Target="../media/image77.svg"/><Relationship Id="rId4" Type="http://schemas.openxmlformats.org/officeDocument/2006/relationships/image" Target="../media/image40.png"/><Relationship Id="rId9" Type="http://schemas.openxmlformats.org/officeDocument/2006/relationships/image" Target="../media/image60.png"/><Relationship Id="rId14" Type="http://schemas.openxmlformats.org/officeDocument/2006/relationships/image" Target="../media/image65.svg"/><Relationship Id="rId22" Type="http://schemas.openxmlformats.org/officeDocument/2006/relationships/image" Target="../media/image43.png"/><Relationship Id="rId27" Type="http://schemas.openxmlformats.org/officeDocument/2006/relationships/image" Target="../media/image73.svg"/><Relationship Id="rId30" Type="http://schemas.openxmlformats.org/officeDocument/2006/relationships/image" Target="../media/image7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83.png"/><Relationship Id="rId3" Type="http://schemas.openxmlformats.org/officeDocument/2006/relationships/image" Target="../media/image57.svg"/><Relationship Id="rId7" Type="http://schemas.openxmlformats.org/officeDocument/2006/relationships/image" Target="../media/image40.png"/><Relationship Id="rId12" Type="http://schemas.openxmlformats.org/officeDocument/2006/relationships/image" Target="../media/image82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0.png"/><Relationship Id="rId11" Type="http://schemas.openxmlformats.org/officeDocument/2006/relationships/image" Target="../media/image81.png"/><Relationship Id="rId5" Type="http://schemas.openxmlformats.org/officeDocument/2006/relationships/image" Target="../media/image79.svg"/><Relationship Id="rId15" Type="http://schemas.openxmlformats.org/officeDocument/2006/relationships/image" Target="../media/image85.png"/><Relationship Id="rId10" Type="http://schemas.openxmlformats.org/officeDocument/2006/relationships/image" Target="../media/image7.svg"/><Relationship Id="rId4" Type="http://schemas.openxmlformats.org/officeDocument/2006/relationships/image" Target="../media/image78.png"/><Relationship Id="rId9" Type="http://schemas.openxmlformats.org/officeDocument/2006/relationships/image" Target="../media/image6.png"/><Relationship Id="rId14" Type="http://schemas.openxmlformats.org/officeDocument/2006/relationships/image" Target="../media/image84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6.png"/><Relationship Id="rId7" Type="http://schemas.openxmlformats.org/officeDocument/2006/relationships/image" Target="../media/image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87.png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6.png"/><Relationship Id="rId7" Type="http://schemas.openxmlformats.org/officeDocument/2006/relationships/image" Target="../media/image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87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6.png"/><Relationship Id="rId7" Type="http://schemas.openxmlformats.org/officeDocument/2006/relationships/image" Target="../media/image5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7.png"/><Relationship Id="rId5" Type="http://schemas.openxmlformats.org/officeDocument/2006/relationships/image" Target="../media/image40.png"/><Relationship Id="rId4" Type="http://schemas.openxmlformats.org/officeDocument/2006/relationships/image" Target="../media/image9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3" Type="http://schemas.openxmlformats.org/officeDocument/2006/relationships/image" Target="../media/image57.svg"/><Relationship Id="rId7" Type="http://schemas.openxmlformats.org/officeDocument/2006/relationships/image" Target="../media/image41.png"/><Relationship Id="rId12" Type="http://schemas.openxmlformats.org/officeDocument/2006/relationships/image" Target="../media/image9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7.svg"/><Relationship Id="rId5" Type="http://schemas.openxmlformats.org/officeDocument/2006/relationships/image" Target="../media/image92.svg"/><Relationship Id="rId10" Type="http://schemas.openxmlformats.org/officeDocument/2006/relationships/image" Target="../media/image6.png"/><Relationship Id="rId4" Type="http://schemas.openxmlformats.org/officeDocument/2006/relationships/image" Target="../media/image91.png"/><Relationship Id="rId9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6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87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3" Type="http://schemas.openxmlformats.org/officeDocument/2006/relationships/image" Target="../media/image57.svg"/><Relationship Id="rId7" Type="http://schemas.openxmlformats.org/officeDocument/2006/relationships/image" Target="../media/image41.png"/><Relationship Id="rId12" Type="http://schemas.openxmlformats.org/officeDocument/2006/relationships/image" Target="../media/image9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7.svg"/><Relationship Id="rId5" Type="http://schemas.openxmlformats.org/officeDocument/2006/relationships/image" Target="../media/image92.svg"/><Relationship Id="rId10" Type="http://schemas.openxmlformats.org/officeDocument/2006/relationships/image" Target="../media/image6.png"/><Relationship Id="rId4" Type="http://schemas.openxmlformats.org/officeDocument/2006/relationships/image" Target="../media/image91.png"/><Relationship Id="rId9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3" Type="http://schemas.openxmlformats.org/officeDocument/2006/relationships/image" Target="../media/image57.svg"/><Relationship Id="rId7" Type="http://schemas.openxmlformats.org/officeDocument/2006/relationships/image" Target="../media/image41.png"/><Relationship Id="rId12" Type="http://schemas.openxmlformats.org/officeDocument/2006/relationships/image" Target="../media/image9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7.svg"/><Relationship Id="rId5" Type="http://schemas.openxmlformats.org/officeDocument/2006/relationships/image" Target="../media/image92.svg"/><Relationship Id="rId10" Type="http://schemas.openxmlformats.org/officeDocument/2006/relationships/image" Target="../media/image6.png"/><Relationship Id="rId4" Type="http://schemas.openxmlformats.org/officeDocument/2006/relationships/image" Target="../media/image91.png"/><Relationship Id="rId9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9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8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98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8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86.png"/><Relationship Id="rId7" Type="http://schemas.openxmlformats.org/officeDocument/2006/relationships/image" Target="../media/image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87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86.png"/><Relationship Id="rId7" Type="http://schemas.openxmlformats.org/officeDocument/2006/relationships/image" Target="../media/image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87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86.png"/><Relationship Id="rId7" Type="http://schemas.openxmlformats.org/officeDocument/2006/relationships/image" Target="../media/image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87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86.png"/><Relationship Id="rId7" Type="http://schemas.openxmlformats.org/officeDocument/2006/relationships/image" Target="../media/image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87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86.png"/><Relationship Id="rId7" Type="http://schemas.openxmlformats.org/officeDocument/2006/relationships/image" Target="../media/image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87.png"/><Relationship Id="rId4" Type="http://schemas.openxmlformats.org/officeDocument/2006/relationships/image" Target="../media/image40.png"/><Relationship Id="rId9" Type="http://schemas.openxmlformats.org/officeDocument/2006/relationships/image" Target="../media/image10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86.png"/><Relationship Id="rId7" Type="http://schemas.openxmlformats.org/officeDocument/2006/relationships/image" Target="../media/image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87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86.png"/><Relationship Id="rId7" Type="http://schemas.openxmlformats.org/officeDocument/2006/relationships/image" Target="../media/image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87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86.png"/><Relationship Id="rId7" Type="http://schemas.openxmlformats.org/officeDocument/2006/relationships/image" Target="../media/image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87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13" Type="http://schemas.openxmlformats.org/officeDocument/2006/relationships/image" Target="../media/image36.png"/><Relationship Id="rId18" Type="http://schemas.openxmlformats.org/officeDocument/2006/relationships/image" Target="../media/image6.png"/><Relationship Id="rId3" Type="http://schemas.openxmlformats.org/officeDocument/2006/relationships/image" Target="../media/image57.svg"/><Relationship Id="rId7" Type="http://schemas.openxmlformats.org/officeDocument/2006/relationships/image" Target="../media/image41.png"/><Relationship Id="rId12" Type="http://schemas.openxmlformats.org/officeDocument/2006/relationships/image" Target="../media/image111.svg"/><Relationship Id="rId17" Type="http://schemas.openxmlformats.org/officeDocument/2006/relationships/image" Target="../media/image55.png"/><Relationship Id="rId2" Type="http://schemas.openxmlformats.org/officeDocument/2006/relationships/image" Target="../media/image56.png"/><Relationship Id="rId16" Type="http://schemas.openxmlformats.org/officeDocument/2006/relationships/image" Target="../media/image113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110.png"/><Relationship Id="rId5" Type="http://schemas.openxmlformats.org/officeDocument/2006/relationships/image" Target="../media/image92.svg"/><Relationship Id="rId15" Type="http://schemas.openxmlformats.org/officeDocument/2006/relationships/image" Target="../media/image112.png"/><Relationship Id="rId10" Type="http://schemas.openxmlformats.org/officeDocument/2006/relationships/image" Target="../media/image109.svg"/><Relationship Id="rId19" Type="http://schemas.openxmlformats.org/officeDocument/2006/relationships/image" Target="../media/image7.svg"/><Relationship Id="rId4" Type="http://schemas.openxmlformats.org/officeDocument/2006/relationships/image" Target="../media/image91.png"/><Relationship Id="rId9" Type="http://schemas.openxmlformats.org/officeDocument/2006/relationships/image" Target="../media/image108.png"/><Relationship Id="rId14" Type="http://schemas.openxmlformats.org/officeDocument/2006/relationships/image" Target="../media/image37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7" Type="http://schemas.openxmlformats.org/officeDocument/2006/relationships/image" Target="../media/image7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5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7.svg"/><Relationship Id="rId3" Type="http://schemas.openxmlformats.org/officeDocument/2006/relationships/image" Target="../media/image57.svg"/><Relationship Id="rId7" Type="http://schemas.openxmlformats.org/officeDocument/2006/relationships/image" Target="../media/image117.svg"/><Relationship Id="rId12" Type="http://schemas.openxmlformats.org/officeDocument/2006/relationships/image" Target="../media/image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6.png"/><Relationship Id="rId11" Type="http://schemas.openxmlformats.org/officeDocument/2006/relationships/image" Target="../media/image55.png"/><Relationship Id="rId5" Type="http://schemas.openxmlformats.org/officeDocument/2006/relationships/image" Target="../media/image115.svg"/><Relationship Id="rId10" Type="http://schemas.openxmlformats.org/officeDocument/2006/relationships/image" Target="../media/image119.svg"/><Relationship Id="rId4" Type="http://schemas.openxmlformats.org/officeDocument/2006/relationships/image" Target="../media/image114.png"/><Relationship Id="rId9" Type="http://schemas.openxmlformats.org/officeDocument/2006/relationships/image" Target="../media/image11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3" Type="http://schemas.openxmlformats.org/officeDocument/2006/relationships/image" Target="../media/image57.svg"/><Relationship Id="rId7" Type="http://schemas.openxmlformats.org/officeDocument/2006/relationships/image" Target="../media/image4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7.svg"/><Relationship Id="rId5" Type="http://schemas.openxmlformats.org/officeDocument/2006/relationships/image" Target="../media/image92.svg"/><Relationship Id="rId10" Type="http://schemas.openxmlformats.org/officeDocument/2006/relationships/image" Target="../media/image6.png"/><Relationship Id="rId4" Type="http://schemas.openxmlformats.org/officeDocument/2006/relationships/image" Target="../media/image91.png"/><Relationship Id="rId9" Type="http://schemas.openxmlformats.org/officeDocument/2006/relationships/image" Target="../media/image5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3" Type="http://schemas.openxmlformats.org/officeDocument/2006/relationships/image" Target="../media/image57.svg"/><Relationship Id="rId7" Type="http://schemas.openxmlformats.org/officeDocument/2006/relationships/image" Target="../media/image41.png"/><Relationship Id="rId12" Type="http://schemas.openxmlformats.org/officeDocument/2006/relationships/image" Target="../media/image12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7.svg"/><Relationship Id="rId5" Type="http://schemas.openxmlformats.org/officeDocument/2006/relationships/image" Target="../media/image92.svg"/><Relationship Id="rId10" Type="http://schemas.openxmlformats.org/officeDocument/2006/relationships/image" Target="../media/image6.png"/><Relationship Id="rId4" Type="http://schemas.openxmlformats.org/officeDocument/2006/relationships/image" Target="../media/image91.png"/><Relationship Id="rId9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3" Type="http://schemas.openxmlformats.org/officeDocument/2006/relationships/image" Target="../media/image57.svg"/><Relationship Id="rId7" Type="http://schemas.openxmlformats.org/officeDocument/2006/relationships/image" Target="../media/image4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7.svg"/><Relationship Id="rId5" Type="http://schemas.openxmlformats.org/officeDocument/2006/relationships/image" Target="../media/image92.svg"/><Relationship Id="rId10" Type="http://schemas.openxmlformats.org/officeDocument/2006/relationships/image" Target="../media/image6.png"/><Relationship Id="rId4" Type="http://schemas.openxmlformats.org/officeDocument/2006/relationships/image" Target="../media/image91.png"/><Relationship Id="rId9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355" y="-635"/>
            <a:ext cx="1858645" cy="2170430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6747510" y="1370330"/>
            <a:ext cx="5158740" cy="2654935"/>
            <a:chOff x="6747510" y="1370330"/>
            <a:chExt cx="5158740" cy="265493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340" y="1370330"/>
              <a:ext cx="2629535" cy="369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이젠아카데미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510" y="1809750"/>
              <a:ext cx="5158740" cy="2216150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EZEN </a:t>
              </a:r>
              <a:r>
                <a:rPr lang="ko-KR" altLang="en-US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뭐 먹지</a:t>
              </a:r>
              <a:br>
                <a:rPr lang="en-US" altLang="ko-KR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en-US" altLang="ko-KR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날씨정보와 위치 정보를 활용한 음식점 추천 지능형 웹사이트</a:t>
              </a:r>
              <a:r>
                <a:rPr lang="en-US" altLang="ko-KR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endPara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1165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8757920" y="6027420"/>
            <a:ext cx="2679700" cy="375920"/>
            <a:chOff x="8757920" y="6027420"/>
            <a:chExt cx="2679700" cy="375920"/>
          </a:xfrm>
        </p:grpSpPr>
        <p:pic>
          <p:nvPicPr>
            <p:cNvPr id="7" name="_x278651016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57790" y="6027420"/>
              <a:ext cx="1180465" cy="375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757920" y="6027420"/>
              <a:ext cx="1190625" cy="353695"/>
            </a:xfrm>
            <a:prstGeom prst="rect">
              <a:avLst/>
            </a:prstGeom>
          </p:spPr>
        </p:pic>
      </p:grp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20" y="3915410"/>
            <a:ext cx="7470140" cy="3683000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360"/>
            <a:ext cx="6616065" cy="5641340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240" y="2177415"/>
            <a:ext cx="1047115" cy="1047750"/>
            <a:chOff x="396240" y="2177415"/>
            <a:chExt cx="1047115" cy="1047750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396240" y="2177415"/>
              <a:ext cx="1047115" cy="1047750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720725" y="2501900"/>
              <a:ext cx="397510" cy="397510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20" y="5509260"/>
            <a:ext cx="335915" cy="335915"/>
          </a:xfrm>
          <a:prstGeom prst="rect">
            <a:avLst/>
          </a:prstGeom>
        </p:spPr>
      </p:pic>
      <p:grpSp>
        <p:nvGrpSpPr>
          <p:cNvPr id="79" name="그룹 78">
            <a:extLst>
              <a:ext uri="{FF2B5EF4-FFF2-40B4-BE49-F238E27FC236}">
                <a16:creationId xmlns:a16="http://schemas.microsoft.com/office/drawing/2014/main" id="{7D2B4F00-41E1-A77B-F9A9-76AD04614A19}"/>
              </a:ext>
            </a:extLst>
          </p:cNvPr>
          <p:cNvGrpSpPr/>
          <p:nvPr/>
        </p:nvGrpSpPr>
        <p:grpSpPr>
          <a:xfrm>
            <a:off x="1277620" y="2615565"/>
            <a:ext cx="3935730" cy="4307840"/>
            <a:chOff x="1277620" y="2615565"/>
            <a:chExt cx="3935730" cy="4307840"/>
          </a:xfrm>
        </p:grpSpPr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F1F2C982-81B7-AE60-7DB9-47427F96BC48}"/>
                </a:ext>
              </a:extLst>
            </p:cNvPr>
            <p:cNvSpPr/>
            <p:nvPr/>
          </p:nvSpPr>
          <p:spPr>
            <a:xfrm>
              <a:off x="3136900" y="2615565"/>
              <a:ext cx="762635" cy="1329690"/>
            </a:xfrm>
            <a:custGeom>
              <a:avLst/>
              <a:gdLst>
                <a:gd name="connsiteX0" fmla="*/ 138971 w 869869"/>
                <a:gd name="connsiteY0" fmla="*/ 613285 h 1517209"/>
                <a:gd name="connsiteX1" fmla="*/ 352505 w 869869"/>
                <a:gd name="connsiteY1" fmla="*/ 132813 h 1517209"/>
                <a:gd name="connsiteX2" fmla="*/ 518023 w 869869"/>
                <a:gd name="connsiteY2" fmla="*/ 5462 h 1517209"/>
                <a:gd name="connsiteX3" fmla="*/ 538800 w 869869"/>
                <a:gd name="connsiteY3" fmla="*/ 224691 h 1517209"/>
                <a:gd name="connsiteX4" fmla="*/ 446076 w 869869"/>
                <a:gd name="connsiteY4" fmla="*/ 428453 h 1517209"/>
                <a:gd name="connsiteX5" fmla="*/ 619981 w 869869"/>
                <a:gd name="connsiteY5" fmla="*/ 394287 h 1517209"/>
                <a:gd name="connsiteX6" fmla="*/ 678694 w 869869"/>
                <a:gd name="connsiteY6" fmla="*/ 504479 h 1517209"/>
                <a:gd name="connsiteX7" fmla="*/ 852599 w 869869"/>
                <a:gd name="connsiteY7" fmla="*/ 510942 h 1517209"/>
                <a:gd name="connsiteX8" fmla="*/ 791040 w 869869"/>
                <a:gd name="connsiteY8" fmla="*/ 672305 h 1517209"/>
                <a:gd name="connsiteX9" fmla="*/ 823974 w 869869"/>
                <a:gd name="connsiteY9" fmla="*/ 837593 h 1517209"/>
                <a:gd name="connsiteX10" fmla="*/ 720554 w 869869"/>
                <a:gd name="connsiteY10" fmla="*/ 957403 h 1517209"/>
                <a:gd name="connsiteX11" fmla="*/ 635679 w 869869"/>
                <a:gd name="connsiteY11" fmla="*/ 1273280 h 1517209"/>
                <a:gd name="connsiteX12" fmla="*/ 519024 w 869869"/>
                <a:gd name="connsiteY12" fmla="*/ 1517210 h 1517209"/>
                <a:gd name="connsiteX13" fmla="*/ 0 w 869869"/>
                <a:gd name="connsiteY13" fmla="*/ 1223879 h 1517209"/>
                <a:gd name="connsiteX14" fmla="*/ 139124 w 869869"/>
                <a:gd name="connsiteY14" fmla="*/ 613362 h 1517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69869" h="1517209">
                  <a:moveTo>
                    <a:pt x="138971" y="613285"/>
                  </a:moveTo>
                  <a:cubicBezTo>
                    <a:pt x="165903" y="518176"/>
                    <a:pt x="333499" y="170903"/>
                    <a:pt x="352505" y="132813"/>
                  </a:cubicBezTo>
                  <a:cubicBezTo>
                    <a:pt x="391672" y="54094"/>
                    <a:pt x="447307" y="-21163"/>
                    <a:pt x="518023" y="5462"/>
                  </a:cubicBezTo>
                  <a:cubicBezTo>
                    <a:pt x="584815" y="30547"/>
                    <a:pt x="575658" y="135198"/>
                    <a:pt x="538800" y="224691"/>
                  </a:cubicBezTo>
                  <a:cubicBezTo>
                    <a:pt x="501941" y="314183"/>
                    <a:pt x="446076" y="428453"/>
                    <a:pt x="446076" y="428453"/>
                  </a:cubicBezTo>
                  <a:cubicBezTo>
                    <a:pt x="446076" y="428453"/>
                    <a:pt x="535491" y="355043"/>
                    <a:pt x="619981" y="394287"/>
                  </a:cubicBezTo>
                  <a:cubicBezTo>
                    <a:pt x="704472" y="433608"/>
                    <a:pt x="678694" y="504479"/>
                    <a:pt x="678694" y="504479"/>
                  </a:cubicBezTo>
                  <a:cubicBezTo>
                    <a:pt x="678694" y="504479"/>
                    <a:pt x="806892" y="435224"/>
                    <a:pt x="852599" y="510942"/>
                  </a:cubicBezTo>
                  <a:cubicBezTo>
                    <a:pt x="888227" y="570040"/>
                    <a:pt x="869220" y="634446"/>
                    <a:pt x="791040" y="672305"/>
                  </a:cubicBezTo>
                  <a:cubicBezTo>
                    <a:pt x="791040" y="672305"/>
                    <a:pt x="913620" y="742637"/>
                    <a:pt x="823974" y="837593"/>
                  </a:cubicBezTo>
                  <a:cubicBezTo>
                    <a:pt x="823974" y="837593"/>
                    <a:pt x="828283" y="934241"/>
                    <a:pt x="720554" y="957403"/>
                  </a:cubicBezTo>
                  <a:cubicBezTo>
                    <a:pt x="720554" y="957403"/>
                    <a:pt x="756028" y="1135926"/>
                    <a:pt x="635679" y="1273280"/>
                  </a:cubicBezTo>
                  <a:lnTo>
                    <a:pt x="519024" y="1517210"/>
                  </a:lnTo>
                  <a:lnTo>
                    <a:pt x="0" y="1223879"/>
                  </a:lnTo>
                  <a:cubicBezTo>
                    <a:pt x="0" y="1223879"/>
                    <a:pt x="124119" y="666226"/>
                    <a:pt x="139124" y="613362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E30FDFB5-140E-D717-EDDB-C1DE7E25E4EA}"/>
                </a:ext>
              </a:extLst>
            </p:cNvPr>
            <p:cNvSpPr/>
            <p:nvPr/>
          </p:nvSpPr>
          <p:spPr>
            <a:xfrm>
              <a:off x="3395345" y="3034665"/>
              <a:ext cx="358775" cy="102870"/>
            </a:xfrm>
            <a:custGeom>
              <a:avLst/>
              <a:gdLst>
                <a:gd name="connsiteX0" fmla="*/ 25888 w 409589"/>
                <a:gd name="connsiteY0" fmla="*/ 117283 h 117360"/>
                <a:gd name="connsiteX1" fmla="*/ 417 w 409589"/>
                <a:gd name="connsiteY1" fmla="*/ 96045 h 117360"/>
                <a:gd name="connsiteX2" fmla="*/ 21194 w 409589"/>
                <a:gd name="connsiteY2" fmla="*/ 65958 h 117360"/>
                <a:gd name="connsiteX3" fmla="*/ 379085 w 409589"/>
                <a:gd name="connsiteY3" fmla="*/ 397 h 117360"/>
                <a:gd name="connsiteX4" fmla="*/ 409173 w 409589"/>
                <a:gd name="connsiteY4" fmla="*/ 21174 h 117360"/>
                <a:gd name="connsiteX5" fmla="*/ 388396 w 409589"/>
                <a:gd name="connsiteY5" fmla="*/ 51338 h 117360"/>
                <a:gd name="connsiteX6" fmla="*/ 30505 w 409589"/>
                <a:gd name="connsiteY6" fmla="*/ 116899 h 117360"/>
                <a:gd name="connsiteX7" fmla="*/ 25811 w 409589"/>
                <a:gd name="connsiteY7" fmla="*/ 117360 h 11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589" h="117360">
                  <a:moveTo>
                    <a:pt x="25888" y="117283"/>
                  </a:moveTo>
                  <a:cubicBezTo>
                    <a:pt x="13653" y="117283"/>
                    <a:pt x="2726" y="108511"/>
                    <a:pt x="417" y="96045"/>
                  </a:cubicBezTo>
                  <a:cubicBezTo>
                    <a:pt x="-2122" y="81964"/>
                    <a:pt x="7189" y="68497"/>
                    <a:pt x="21194" y="65958"/>
                  </a:cubicBezTo>
                  <a:lnTo>
                    <a:pt x="379085" y="397"/>
                  </a:lnTo>
                  <a:cubicBezTo>
                    <a:pt x="393167" y="-2065"/>
                    <a:pt x="406633" y="7169"/>
                    <a:pt x="409173" y="21174"/>
                  </a:cubicBezTo>
                  <a:cubicBezTo>
                    <a:pt x="411712" y="35255"/>
                    <a:pt x="402401" y="48721"/>
                    <a:pt x="388396" y="51338"/>
                  </a:cubicBezTo>
                  <a:lnTo>
                    <a:pt x="30505" y="116899"/>
                  </a:lnTo>
                  <a:cubicBezTo>
                    <a:pt x="28889" y="117206"/>
                    <a:pt x="27350" y="117360"/>
                    <a:pt x="25811" y="11736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84884597-6325-8470-947A-4ED8D9F70171}"/>
                </a:ext>
              </a:extLst>
            </p:cNvPr>
            <p:cNvSpPr/>
            <p:nvPr/>
          </p:nvSpPr>
          <p:spPr>
            <a:xfrm>
              <a:off x="3549015" y="3181985"/>
              <a:ext cx="304165" cy="446405"/>
            </a:xfrm>
            <a:custGeom>
              <a:avLst/>
              <a:gdLst>
                <a:gd name="connsiteX0" fmla="*/ 31052 w 346934"/>
                <a:gd name="connsiteY0" fmla="*/ 509343 h 509420"/>
                <a:gd name="connsiteX1" fmla="*/ 14661 w 346934"/>
                <a:gd name="connsiteY1" fmla="*/ 503495 h 509420"/>
                <a:gd name="connsiteX2" fmla="*/ 11045 w 346934"/>
                <a:gd name="connsiteY2" fmla="*/ 467098 h 509420"/>
                <a:gd name="connsiteX3" fmla="*/ 5504 w 346934"/>
                <a:gd name="connsiteY3" fmla="*/ 154684 h 509420"/>
                <a:gd name="connsiteX4" fmla="*/ 964 w 346934"/>
                <a:gd name="connsiteY4" fmla="*/ 131830 h 509420"/>
                <a:gd name="connsiteX5" fmla="*/ 16662 w 346934"/>
                <a:gd name="connsiteY5" fmla="*/ 114593 h 509420"/>
                <a:gd name="connsiteX6" fmla="*/ 311840 w 346934"/>
                <a:gd name="connsiteY6" fmla="*/ 1708 h 509420"/>
                <a:gd name="connsiteX7" fmla="*/ 345236 w 346934"/>
                <a:gd name="connsiteY7" fmla="*/ 16636 h 509420"/>
                <a:gd name="connsiteX8" fmla="*/ 330308 w 346934"/>
                <a:gd name="connsiteY8" fmla="*/ 50032 h 509420"/>
                <a:gd name="connsiteX9" fmla="*/ 65063 w 346934"/>
                <a:gd name="connsiteY9" fmla="*/ 151529 h 509420"/>
                <a:gd name="connsiteX10" fmla="*/ 51059 w 346934"/>
                <a:gd name="connsiteY10" fmla="*/ 499956 h 509420"/>
                <a:gd name="connsiteX11" fmla="*/ 31052 w 346934"/>
                <a:gd name="connsiteY11" fmla="*/ 509420 h 50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6934" h="509420">
                  <a:moveTo>
                    <a:pt x="31052" y="509343"/>
                  </a:moveTo>
                  <a:cubicBezTo>
                    <a:pt x="25281" y="509343"/>
                    <a:pt x="19432" y="507420"/>
                    <a:pt x="14661" y="503495"/>
                  </a:cubicBezTo>
                  <a:cubicBezTo>
                    <a:pt x="3581" y="494415"/>
                    <a:pt x="1965" y="478102"/>
                    <a:pt x="11045" y="467098"/>
                  </a:cubicBezTo>
                  <a:cubicBezTo>
                    <a:pt x="131625" y="320202"/>
                    <a:pt x="10737" y="161378"/>
                    <a:pt x="5504" y="154684"/>
                  </a:cubicBezTo>
                  <a:cubicBezTo>
                    <a:pt x="426" y="148220"/>
                    <a:pt x="-1267" y="139755"/>
                    <a:pt x="964" y="131830"/>
                  </a:cubicBezTo>
                  <a:cubicBezTo>
                    <a:pt x="3196" y="123904"/>
                    <a:pt x="8967" y="117517"/>
                    <a:pt x="16662" y="114593"/>
                  </a:cubicBezTo>
                  <a:lnTo>
                    <a:pt x="311840" y="1708"/>
                  </a:lnTo>
                  <a:cubicBezTo>
                    <a:pt x="325229" y="-3371"/>
                    <a:pt x="340157" y="3247"/>
                    <a:pt x="345236" y="16636"/>
                  </a:cubicBezTo>
                  <a:cubicBezTo>
                    <a:pt x="350315" y="30025"/>
                    <a:pt x="343620" y="44954"/>
                    <a:pt x="330308" y="50032"/>
                  </a:cubicBezTo>
                  <a:lnTo>
                    <a:pt x="65063" y="151529"/>
                  </a:lnTo>
                  <a:cubicBezTo>
                    <a:pt x="100691" y="212626"/>
                    <a:pt x="164944" y="361293"/>
                    <a:pt x="51059" y="499956"/>
                  </a:cubicBezTo>
                  <a:cubicBezTo>
                    <a:pt x="45903" y="506188"/>
                    <a:pt x="38516" y="509420"/>
                    <a:pt x="31052" y="50942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68D39D24-17FA-708B-EAC2-6E679123CF0C}"/>
                </a:ext>
              </a:extLst>
            </p:cNvPr>
            <p:cNvSpPr/>
            <p:nvPr/>
          </p:nvSpPr>
          <p:spPr>
            <a:xfrm>
              <a:off x="3602355" y="3408045"/>
              <a:ext cx="199390" cy="93980"/>
            </a:xfrm>
            <a:custGeom>
              <a:avLst/>
              <a:gdLst>
                <a:gd name="connsiteX0" fmla="*/ 105326 w 227778"/>
                <a:gd name="connsiteY0" fmla="*/ 106821 h 106897"/>
                <a:gd name="connsiteX1" fmla="*/ 54154 w 227778"/>
                <a:gd name="connsiteY1" fmla="*/ 95894 h 106897"/>
                <a:gd name="connsiteX2" fmla="*/ 675 w 227778"/>
                <a:gd name="connsiteY2" fmla="*/ 31718 h 106897"/>
                <a:gd name="connsiteX3" fmla="*/ 20066 w 227778"/>
                <a:gd name="connsiteY3" fmla="*/ 708 h 106897"/>
                <a:gd name="connsiteX4" fmla="*/ 50999 w 227778"/>
                <a:gd name="connsiteY4" fmla="*/ 19791 h 106897"/>
                <a:gd name="connsiteX5" fmla="*/ 77162 w 227778"/>
                <a:gd name="connsiteY5" fmla="*/ 49571 h 106897"/>
                <a:gd name="connsiteX6" fmla="*/ 190509 w 227778"/>
                <a:gd name="connsiteY6" fmla="*/ 30564 h 106897"/>
                <a:gd name="connsiteX7" fmla="*/ 225136 w 227778"/>
                <a:gd name="connsiteY7" fmla="*/ 42491 h 106897"/>
                <a:gd name="connsiteX8" fmla="*/ 213209 w 227778"/>
                <a:gd name="connsiteY8" fmla="*/ 77118 h 106897"/>
                <a:gd name="connsiteX9" fmla="*/ 105249 w 227778"/>
                <a:gd name="connsiteY9" fmla="*/ 106898 h 10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778" h="106897">
                  <a:moveTo>
                    <a:pt x="105326" y="106821"/>
                  </a:moveTo>
                  <a:cubicBezTo>
                    <a:pt x="86473" y="106821"/>
                    <a:pt x="69390" y="103204"/>
                    <a:pt x="54154" y="95894"/>
                  </a:cubicBezTo>
                  <a:cubicBezTo>
                    <a:pt x="11909" y="75733"/>
                    <a:pt x="1675" y="36181"/>
                    <a:pt x="675" y="31718"/>
                  </a:cubicBezTo>
                  <a:cubicBezTo>
                    <a:pt x="-2557" y="17790"/>
                    <a:pt x="6138" y="3940"/>
                    <a:pt x="20066" y="708"/>
                  </a:cubicBezTo>
                  <a:cubicBezTo>
                    <a:pt x="33686" y="-2601"/>
                    <a:pt x="47690" y="6017"/>
                    <a:pt x="50999" y="19791"/>
                  </a:cubicBezTo>
                  <a:cubicBezTo>
                    <a:pt x="51307" y="21022"/>
                    <a:pt x="56771" y="40183"/>
                    <a:pt x="77162" y="49571"/>
                  </a:cubicBezTo>
                  <a:cubicBezTo>
                    <a:pt x="102171" y="61036"/>
                    <a:pt x="141415" y="54495"/>
                    <a:pt x="190509" y="30564"/>
                  </a:cubicBezTo>
                  <a:cubicBezTo>
                    <a:pt x="203282" y="24177"/>
                    <a:pt x="218826" y="29641"/>
                    <a:pt x="225136" y="42491"/>
                  </a:cubicBezTo>
                  <a:cubicBezTo>
                    <a:pt x="231446" y="55342"/>
                    <a:pt x="226059" y="70809"/>
                    <a:pt x="213209" y="77118"/>
                  </a:cubicBezTo>
                  <a:cubicBezTo>
                    <a:pt x="172579" y="96971"/>
                    <a:pt x="136490" y="106898"/>
                    <a:pt x="105249" y="106898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EA62B1EA-FD2C-FFE5-55AA-44E8CD48B4BA}"/>
                </a:ext>
              </a:extLst>
            </p:cNvPr>
            <p:cNvSpPr/>
            <p:nvPr/>
          </p:nvSpPr>
          <p:spPr>
            <a:xfrm>
              <a:off x="3445510" y="2946400"/>
              <a:ext cx="114300" cy="175260"/>
            </a:xfrm>
            <a:custGeom>
              <a:avLst/>
              <a:gdLst>
                <a:gd name="connsiteX0" fmla="*/ 25865 w 130142"/>
                <a:gd name="connsiteY0" fmla="*/ 200122 h 200121"/>
                <a:gd name="connsiteX1" fmla="*/ 13784 w 130142"/>
                <a:gd name="connsiteY1" fmla="*/ 197121 h 200121"/>
                <a:gd name="connsiteX2" fmla="*/ 3011 w 130142"/>
                <a:gd name="connsiteY2" fmla="*/ 162109 h 200121"/>
                <a:gd name="connsiteX3" fmla="*/ 81346 w 130142"/>
                <a:gd name="connsiteY3" fmla="*/ 13750 h 200121"/>
                <a:gd name="connsiteX4" fmla="*/ 116358 w 130142"/>
                <a:gd name="connsiteY4" fmla="*/ 2977 h 200121"/>
                <a:gd name="connsiteX5" fmla="*/ 127131 w 130142"/>
                <a:gd name="connsiteY5" fmla="*/ 37989 h 200121"/>
                <a:gd name="connsiteX6" fmla="*/ 48796 w 130142"/>
                <a:gd name="connsiteY6" fmla="*/ 186348 h 200121"/>
                <a:gd name="connsiteX7" fmla="*/ 25865 w 130142"/>
                <a:gd name="connsiteY7" fmla="*/ 200122 h 20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0142" h="200121">
                  <a:moveTo>
                    <a:pt x="25865" y="200122"/>
                  </a:moveTo>
                  <a:cubicBezTo>
                    <a:pt x="21787" y="200122"/>
                    <a:pt x="17632" y="199121"/>
                    <a:pt x="13784" y="197121"/>
                  </a:cubicBezTo>
                  <a:cubicBezTo>
                    <a:pt x="1165" y="190426"/>
                    <a:pt x="-3683" y="174805"/>
                    <a:pt x="3011" y="162109"/>
                  </a:cubicBezTo>
                  <a:lnTo>
                    <a:pt x="81346" y="13750"/>
                  </a:lnTo>
                  <a:cubicBezTo>
                    <a:pt x="88040" y="1131"/>
                    <a:pt x="103738" y="-3640"/>
                    <a:pt x="116358" y="2977"/>
                  </a:cubicBezTo>
                  <a:cubicBezTo>
                    <a:pt x="128978" y="9672"/>
                    <a:pt x="133825" y="25293"/>
                    <a:pt x="127131" y="37989"/>
                  </a:cubicBezTo>
                  <a:lnTo>
                    <a:pt x="48796" y="186348"/>
                  </a:lnTo>
                  <a:cubicBezTo>
                    <a:pt x="44179" y="195120"/>
                    <a:pt x="35176" y="200122"/>
                    <a:pt x="25865" y="200122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B66BF755-ADE5-A9D9-6764-7587F67B8D4E}"/>
                </a:ext>
              </a:extLst>
            </p:cNvPr>
            <p:cNvSpPr/>
            <p:nvPr/>
          </p:nvSpPr>
          <p:spPr>
            <a:xfrm>
              <a:off x="3606800" y="3291840"/>
              <a:ext cx="291465" cy="114935"/>
            </a:xfrm>
            <a:custGeom>
              <a:avLst/>
              <a:gdLst>
                <a:gd name="connsiteX0" fmla="*/ 117101 w 332646"/>
                <a:gd name="connsiteY0" fmla="*/ 131363 h 131363"/>
                <a:gd name="connsiteX1" fmla="*/ 20760 w 332646"/>
                <a:gd name="connsiteY1" fmla="*/ 122591 h 131363"/>
                <a:gd name="connsiteX2" fmla="*/ 522 w 332646"/>
                <a:gd name="connsiteY2" fmla="*/ 92119 h 131363"/>
                <a:gd name="connsiteX3" fmla="*/ 30994 w 332646"/>
                <a:gd name="connsiteY3" fmla="*/ 71804 h 131363"/>
                <a:gd name="connsiteX4" fmla="*/ 284158 w 332646"/>
                <a:gd name="connsiteY4" fmla="*/ 13323 h 131363"/>
                <a:gd name="connsiteX5" fmla="*/ 319324 w 332646"/>
                <a:gd name="connsiteY5" fmla="*/ 3242 h 131363"/>
                <a:gd name="connsiteX6" fmla="*/ 329404 w 332646"/>
                <a:gd name="connsiteY6" fmla="*/ 38408 h 131363"/>
                <a:gd name="connsiteX7" fmla="*/ 117101 w 332646"/>
                <a:gd name="connsiteY7" fmla="*/ 131286 h 131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2646" h="131363">
                  <a:moveTo>
                    <a:pt x="117101" y="131363"/>
                  </a:moveTo>
                  <a:cubicBezTo>
                    <a:pt x="65468" y="131363"/>
                    <a:pt x="24761" y="123360"/>
                    <a:pt x="20760" y="122591"/>
                  </a:cubicBezTo>
                  <a:cubicBezTo>
                    <a:pt x="6755" y="119744"/>
                    <a:pt x="-2325" y="106124"/>
                    <a:pt x="522" y="92119"/>
                  </a:cubicBezTo>
                  <a:cubicBezTo>
                    <a:pt x="3369" y="78114"/>
                    <a:pt x="16989" y="69034"/>
                    <a:pt x="30994" y="71804"/>
                  </a:cubicBezTo>
                  <a:cubicBezTo>
                    <a:pt x="32995" y="72189"/>
                    <a:pt x="230216" y="110433"/>
                    <a:pt x="284158" y="13323"/>
                  </a:cubicBezTo>
                  <a:cubicBezTo>
                    <a:pt x="291083" y="857"/>
                    <a:pt x="306858" y="-3683"/>
                    <a:pt x="319324" y="3242"/>
                  </a:cubicBezTo>
                  <a:cubicBezTo>
                    <a:pt x="331789" y="10168"/>
                    <a:pt x="336329" y="25942"/>
                    <a:pt x="329404" y="38408"/>
                  </a:cubicBezTo>
                  <a:cubicBezTo>
                    <a:pt x="286851" y="114973"/>
                    <a:pt x="190895" y="131286"/>
                    <a:pt x="117101" y="13128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2EBF63A3-4C25-D74C-B13B-401FB57463EE}"/>
                </a:ext>
              </a:extLst>
            </p:cNvPr>
            <p:cNvSpPr/>
            <p:nvPr/>
          </p:nvSpPr>
          <p:spPr>
            <a:xfrm>
              <a:off x="4330700" y="2822575"/>
              <a:ext cx="845820" cy="1231900"/>
            </a:xfrm>
            <a:custGeom>
              <a:avLst/>
              <a:gdLst>
                <a:gd name="connsiteX0" fmla="*/ 479226 w 964871"/>
                <a:gd name="connsiteY0" fmla="*/ 745535 h 1405376"/>
                <a:gd name="connsiteX1" fmla="*/ 288622 w 964871"/>
                <a:gd name="connsiteY1" fmla="*/ 748767 h 1405376"/>
                <a:gd name="connsiteX2" fmla="*/ 29841 w 964871"/>
                <a:gd name="connsiteY2" fmla="*/ 548083 h 1405376"/>
                <a:gd name="connsiteX3" fmla="*/ 137185 w 964871"/>
                <a:gd name="connsiteY3" fmla="*/ 909053 h 1405376"/>
                <a:gd name="connsiteX4" fmla="*/ 308090 w 964871"/>
                <a:gd name="connsiteY4" fmla="*/ 1405376 h 1405376"/>
                <a:gd name="connsiteX5" fmla="*/ 888211 w 964871"/>
                <a:gd name="connsiteY5" fmla="*/ 1266944 h 1405376"/>
                <a:gd name="connsiteX6" fmla="*/ 964853 w 964871"/>
                <a:gd name="connsiteY6" fmla="*/ 748767 h 1405376"/>
                <a:gd name="connsiteX7" fmla="*/ 847582 w 964871"/>
                <a:gd name="connsiteY7" fmla="*/ 580325 h 1405376"/>
                <a:gd name="connsiteX8" fmla="*/ 751319 w 964871"/>
                <a:gd name="connsiteY8" fmla="*/ 137250 h 1405376"/>
                <a:gd name="connsiteX9" fmla="*/ 607577 w 964871"/>
                <a:gd name="connsiteY9" fmla="*/ 5821 h 1405376"/>
                <a:gd name="connsiteX10" fmla="*/ 607577 w 964871"/>
                <a:gd name="connsiteY10" fmla="*/ 476443 h 1405376"/>
                <a:gd name="connsiteX11" fmla="*/ 479303 w 964871"/>
                <a:gd name="connsiteY11" fmla="*/ 745458 h 140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64871" h="1405376">
                  <a:moveTo>
                    <a:pt x="479226" y="745535"/>
                  </a:moveTo>
                  <a:cubicBezTo>
                    <a:pt x="435210" y="839106"/>
                    <a:pt x="338023" y="839644"/>
                    <a:pt x="288622" y="748767"/>
                  </a:cubicBezTo>
                  <a:cubicBezTo>
                    <a:pt x="165656" y="522459"/>
                    <a:pt x="111715" y="490063"/>
                    <a:pt x="29841" y="548083"/>
                  </a:cubicBezTo>
                  <a:cubicBezTo>
                    <a:pt x="-45493" y="601486"/>
                    <a:pt x="33457" y="706984"/>
                    <a:pt x="137185" y="909053"/>
                  </a:cubicBezTo>
                  <a:cubicBezTo>
                    <a:pt x="195359" y="1022399"/>
                    <a:pt x="308090" y="1405376"/>
                    <a:pt x="308090" y="1405376"/>
                  </a:cubicBezTo>
                  <a:cubicBezTo>
                    <a:pt x="308090" y="1405376"/>
                    <a:pt x="884749" y="1275871"/>
                    <a:pt x="888211" y="1266944"/>
                  </a:cubicBezTo>
                  <a:cubicBezTo>
                    <a:pt x="891674" y="1258018"/>
                    <a:pt x="964007" y="801708"/>
                    <a:pt x="964853" y="748767"/>
                  </a:cubicBezTo>
                  <a:cubicBezTo>
                    <a:pt x="966084" y="666354"/>
                    <a:pt x="904679" y="580710"/>
                    <a:pt x="847582" y="580325"/>
                  </a:cubicBezTo>
                  <a:cubicBezTo>
                    <a:pt x="847582" y="580325"/>
                    <a:pt x="799874" y="377178"/>
                    <a:pt x="751319" y="137250"/>
                  </a:cubicBezTo>
                  <a:cubicBezTo>
                    <a:pt x="737545" y="69227"/>
                    <a:pt x="696531" y="-24344"/>
                    <a:pt x="607577" y="5821"/>
                  </a:cubicBezTo>
                  <a:cubicBezTo>
                    <a:pt x="521240" y="35138"/>
                    <a:pt x="572488" y="199271"/>
                    <a:pt x="607577" y="476443"/>
                  </a:cubicBezTo>
                  <a:cubicBezTo>
                    <a:pt x="608808" y="486370"/>
                    <a:pt x="485535" y="732069"/>
                    <a:pt x="479303" y="745458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" name="자유형: 도형 55">
              <a:extLst>
                <a:ext uri="{FF2B5EF4-FFF2-40B4-BE49-F238E27FC236}">
                  <a16:creationId xmlns:a16="http://schemas.microsoft.com/office/drawing/2014/main" id="{EAC25415-31CC-4EDB-57EB-7052111540CF}"/>
                </a:ext>
              </a:extLst>
            </p:cNvPr>
            <p:cNvSpPr/>
            <p:nvPr/>
          </p:nvSpPr>
          <p:spPr>
            <a:xfrm>
              <a:off x="4642485" y="3194685"/>
              <a:ext cx="260350" cy="396240"/>
            </a:xfrm>
            <a:custGeom>
              <a:avLst/>
              <a:gdLst>
                <a:gd name="connsiteX0" fmla="*/ 77 w 297244"/>
                <a:gd name="connsiteY0" fmla="*/ 405252 h 452344"/>
                <a:gd name="connsiteX1" fmla="*/ 6002 w 297244"/>
                <a:gd name="connsiteY1" fmla="*/ 227422 h 452344"/>
                <a:gd name="connsiteX2" fmla="*/ 134816 w 297244"/>
                <a:gd name="connsiteY2" fmla="*/ 10194 h 452344"/>
                <a:gd name="connsiteX3" fmla="*/ 293639 w 297244"/>
                <a:gd name="connsiteY3" fmla="*/ 62904 h 452344"/>
                <a:gd name="connsiteX4" fmla="*/ 238081 w 297244"/>
                <a:gd name="connsiteY4" fmla="*/ 385322 h 452344"/>
                <a:gd name="connsiteX5" fmla="*/ 31011 w 297244"/>
                <a:gd name="connsiteY5" fmla="*/ 452345 h 452344"/>
                <a:gd name="connsiteX6" fmla="*/ 0 w 297244"/>
                <a:gd name="connsiteY6" fmla="*/ 405252 h 45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7244" h="452344">
                  <a:moveTo>
                    <a:pt x="77" y="405252"/>
                  </a:moveTo>
                  <a:cubicBezTo>
                    <a:pt x="2616" y="389016"/>
                    <a:pt x="-3232" y="281133"/>
                    <a:pt x="6002" y="227422"/>
                  </a:cubicBezTo>
                  <a:cubicBezTo>
                    <a:pt x="15236" y="173711"/>
                    <a:pt x="96956" y="46129"/>
                    <a:pt x="134816" y="10194"/>
                  </a:cubicBezTo>
                  <a:cubicBezTo>
                    <a:pt x="172674" y="-25742"/>
                    <a:pt x="272786" y="43359"/>
                    <a:pt x="293639" y="62904"/>
                  </a:cubicBezTo>
                  <a:cubicBezTo>
                    <a:pt x="314492" y="82526"/>
                    <a:pt x="238081" y="385322"/>
                    <a:pt x="238081" y="385322"/>
                  </a:cubicBezTo>
                  <a:lnTo>
                    <a:pt x="31011" y="452345"/>
                  </a:lnTo>
                  <a:lnTo>
                    <a:pt x="0" y="405252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" name="자유형: 도형 56">
              <a:extLst>
                <a:ext uri="{FF2B5EF4-FFF2-40B4-BE49-F238E27FC236}">
                  <a16:creationId xmlns:a16="http://schemas.microsoft.com/office/drawing/2014/main" id="{6DB9C800-B07D-EC33-FE34-FB8DE59E3F36}"/>
                </a:ext>
              </a:extLst>
            </p:cNvPr>
            <p:cNvSpPr/>
            <p:nvPr/>
          </p:nvSpPr>
          <p:spPr>
            <a:xfrm>
              <a:off x="2134870" y="3569970"/>
              <a:ext cx="1713230" cy="2122170"/>
            </a:xfrm>
            <a:custGeom>
              <a:avLst/>
              <a:gdLst>
                <a:gd name="connsiteX0" fmla="*/ 1076237 w 1954614"/>
                <a:gd name="connsiteY0" fmla="*/ 154 h 2421561"/>
                <a:gd name="connsiteX1" fmla="*/ 522509 w 1954614"/>
                <a:gd name="connsiteY1" fmla="*/ 1107610 h 2421561"/>
                <a:gd name="connsiteX2" fmla="*/ 2562 w 1954614"/>
                <a:gd name="connsiteY2" fmla="*/ 2115878 h 2421561"/>
                <a:gd name="connsiteX3" fmla="*/ 1075159 w 1954614"/>
                <a:gd name="connsiteY3" fmla="*/ 2284474 h 2421561"/>
                <a:gd name="connsiteX4" fmla="*/ 1954614 w 1954614"/>
                <a:gd name="connsiteY4" fmla="*/ 263936 h 2421561"/>
                <a:gd name="connsiteX5" fmla="*/ 1512617 w 1954614"/>
                <a:gd name="connsiteY5" fmla="*/ 101342 h 2421561"/>
                <a:gd name="connsiteX6" fmla="*/ 1076237 w 1954614"/>
                <a:gd name="connsiteY6" fmla="*/ 0 h 2421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4614" h="2421561">
                  <a:moveTo>
                    <a:pt x="1076237" y="154"/>
                  </a:moveTo>
                  <a:cubicBezTo>
                    <a:pt x="827074" y="528104"/>
                    <a:pt x="522509" y="1107610"/>
                    <a:pt x="522509" y="1107610"/>
                  </a:cubicBezTo>
                  <a:cubicBezTo>
                    <a:pt x="-62307" y="331113"/>
                    <a:pt x="1407" y="2172974"/>
                    <a:pt x="2562" y="2115878"/>
                  </a:cubicBezTo>
                  <a:cubicBezTo>
                    <a:pt x="299125" y="2549719"/>
                    <a:pt x="897329" y="2439527"/>
                    <a:pt x="1075159" y="2284474"/>
                  </a:cubicBezTo>
                  <a:cubicBezTo>
                    <a:pt x="1346714" y="2047701"/>
                    <a:pt x="1388189" y="1995144"/>
                    <a:pt x="1954614" y="263936"/>
                  </a:cubicBezTo>
                  <a:cubicBezTo>
                    <a:pt x="1954614" y="263936"/>
                    <a:pt x="1821876" y="187680"/>
                    <a:pt x="1512617" y="101342"/>
                  </a:cubicBezTo>
                  <a:cubicBezTo>
                    <a:pt x="1169346" y="5540"/>
                    <a:pt x="1076237" y="0"/>
                    <a:pt x="1076237" y="0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11F1F2D8-FAC1-388E-6F42-F34F94DD4849}"/>
                </a:ext>
              </a:extLst>
            </p:cNvPr>
            <p:cNvSpPr/>
            <p:nvPr/>
          </p:nvSpPr>
          <p:spPr>
            <a:xfrm>
              <a:off x="1782445" y="2731770"/>
              <a:ext cx="1021715" cy="956310"/>
            </a:xfrm>
            <a:custGeom>
              <a:avLst/>
              <a:gdLst>
                <a:gd name="connsiteX0" fmla="*/ 1156330 w 1165484"/>
                <a:gd name="connsiteY0" fmla="*/ 304259 h 1091060"/>
                <a:gd name="connsiteX1" fmla="*/ 1048601 w 1165484"/>
                <a:gd name="connsiteY1" fmla="*/ 85953 h 1091060"/>
                <a:gd name="connsiteX2" fmla="*/ 1027670 w 1165484"/>
                <a:gd name="connsiteY2" fmla="*/ 69332 h 1091060"/>
                <a:gd name="connsiteX3" fmla="*/ 831526 w 1165484"/>
                <a:gd name="connsiteY3" fmla="*/ 3156 h 1091060"/>
                <a:gd name="connsiteX4" fmla="*/ 790281 w 1165484"/>
                <a:gd name="connsiteY4" fmla="*/ 539 h 1091060"/>
                <a:gd name="connsiteX5" fmla="*/ 762887 w 1165484"/>
                <a:gd name="connsiteY5" fmla="*/ 1 h 1091060"/>
                <a:gd name="connsiteX6" fmla="*/ 571899 w 1165484"/>
                <a:gd name="connsiteY6" fmla="*/ 15852 h 1091060"/>
                <a:gd name="connsiteX7" fmla="*/ 545044 w 1165484"/>
                <a:gd name="connsiteY7" fmla="*/ 20238 h 1091060"/>
                <a:gd name="connsiteX8" fmla="*/ 536041 w 1165484"/>
                <a:gd name="connsiteY8" fmla="*/ 21931 h 1091060"/>
                <a:gd name="connsiteX9" fmla="*/ 518650 w 1165484"/>
                <a:gd name="connsiteY9" fmla="*/ 25317 h 1091060"/>
                <a:gd name="connsiteX10" fmla="*/ 508262 w 1165484"/>
                <a:gd name="connsiteY10" fmla="*/ 27549 h 1091060"/>
                <a:gd name="connsiteX11" fmla="*/ 492718 w 1165484"/>
                <a:gd name="connsiteY11" fmla="*/ 31088 h 1091060"/>
                <a:gd name="connsiteX12" fmla="*/ 481945 w 1165484"/>
                <a:gd name="connsiteY12" fmla="*/ 33705 h 1091060"/>
                <a:gd name="connsiteX13" fmla="*/ 467325 w 1165484"/>
                <a:gd name="connsiteY13" fmla="*/ 37552 h 1091060"/>
                <a:gd name="connsiteX14" fmla="*/ 456629 w 1165484"/>
                <a:gd name="connsiteY14" fmla="*/ 40476 h 1091060"/>
                <a:gd name="connsiteX15" fmla="*/ 442239 w 1165484"/>
                <a:gd name="connsiteY15" fmla="*/ 44785 h 1091060"/>
                <a:gd name="connsiteX16" fmla="*/ 432159 w 1165484"/>
                <a:gd name="connsiteY16" fmla="*/ 47863 h 1091060"/>
                <a:gd name="connsiteX17" fmla="*/ 414922 w 1165484"/>
                <a:gd name="connsiteY17" fmla="*/ 53711 h 1091060"/>
                <a:gd name="connsiteX18" fmla="*/ 400148 w 1165484"/>
                <a:gd name="connsiteY18" fmla="*/ 59098 h 1091060"/>
                <a:gd name="connsiteX19" fmla="*/ 386913 w 1165484"/>
                <a:gd name="connsiteY19" fmla="*/ 64177 h 1091060"/>
                <a:gd name="connsiteX20" fmla="*/ 375370 w 1165484"/>
                <a:gd name="connsiteY20" fmla="*/ 69024 h 1091060"/>
                <a:gd name="connsiteX21" fmla="*/ 364905 w 1165484"/>
                <a:gd name="connsiteY21" fmla="*/ 73564 h 1091060"/>
                <a:gd name="connsiteX22" fmla="*/ 353055 w 1165484"/>
                <a:gd name="connsiteY22" fmla="*/ 79028 h 1091060"/>
                <a:gd name="connsiteX23" fmla="*/ 343821 w 1165484"/>
                <a:gd name="connsiteY23" fmla="*/ 83491 h 1091060"/>
                <a:gd name="connsiteX24" fmla="*/ 331817 w 1165484"/>
                <a:gd name="connsiteY24" fmla="*/ 89647 h 1091060"/>
                <a:gd name="connsiteX25" fmla="*/ 323737 w 1165484"/>
                <a:gd name="connsiteY25" fmla="*/ 94033 h 1091060"/>
                <a:gd name="connsiteX26" fmla="*/ 311502 w 1165484"/>
                <a:gd name="connsiteY26" fmla="*/ 100958 h 1091060"/>
                <a:gd name="connsiteX27" fmla="*/ 305192 w 1165484"/>
                <a:gd name="connsiteY27" fmla="*/ 104806 h 1091060"/>
                <a:gd name="connsiteX28" fmla="*/ 259407 w 1165484"/>
                <a:gd name="connsiteY28" fmla="*/ 136509 h 1091060"/>
                <a:gd name="connsiteX29" fmla="*/ 245557 w 1165484"/>
                <a:gd name="connsiteY29" fmla="*/ 147974 h 1091060"/>
                <a:gd name="connsiteX30" fmla="*/ 242017 w 1165484"/>
                <a:gd name="connsiteY30" fmla="*/ 151052 h 1091060"/>
                <a:gd name="connsiteX31" fmla="*/ 230090 w 1165484"/>
                <a:gd name="connsiteY31" fmla="*/ 162056 h 1091060"/>
                <a:gd name="connsiteX32" fmla="*/ 226627 w 1165484"/>
                <a:gd name="connsiteY32" fmla="*/ 165442 h 1091060"/>
                <a:gd name="connsiteX33" fmla="*/ 215085 w 1165484"/>
                <a:gd name="connsiteY33" fmla="*/ 177292 h 1091060"/>
                <a:gd name="connsiteX34" fmla="*/ 212545 w 1165484"/>
                <a:gd name="connsiteY34" fmla="*/ 180062 h 1091060"/>
                <a:gd name="connsiteX35" fmla="*/ 200849 w 1165484"/>
                <a:gd name="connsiteY35" fmla="*/ 193375 h 1091060"/>
                <a:gd name="connsiteX36" fmla="*/ 156603 w 1165484"/>
                <a:gd name="connsiteY36" fmla="*/ 260551 h 1091060"/>
                <a:gd name="connsiteX37" fmla="*/ 147908 w 1165484"/>
                <a:gd name="connsiteY37" fmla="*/ 278865 h 1091060"/>
                <a:gd name="connsiteX38" fmla="*/ 139674 w 1165484"/>
                <a:gd name="connsiteY38" fmla="*/ 298872 h 1091060"/>
                <a:gd name="connsiteX39" fmla="*/ 113204 w 1165484"/>
                <a:gd name="connsiteY39" fmla="*/ 430840 h 1091060"/>
                <a:gd name="connsiteX40" fmla="*/ 112434 w 1165484"/>
                <a:gd name="connsiteY40" fmla="*/ 456234 h 1091060"/>
                <a:gd name="connsiteX41" fmla="*/ 93428 w 1165484"/>
                <a:gd name="connsiteY41" fmla="*/ 335577 h 1091060"/>
                <a:gd name="connsiteX42" fmla="*/ 65495 w 1165484"/>
                <a:gd name="connsiteY42" fmla="*/ 311954 h 1091060"/>
                <a:gd name="connsiteX43" fmla="*/ 41871 w 1165484"/>
                <a:gd name="connsiteY43" fmla="*/ 339886 h 1091060"/>
                <a:gd name="connsiteX44" fmla="*/ 100430 w 1165484"/>
                <a:gd name="connsiteY44" fmla="*/ 602668 h 1091060"/>
                <a:gd name="connsiteX45" fmla="*/ 42795 w 1165484"/>
                <a:gd name="connsiteY45" fmla="*/ 552882 h 1091060"/>
                <a:gd name="connsiteX46" fmla="*/ 6321 w 1165484"/>
                <a:gd name="connsiteY46" fmla="*/ 555499 h 1091060"/>
                <a:gd name="connsiteX47" fmla="*/ 8937 w 1165484"/>
                <a:gd name="connsiteY47" fmla="*/ 591973 h 1091060"/>
                <a:gd name="connsiteX48" fmla="*/ 174224 w 1165484"/>
                <a:gd name="connsiteY48" fmla="*/ 734868 h 1091060"/>
                <a:gd name="connsiteX49" fmla="*/ 191461 w 1165484"/>
                <a:gd name="connsiteY49" fmla="*/ 764647 h 1091060"/>
                <a:gd name="connsiteX50" fmla="*/ 195616 w 1165484"/>
                <a:gd name="connsiteY50" fmla="*/ 771419 h 1091060"/>
                <a:gd name="connsiteX51" fmla="*/ 210083 w 1165484"/>
                <a:gd name="connsiteY51" fmla="*/ 793965 h 1091060"/>
                <a:gd name="connsiteX52" fmla="*/ 213930 w 1165484"/>
                <a:gd name="connsiteY52" fmla="*/ 799813 h 1091060"/>
                <a:gd name="connsiteX53" fmla="*/ 233168 w 1165484"/>
                <a:gd name="connsiteY53" fmla="*/ 826822 h 1091060"/>
                <a:gd name="connsiteX54" fmla="*/ 235399 w 1165484"/>
                <a:gd name="connsiteY54" fmla="*/ 829746 h 1091060"/>
                <a:gd name="connsiteX55" fmla="*/ 253713 w 1165484"/>
                <a:gd name="connsiteY55" fmla="*/ 853524 h 1091060"/>
                <a:gd name="connsiteX56" fmla="*/ 259023 w 1165484"/>
                <a:gd name="connsiteY56" fmla="*/ 860218 h 1091060"/>
                <a:gd name="connsiteX57" fmla="*/ 277491 w 1165484"/>
                <a:gd name="connsiteY57" fmla="*/ 882841 h 1091060"/>
                <a:gd name="connsiteX58" fmla="*/ 280338 w 1165484"/>
                <a:gd name="connsiteY58" fmla="*/ 886304 h 1091060"/>
                <a:gd name="connsiteX59" fmla="*/ 303038 w 1165484"/>
                <a:gd name="connsiteY59" fmla="*/ 913236 h 1091060"/>
                <a:gd name="connsiteX60" fmla="*/ 311194 w 1165484"/>
                <a:gd name="connsiteY60" fmla="*/ 922778 h 1091060"/>
                <a:gd name="connsiteX61" fmla="*/ 330201 w 1165484"/>
                <a:gd name="connsiteY61" fmla="*/ 945093 h 1091060"/>
                <a:gd name="connsiteX62" fmla="*/ 354286 w 1165484"/>
                <a:gd name="connsiteY62" fmla="*/ 973565 h 1091060"/>
                <a:gd name="connsiteX63" fmla="*/ 402379 w 1165484"/>
                <a:gd name="connsiteY63" fmla="*/ 1073291 h 1091060"/>
                <a:gd name="connsiteX64" fmla="*/ 615068 w 1165484"/>
                <a:gd name="connsiteY64" fmla="*/ 1062672 h 1091060"/>
                <a:gd name="connsiteX65" fmla="*/ 627226 w 1165484"/>
                <a:gd name="connsiteY65" fmla="*/ 1056824 h 1091060"/>
                <a:gd name="connsiteX66" fmla="*/ 743573 w 1165484"/>
                <a:gd name="connsiteY66" fmla="*/ 1051899 h 1091060"/>
                <a:gd name="connsiteX67" fmla="*/ 750345 w 1165484"/>
                <a:gd name="connsiteY67" fmla="*/ 1051053 h 1091060"/>
                <a:gd name="connsiteX68" fmla="*/ 1069531 w 1165484"/>
                <a:gd name="connsiteY68" fmla="*/ 805661 h 1091060"/>
                <a:gd name="connsiteX69" fmla="*/ 1088076 w 1165484"/>
                <a:gd name="connsiteY69" fmla="*/ 769649 h 1091060"/>
                <a:gd name="connsiteX70" fmla="*/ 1111699 w 1165484"/>
                <a:gd name="connsiteY70" fmla="*/ 714168 h 1091060"/>
                <a:gd name="connsiteX71" fmla="*/ 1121933 w 1165484"/>
                <a:gd name="connsiteY71" fmla="*/ 685543 h 1091060"/>
                <a:gd name="connsiteX72" fmla="*/ 1156407 w 1165484"/>
                <a:gd name="connsiteY72" fmla="*/ 304259 h 1091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165484" h="1091060">
                  <a:moveTo>
                    <a:pt x="1156330" y="304259"/>
                  </a:moveTo>
                  <a:cubicBezTo>
                    <a:pt x="1139939" y="204532"/>
                    <a:pt x="1102773" y="133893"/>
                    <a:pt x="1048601" y="85953"/>
                  </a:cubicBezTo>
                  <a:cubicBezTo>
                    <a:pt x="1041906" y="80028"/>
                    <a:pt x="1034904" y="74565"/>
                    <a:pt x="1027670" y="69332"/>
                  </a:cubicBezTo>
                  <a:cubicBezTo>
                    <a:pt x="974960" y="31011"/>
                    <a:pt x="908706" y="10466"/>
                    <a:pt x="831526" y="3156"/>
                  </a:cubicBezTo>
                  <a:cubicBezTo>
                    <a:pt x="818137" y="1924"/>
                    <a:pt x="804363" y="1001"/>
                    <a:pt x="790281" y="539"/>
                  </a:cubicBezTo>
                  <a:cubicBezTo>
                    <a:pt x="781278" y="232"/>
                    <a:pt x="772198" y="1"/>
                    <a:pt x="762887" y="1"/>
                  </a:cubicBezTo>
                  <a:cubicBezTo>
                    <a:pt x="704021" y="-76"/>
                    <a:pt x="639999" y="5772"/>
                    <a:pt x="571899" y="15852"/>
                  </a:cubicBezTo>
                  <a:cubicBezTo>
                    <a:pt x="562434" y="17237"/>
                    <a:pt x="553662" y="18699"/>
                    <a:pt x="545044" y="20238"/>
                  </a:cubicBezTo>
                  <a:cubicBezTo>
                    <a:pt x="542043" y="20777"/>
                    <a:pt x="539042" y="21393"/>
                    <a:pt x="536041" y="21931"/>
                  </a:cubicBezTo>
                  <a:cubicBezTo>
                    <a:pt x="530192" y="23009"/>
                    <a:pt x="524421" y="24086"/>
                    <a:pt x="518650" y="25317"/>
                  </a:cubicBezTo>
                  <a:cubicBezTo>
                    <a:pt x="515187" y="26010"/>
                    <a:pt x="511725" y="26779"/>
                    <a:pt x="508262" y="27549"/>
                  </a:cubicBezTo>
                  <a:cubicBezTo>
                    <a:pt x="503029" y="28703"/>
                    <a:pt x="497874" y="29857"/>
                    <a:pt x="492718" y="31088"/>
                  </a:cubicBezTo>
                  <a:cubicBezTo>
                    <a:pt x="489101" y="31935"/>
                    <a:pt x="485562" y="32781"/>
                    <a:pt x="481945" y="33705"/>
                  </a:cubicBezTo>
                  <a:cubicBezTo>
                    <a:pt x="477020" y="34936"/>
                    <a:pt x="472173" y="36244"/>
                    <a:pt x="467325" y="37552"/>
                  </a:cubicBezTo>
                  <a:cubicBezTo>
                    <a:pt x="463785" y="38475"/>
                    <a:pt x="460168" y="39476"/>
                    <a:pt x="456629" y="40476"/>
                  </a:cubicBezTo>
                  <a:cubicBezTo>
                    <a:pt x="451781" y="41861"/>
                    <a:pt x="447010" y="43323"/>
                    <a:pt x="442239" y="44785"/>
                  </a:cubicBezTo>
                  <a:cubicBezTo>
                    <a:pt x="438853" y="45786"/>
                    <a:pt x="435468" y="46786"/>
                    <a:pt x="432159" y="47863"/>
                  </a:cubicBezTo>
                  <a:cubicBezTo>
                    <a:pt x="426311" y="49710"/>
                    <a:pt x="420616" y="51711"/>
                    <a:pt x="414922" y="53711"/>
                  </a:cubicBezTo>
                  <a:cubicBezTo>
                    <a:pt x="409921" y="55481"/>
                    <a:pt x="404996" y="57251"/>
                    <a:pt x="400148" y="59098"/>
                  </a:cubicBezTo>
                  <a:cubicBezTo>
                    <a:pt x="395685" y="60791"/>
                    <a:pt x="391222" y="62407"/>
                    <a:pt x="386913" y="64177"/>
                  </a:cubicBezTo>
                  <a:cubicBezTo>
                    <a:pt x="383065" y="65716"/>
                    <a:pt x="379218" y="67408"/>
                    <a:pt x="375370" y="69024"/>
                  </a:cubicBezTo>
                  <a:cubicBezTo>
                    <a:pt x="371907" y="70486"/>
                    <a:pt x="368368" y="72025"/>
                    <a:pt x="364905" y="73564"/>
                  </a:cubicBezTo>
                  <a:cubicBezTo>
                    <a:pt x="360904" y="75334"/>
                    <a:pt x="356979" y="77181"/>
                    <a:pt x="353055" y="79028"/>
                  </a:cubicBezTo>
                  <a:cubicBezTo>
                    <a:pt x="349977" y="80490"/>
                    <a:pt x="346822" y="82029"/>
                    <a:pt x="343821" y="83491"/>
                  </a:cubicBezTo>
                  <a:cubicBezTo>
                    <a:pt x="339820" y="85492"/>
                    <a:pt x="335818" y="87569"/>
                    <a:pt x="331817" y="89647"/>
                  </a:cubicBezTo>
                  <a:cubicBezTo>
                    <a:pt x="329124" y="91109"/>
                    <a:pt x="326430" y="92571"/>
                    <a:pt x="323737" y="94033"/>
                  </a:cubicBezTo>
                  <a:cubicBezTo>
                    <a:pt x="319582" y="96264"/>
                    <a:pt x="315504" y="98573"/>
                    <a:pt x="311502" y="100958"/>
                  </a:cubicBezTo>
                  <a:cubicBezTo>
                    <a:pt x="309348" y="102190"/>
                    <a:pt x="307347" y="103498"/>
                    <a:pt x="305192" y="104806"/>
                  </a:cubicBezTo>
                  <a:cubicBezTo>
                    <a:pt x="289110" y="114578"/>
                    <a:pt x="273797" y="125120"/>
                    <a:pt x="259407" y="136509"/>
                  </a:cubicBezTo>
                  <a:cubicBezTo>
                    <a:pt x="254098" y="140664"/>
                    <a:pt x="249866" y="144358"/>
                    <a:pt x="245557" y="147974"/>
                  </a:cubicBezTo>
                  <a:cubicBezTo>
                    <a:pt x="244402" y="148975"/>
                    <a:pt x="243171" y="149975"/>
                    <a:pt x="242017" y="151052"/>
                  </a:cubicBezTo>
                  <a:cubicBezTo>
                    <a:pt x="237939" y="154669"/>
                    <a:pt x="234014" y="158363"/>
                    <a:pt x="230090" y="162056"/>
                  </a:cubicBezTo>
                  <a:cubicBezTo>
                    <a:pt x="228935" y="163210"/>
                    <a:pt x="227781" y="164288"/>
                    <a:pt x="226627" y="165442"/>
                  </a:cubicBezTo>
                  <a:cubicBezTo>
                    <a:pt x="222703" y="169289"/>
                    <a:pt x="218855" y="173214"/>
                    <a:pt x="215085" y="177292"/>
                  </a:cubicBezTo>
                  <a:cubicBezTo>
                    <a:pt x="214238" y="178216"/>
                    <a:pt x="213392" y="179139"/>
                    <a:pt x="212545" y="180062"/>
                  </a:cubicBezTo>
                  <a:cubicBezTo>
                    <a:pt x="208544" y="184448"/>
                    <a:pt x="204619" y="188835"/>
                    <a:pt x="200849" y="193375"/>
                  </a:cubicBezTo>
                  <a:cubicBezTo>
                    <a:pt x="183766" y="213920"/>
                    <a:pt x="168992" y="236235"/>
                    <a:pt x="156603" y="260551"/>
                  </a:cubicBezTo>
                  <a:cubicBezTo>
                    <a:pt x="153371" y="266938"/>
                    <a:pt x="150601" y="272863"/>
                    <a:pt x="147908" y="278865"/>
                  </a:cubicBezTo>
                  <a:cubicBezTo>
                    <a:pt x="144599" y="286406"/>
                    <a:pt x="142060" y="292562"/>
                    <a:pt x="139674" y="298872"/>
                  </a:cubicBezTo>
                  <a:cubicBezTo>
                    <a:pt x="124746" y="338655"/>
                    <a:pt x="115743" y="382362"/>
                    <a:pt x="113204" y="430840"/>
                  </a:cubicBezTo>
                  <a:cubicBezTo>
                    <a:pt x="112742" y="440151"/>
                    <a:pt x="112511" y="448154"/>
                    <a:pt x="112434" y="456234"/>
                  </a:cubicBezTo>
                  <a:cubicBezTo>
                    <a:pt x="98198" y="388903"/>
                    <a:pt x="93582" y="336654"/>
                    <a:pt x="93428" y="335577"/>
                  </a:cubicBezTo>
                  <a:cubicBezTo>
                    <a:pt x="92196" y="321341"/>
                    <a:pt x="79731" y="310722"/>
                    <a:pt x="65495" y="311954"/>
                  </a:cubicBezTo>
                  <a:cubicBezTo>
                    <a:pt x="51259" y="313108"/>
                    <a:pt x="40640" y="325651"/>
                    <a:pt x="41871" y="339886"/>
                  </a:cubicBezTo>
                  <a:cubicBezTo>
                    <a:pt x="42487" y="347581"/>
                    <a:pt x="54183" y="480550"/>
                    <a:pt x="100430" y="602668"/>
                  </a:cubicBezTo>
                  <a:lnTo>
                    <a:pt x="42795" y="552882"/>
                  </a:lnTo>
                  <a:cubicBezTo>
                    <a:pt x="31945" y="543494"/>
                    <a:pt x="15632" y="544726"/>
                    <a:pt x="6321" y="555499"/>
                  </a:cubicBezTo>
                  <a:cubicBezTo>
                    <a:pt x="-3067" y="566348"/>
                    <a:pt x="-1836" y="582662"/>
                    <a:pt x="8937" y="591973"/>
                  </a:cubicBezTo>
                  <a:lnTo>
                    <a:pt x="174224" y="734868"/>
                  </a:lnTo>
                  <a:cubicBezTo>
                    <a:pt x="180226" y="745410"/>
                    <a:pt x="185767" y="755105"/>
                    <a:pt x="191461" y="764647"/>
                  </a:cubicBezTo>
                  <a:cubicBezTo>
                    <a:pt x="192846" y="766956"/>
                    <a:pt x="194231" y="769187"/>
                    <a:pt x="195616" y="771419"/>
                  </a:cubicBezTo>
                  <a:cubicBezTo>
                    <a:pt x="200310" y="779037"/>
                    <a:pt x="205081" y="786578"/>
                    <a:pt x="210083" y="793965"/>
                  </a:cubicBezTo>
                  <a:cubicBezTo>
                    <a:pt x="211391" y="795888"/>
                    <a:pt x="212622" y="797889"/>
                    <a:pt x="213930" y="799813"/>
                  </a:cubicBezTo>
                  <a:cubicBezTo>
                    <a:pt x="220163" y="808893"/>
                    <a:pt x="226550" y="817973"/>
                    <a:pt x="233168" y="826822"/>
                  </a:cubicBezTo>
                  <a:cubicBezTo>
                    <a:pt x="233860" y="827822"/>
                    <a:pt x="234630" y="828746"/>
                    <a:pt x="235399" y="829746"/>
                  </a:cubicBezTo>
                  <a:cubicBezTo>
                    <a:pt x="241401" y="837749"/>
                    <a:pt x="247480" y="845675"/>
                    <a:pt x="253713" y="853524"/>
                  </a:cubicBezTo>
                  <a:cubicBezTo>
                    <a:pt x="255483" y="855755"/>
                    <a:pt x="257253" y="857987"/>
                    <a:pt x="259023" y="860218"/>
                  </a:cubicBezTo>
                  <a:cubicBezTo>
                    <a:pt x="265102" y="867759"/>
                    <a:pt x="271258" y="875300"/>
                    <a:pt x="277491" y="882841"/>
                  </a:cubicBezTo>
                  <a:cubicBezTo>
                    <a:pt x="278414" y="883995"/>
                    <a:pt x="279337" y="885150"/>
                    <a:pt x="280338" y="886304"/>
                  </a:cubicBezTo>
                  <a:cubicBezTo>
                    <a:pt x="287802" y="895230"/>
                    <a:pt x="295343" y="904233"/>
                    <a:pt x="303038" y="913236"/>
                  </a:cubicBezTo>
                  <a:cubicBezTo>
                    <a:pt x="305731" y="916391"/>
                    <a:pt x="308424" y="919623"/>
                    <a:pt x="311194" y="922778"/>
                  </a:cubicBezTo>
                  <a:cubicBezTo>
                    <a:pt x="317504" y="930165"/>
                    <a:pt x="323814" y="937629"/>
                    <a:pt x="330201" y="945093"/>
                  </a:cubicBezTo>
                  <a:cubicBezTo>
                    <a:pt x="338204" y="954481"/>
                    <a:pt x="346206" y="963869"/>
                    <a:pt x="354286" y="973565"/>
                  </a:cubicBezTo>
                  <a:cubicBezTo>
                    <a:pt x="396531" y="1023966"/>
                    <a:pt x="402379" y="1073291"/>
                    <a:pt x="402379" y="1073291"/>
                  </a:cubicBezTo>
                  <a:cubicBezTo>
                    <a:pt x="402379" y="1073291"/>
                    <a:pt x="490871" y="1119615"/>
                    <a:pt x="615068" y="1062672"/>
                  </a:cubicBezTo>
                  <a:cubicBezTo>
                    <a:pt x="619069" y="1060825"/>
                    <a:pt x="623147" y="1058902"/>
                    <a:pt x="627226" y="1056824"/>
                  </a:cubicBezTo>
                  <a:cubicBezTo>
                    <a:pt x="665393" y="1058902"/>
                    <a:pt x="704329" y="1057286"/>
                    <a:pt x="743573" y="1051899"/>
                  </a:cubicBezTo>
                  <a:cubicBezTo>
                    <a:pt x="745805" y="1051591"/>
                    <a:pt x="748113" y="1051438"/>
                    <a:pt x="750345" y="1051053"/>
                  </a:cubicBezTo>
                  <a:cubicBezTo>
                    <a:pt x="892778" y="1029892"/>
                    <a:pt x="999815" y="932704"/>
                    <a:pt x="1069531" y="805661"/>
                  </a:cubicBezTo>
                  <a:cubicBezTo>
                    <a:pt x="1075995" y="793888"/>
                    <a:pt x="1082227" y="781961"/>
                    <a:pt x="1088076" y="769649"/>
                  </a:cubicBezTo>
                  <a:cubicBezTo>
                    <a:pt x="1096617" y="751566"/>
                    <a:pt x="1104543" y="733098"/>
                    <a:pt x="1111699" y="714168"/>
                  </a:cubicBezTo>
                  <a:cubicBezTo>
                    <a:pt x="1115316" y="704703"/>
                    <a:pt x="1118701" y="695162"/>
                    <a:pt x="1121933" y="685543"/>
                  </a:cubicBezTo>
                  <a:cubicBezTo>
                    <a:pt x="1163871" y="560577"/>
                    <a:pt x="1175875" y="422761"/>
                    <a:pt x="1156407" y="304259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C7D41FBF-3D00-6945-88E3-BB6E8FB2FDF8}"/>
                </a:ext>
              </a:extLst>
            </p:cNvPr>
            <p:cNvSpPr/>
            <p:nvPr/>
          </p:nvSpPr>
          <p:spPr>
            <a:xfrm>
              <a:off x="2134870" y="3002915"/>
              <a:ext cx="769620" cy="898525"/>
            </a:xfrm>
            <a:custGeom>
              <a:avLst/>
              <a:gdLst>
                <a:gd name="connsiteX0" fmla="*/ 829438 w 878287"/>
                <a:gd name="connsiteY0" fmla="*/ 295902 h 1024997"/>
                <a:gd name="connsiteX1" fmla="*/ 756643 w 878287"/>
                <a:gd name="connsiteY1" fmla="*/ 12343 h 1024997"/>
                <a:gd name="connsiteX2" fmla="*/ 451308 w 878287"/>
                <a:gd name="connsiteY2" fmla="*/ 262 h 1024997"/>
                <a:gd name="connsiteX3" fmla="*/ 430840 w 878287"/>
                <a:gd name="connsiteY3" fmla="*/ 22116 h 1024997"/>
                <a:gd name="connsiteX4" fmla="*/ 293793 w 878287"/>
                <a:gd name="connsiteY4" fmla="*/ 378084 h 1024997"/>
                <a:gd name="connsiteX5" fmla="*/ 0 w 878287"/>
                <a:gd name="connsiteY5" fmla="*/ 763754 h 1024997"/>
                <a:gd name="connsiteX6" fmla="*/ 4155 w 878287"/>
                <a:gd name="connsiteY6" fmla="*/ 1019919 h 1024997"/>
                <a:gd name="connsiteX7" fmla="*/ 643528 w 878287"/>
                <a:gd name="connsiteY7" fmla="*/ 1024997 h 1024997"/>
                <a:gd name="connsiteX8" fmla="*/ 635217 w 878287"/>
                <a:gd name="connsiteY8" fmla="*/ 829007 h 1024997"/>
                <a:gd name="connsiteX9" fmla="*/ 829438 w 878287"/>
                <a:gd name="connsiteY9" fmla="*/ 745979 h 1024997"/>
                <a:gd name="connsiteX10" fmla="*/ 829438 w 878287"/>
                <a:gd name="connsiteY10" fmla="*/ 295825 h 102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8287" h="1024997">
                  <a:moveTo>
                    <a:pt x="829438" y="295902"/>
                  </a:moveTo>
                  <a:cubicBezTo>
                    <a:pt x="791040" y="110531"/>
                    <a:pt x="756643" y="12343"/>
                    <a:pt x="756643" y="12343"/>
                  </a:cubicBezTo>
                  <a:cubicBezTo>
                    <a:pt x="629523" y="26348"/>
                    <a:pt x="505404" y="9496"/>
                    <a:pt x="451308" y="262"/>
                  </a:cubicBezTo>
                  <a:cubicBezTo>
                    <a:pt x="438612" y="-1892"/>
                    <a:pt x="427839" y="9573"/>
                    <a:pt x="430840" y="22116"/>
                  </a:cubicBezTo>
                  <a:cubicBezTo>
                    <a:pt x="479549" y="227417"/>
                    <a:pt x="293793" y="378084"/>
                    <a:pt x="293793" y="378084"/>
                  </a:cubicBezTo>
                  <a:cubicBezTo>
                    <a:pt x="293100" y="699194"/>
                    <a:pt x="46862" y="755905"/>
                    <a:pt x="0" y="763754"/>
                  </a:cubicBezTo>
                  <a:cubicBezTo>
                    <a:pt x="2309" y="903340"/>
                    <a:pt x="4155" y="1019919"/>
                    <a:pt x="4155" y="1019919"/>
                  </a:cubicBezTo>
                  <a:lnTo>
                    <a:pt x="643528" y="1024997"/>
                  </a:lnTo>
                  <a:lnTo>
                    <a:pt x="635217" y="829007"/>
                  </a:lnTo>
                  <a:cubicBezTo>
                    <a:pt x="635217" y="829007"/>
                    <a:pt x="749410" y="834317"/>
                    <a:pt x="829438" y="745979"/>
                  </a:cubicBezTo>
                  <a:cubicBezTo>
                    <a:pt x="903694" y="664028"/>
                    <a:pt x="884764" y="562839"/>
                    <a:pt x="829438" y="295825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372E9A2A-8010-2264-815A-247D2EC1034F}"/>
                </a:ext>
              </a:extLst>
            </p:cNvPr>
            <p:cNvSpPr/>
            <p:nvPr/>
          </p:nvSpPr>
          <p:spPr>
            <a:xfrm>
              <a:off x="2635250" y="3086735"/>
              <a:ext cx="168910" cy="88900"/>
            </a:xfrm>
            <a:custGeom>
              <a:avLst/>
              <a:gdLst>
                <a:gd name="connsiteX0" fmla="*/ 25791 w 192761"/>
                <a:gd name="connsiteY0" fmla="*/ 101410 h 101410"/>
                <a:gd name="connsiteX1" fmla="*/ 11017 w 192761"/>
                <a:gd name="connsiteY1" fmla="*/ 96717 h 101410"/>
                <a:gd name="connsiteX2" fmla="*/ 4630 w 192761"/>
                <a:gd name="connsiteY2" fmla="*/ 60858 h 101410"/>
                <a:gd name="connsiteX3" fmla="*/ 177843 w 192761"/>
                <a:gd name="connsiteY3" fmla="*/ 13996 h 101410"/>
                <a:gd name="connsiteX4" fmla="*/ 190309 w 192761"/>
                <a:gd name="connsiteY4" fmla="*/ 48392 h 101410"/>
                <a:gd name="connsiteX5" fmla="*/ 155912 w 192761"/>
                <a:gd name="connsiteY5" fmla="*/ 60858 h 101410"/>
                <a:gd name="connsiteX6" fmla="*/ 47106 w 192761"/>
                <a:gd name="connsiteY6" fmla="*/ 90484 h 101410"/>
                <a:gd name="connsiteX7" fmla="*/ 25945 w 192761"/>
                <a:gd name="connsiteY7" fmla="*/ 101410 h 10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761" h="101410">
                  <a:moveTo>
                    <a:pt x="25791" y="101410"/>
                  </a:moveTo>
                  <a:cubicBezTo>
                    <a:pt x="20635" y="101410"/>
                    <a:pt x="15480" y="99871"/>
                    <a:pt x="11017" y="96717"/>
                  </a:cubicBezTo>
                  <a:cubicBezTo>
                    <a:pt x="-603" y="88560"/>
                    <a:pt x="-3527" y="72554"/>
                    <a:pt x="4630" y="60858"/>
                  </a:cubicBezTo>
                  <a:cubicBezTo>
                    <a:pt x="27792" y="27462"/>
                    <a:pt x="93737" y="-25402"/>
                    <a:pt x="177843" y="13996"/>
                  </a:cubicBezTo>
                  <a:cubicBezTo>
                    <a:pt x="190770" y="20075"/>
                    <a:pt x="196388" y="35465"/>
                    <a:pt x="190309" y="48392"/>
                  </a:cubicBezTo>
                  <a:cubicBezTo>
                    <a:pt x="184230" y="61320"/>
                    <a:pt x="168763" y="66937"/>
                    <a:pt x="155912" y="60858"/>
                  </a:cubicBezTo>
                  <a:cubicBezTo>
                    <a:pt x="91967" y="30848"/>
                    <a:pt x="51492" y="84328"/>
                    <a:pt x="47106" y="90484"/>
                  </a:cubicBezTo>
                  <a:cubicBezTo>
                    <a:pt x="42104" y="97563"/>
                    <a:pt x="34024" y="101410"/>
                    <a:pt x="25945" y="101410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E4CEB039-134F-0795-4985-CBF7C52AF0F6}"/>
                </a:ext>
              </a:extLst>
            </p:cNvPr>
            <p:cNvSpPr/>
            <p:nvPr/>
          </p:nvSpPr>
          <p:spPr>
            <a:xfrm>
              <a:off x="2847975" y="3226435"/>
              <a:ext cx="62230" cy="179705"/>
            </a:xfrm>
            <a:custGeom>
              <a:avLst/>
              <a:gdLst>
                <a:gd name="connsiteX0" fmla="*/ 77 w 71309"/>
                <a:gd name="connsiteY0" fmla="*/ 0 h 205147"/>
                <a:gd name="connsiteX1" fmla="*/ 70486 w 71309"/>
                <a:gd name="connsiteY1" fmla="*/ 102574 h 205147"/>
                <a:gd name="connsiteX2" fmla="*/ 38398 w 71309"/>
                <a:gd name="connsiteY2" fmla="*/ 205147 h 205147"/>
                <a:gd name="connsiteX3" fmla="*/ 0 w 71309"/>
                <a:gd name="connsiteY3" fmla="*/ 77 h 20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9" h="205147">
                  <a:moveTo>
                    <a:pt x="77" y="0"/>
                  </a:moveTo>
                  <a:cubicBezTo>
                    <a:pt x="77" y="0"/>
                    <a:pt x="63560" y="72102"/>
                    <a:pt x="70486" y="102574"/>
                  </a:cubicBezTo>
                  <a:cubicBezTo>
                    <a:pt x="77411" y="133046"/>
                    <a:pt x="38398" y="205147"/>
                    <a:pt x="38398" y="205147"/>
                  </a:cubicBezTo>
                  <a:lnTo>
                    <a:pt x="0" y="77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62" name="그래픽 42">
              <a:extLst>
                <a:ext uri="{FF2B5EF4-FFF2-40B4-BE49-F238E27FC236}">
                  <a16:creationId xmlns:a16="http://schemas.microsoft.com/office/drawing/2014/main" id="{7576F1BF-6C64-CD51-9CCA-145EC81D2986}"/>
                </a:ext>
              </a:extLst>
            </p:cNvPr>
            <p:cNvGrpSpPr/>
            <p:nvPr/>
          </p:nvGrpSpPr>
          <p:grpSpPr>
            <a:xfrm>
              <a:off x="2253615" y="3220720"/>
              <a:ext cx="220980" cy="207645"/>
              <a:chOff x="2253615" y="3220720"/>
              <a:chExt cx="220980" cy="207645"/>
            </a:xfrm>
          </p:grpSpPr>
          <p:sp>
            <p:nvSpPr>
              <p:cNvPr id="63" name="자유형: 도형 62">
                <a:extLst>
                  <a:ext uri="{FF2B5EF4-FFF2-40B4-BE49-F238E27FC236}">
                    <a16:creationId xmlns:a16="http://schemas.microsoft.com/office/drawing/2014/main" id="{2269A1F5-9F3E-620A-F41C-7DEC6045C89E}"/>
                  </a:ext>
                </a:extLst>
              </p:cNvPr>
              <p:cNvSpPr/>
              <p:nvPr/>
            </p:nvSpPr>
            <p:spPr>
              <a:xfrm>
                <a:off x="2253615" y="3220720"/>
                <a:ext cx="220980" cy="207645"/>
              </a:xfrm>
              <a:custGeom>
                <a:avLst/>
                <a:gdLst>
                  <a:gd name="connsiteX0" fmla="*/ 17999 w 252379"/>
                  <a:gd name="connsiteY0" fmla="*/ 33420 h 237052"/>
                  <a:gd name="connsiteX1" fmla="*/ 61321 w 252379"/>
                  <a:gd name="connsiteY1" fmla="*/ 201016 h 237052"/>
                  <a:gd name="connsiteX2" fmla="*/ 234380 w 252379"/>
                  <a:gd name="connsiteY2" fmla="*/ 203632 h 237052"/>
                  <a:gd name="connsiteX3" fmla="*/ 191058 w 252379"/>
                  <a:gd name="connsiteY3" fmla="*/ 36036 h 237052"/>
                  <a:gd name="connsiteX4" fmla="*/ 17999 w 252379"/>
                  <a:gd name="connsiteY4" fmla="*/ 33420 h 237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2379" h="237052">
                    <a:moveTo>
                      <a:pt x="17999" y="33420"/>
                    </a:moveTo>
                    <a:cubicBezTo>
                      <a:pt x="-17860" y="78974"/>
                      <a:pt x="1532" y="154000"/>
                      <a:pt x="61321" y="201016"/>
                    </a:cubicBezTo>
                    <a:cubicBezTo>
                      <a:pt x="121111" y="248032"/>
                      <a:pt x="198599" y="249186"/>
                      <a:pt x="234380" y="203632"/>
                    </a:cubicBezTo>
                    <a:cubicBezTo>
                      <a:pt x="270239" y="158078"/>
                      <a:pt x="250848" y="83052"/>
                      <a:pt x="191058" y="36036"/>
                    </a:cubicBezTo>
                    <a:cubicBezTo>
                      <a:pt x="131268" y="-10980"/>
                      <a:pt x="53780" y="-12134"/>
                      <a:pt x="17999" y="33420"/>
                    </a:cubicBezTo>
                    <a:close/>
                  </a:path>
                </a:pathLst>
              </a:custGeom>
              <a:solidFill>
                <a:srgbClr val="FFBDBD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ADEAFC4B-52C6-9700-24A5-AFC28D3AF57F}"/>
                  </a:ext>
                </a:extLst>
              </p:cNvPr>
              <p:cNvSpPr/>
              <p:nvPr/>
            </p:nvSpPr>
            <p:spPr>
              <a:xfrm>
                <a:off x="2284730" y="3239770"/>
                <a:ext cx="136525" cy="64135"/>
              </a:xfrm>
              <a:custGeom>
                <a:avLst/>
                <a:gdLst>
                  <a:gd name="connsiteX0" fmla="*/ 129523 w 155504"/>
                  <a:gd name="connsiteY0" fmla="*/ 73160 h 73160"/>
                  <a:gd name="connsiteX1" fmla="*/ 113594 w 155504"/>
                  <a:gd name="connsiteY1" fmla="*/ 67620 h 73160"/>
                  <a:gd name="connsiteX2" fmla="*/ 46187 w 155504"/>
                  <a:gd name="connsiteY2" fmla="*/ 61695 h 73160"/>
                  <a:gd name="connsiteX3" fmla="*/ 9867 w 155504"/>
                  <a:gd name="connsiteY3" fmla="*/ 66004 h 73160"/>
                  <a:gd name="connsiteX4" fmla="*/ 5558 w 155504"/>
                  <a:gd name="connsiteY4" fmla="*/ 29684 h 73160"/>
                  <a:gd name="connsiteX5" fmla="*/ 145605 w 155504"/>
                  <a:gd name="connsiteY5" fmla="*/ 26914 h 73160"/>
                  <a:gd name="connsiteX6" fmla="*/ 149915 w 155504"/>
                  <a:gd name="connsiteY6" fmla="*/ 63234 h 73160"/>
                  <a:gd name="connsiteX7" fmla="*/ 129523 w 155504"/>
                  <a:gd name="connsiteY7" fmla="*/ 73160 h 73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504" h="73160">
                    <a:moveTo>
                      <a:pt x="129523" y="73160"/>
                    </a:moveTo>
                    <a:cubicBezTo>
                      <a:pt x="123983" y="73160"/>
                      <a:pt x="118288" y="71314"/>
                      <a:pt x="113594" y="67620"/>
                    </a:cubicBezTo>
                    <a:cubicBezTo>
                      <a:pt x="89432" y="48690"/>
                      <a:pt x="58653" y="45920"/>
                      <a:pt x="46187" y="61695"/>
                    </a:cubicBezTo>
                    <a:cubicBezTo>
                      <a:pt x="37338" y="72853"/>
                      <a:pt x="21101" y="74853"/>
                      <a:pt x="9867" y="66004"/>
                    </a:cubicBezTo>
                    <a:cubicBezTo>
                      <a:pt x="-1368" y="57155"/>
                      <a:pt x="-3292" y="40919"/>
                      <a:pt x="5558" y="29684"/>
                    </a:cubicBezTo>
                    <a:cubicBezTo>
                      <a:pt x="35876" y="-8791"/>
                      <a:pt x="98666" y="-10022"/>
                      <a:pt x="145605" y="26914"/>
                    </a:cubicBezTo>
                    <a:cubicBezTo>
                      <a:pt x="156840" y="35763"/>
                      <a:pt x="158841" y="51999"/>
                      <a:pt x="149915" y="63234"/>
                    </a:cubicBezTo>
                    <a:cubicBezTo>
                      <a:pt x="144836" y="69698"/>
                      <a:pt x="137218" y="73160"/>
                      <a:pt x="129523" y="73160"/>
                    </a:cubicBezTo>
                    <a:close/>
                  </a:path>
                </a:pathLst>
              </a:custGeom>
              <a:solidFill>
                <a:srgbClr val="ED5858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A084E5E5-9AF3-1C25-B7C5-B172D77C6D7A}"/>
                </a:ext>
              </a:extLst>
            </p:cNvPr>
            <p:cNvSpPr/>
            <p:nvPr/>
          </p:nvSpPr>
          <p:spPr>
            <a:xfrm>
              <a:off x="2574290" y="3705860"/>
              <a:ext cx="130810" cy="52070"/>
            </a:xfrm>
            <a:custGeom>
              <a:avLst/>
              <a:gdLst>
                <a:gd name="connsiteX0" fmla="*/ 109990 w 149229"/>
                <a:gd name="connsiteY0" fmla="*/ 59314 h 59314"/>
                <a:gd name="connsiteX1" fmla="*/ 22190 w 149229"/>
                <a:gd name="connsiteY1" fmla="*/ 51542 h 59314"/>
                <a:gd name="connsiteX2" fmla="*/ 260 w 149229"/>
                <a:gd name="connsiteY2" fmla="*/ 22225 h 59314"/>
                <a:gd name="connsiteX3" fmla="*/ 29578 w 149229"/>
                <a:gd name="connsiteY3" fmla="*/ 294 h 59314"/>
                <a:gd name="connsiteX4" fmla="*/ 120224 w 149229"/>
                <a:gd name="connsiteY4" fmla="*/ 7219 h 59314"/>
                <a:gd name="connsiteX5" fmla="*/ 149003 w 149229"/>
                <a:gd name="connsiteY5" fmla="*/ 29535 h 59314"/>
                <a:gd name="connsiteX6" fmla="*/ 127226 w 149229"/>
                <a:gd name="connsiteY6" fmla="*/ 58468 h 59314"/>
                <a:gd name="connsiteX7" fmla="*/ 109913 w 149229"/>
                <a:gd name="connsiteY7" fmla="*/ 59314 h 5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229" h="59314">
                  <a:moveTo>
                    <a:pt x="109990" y="59314"/>
                  </a:moveTo>
                  <a:cubicBezTo>
                    <a:pt x="94138" y="59314"/>
                    <a:pt x="66436" y="57929"/>
                    <a:pt x="22190" y="51542"/>
                  </a:cubicBezTo>
                  <a:cubicBezTo>
                    <a:pt x="8032" y="49542"/>
                    <a:pt x="-1741" y="36383"/>
                    <a:pt x="260" y="22225"/>
                  </a:cubicBezTo>
                  <a:cubicBezTo>
                    <a:pt x="2337" y="8066"/>
                    <a:pt x="15265" y="-1861"/>
                    <a:pt x="29578" y="294"/>
                  </a:cubicBezTo>
                  <a:cubicBezTo>
                    <a:pt x="95831" y="9836"/>
                    <a:pt x="120070" y="7296"/>
                    <a:pt x="120224" y="7219"/>
                  </a:cubicBezTo>
                  <a:cubicBezTo>
                    <a:pt x="134383" y="5450"/>
                    <a:pt x="147233" y="15530"/>
                    <a:pt x="149003" y="29535"/>
                  </a:cubicBezTo>
                  <a:cubicBezTo>
                    <a:pt x="150850" y="43540"/>
                    <a:pt x="141231" y="56467"/>
                    <a:pt x="127226" y="58468"/>
                  </a:cubicBezTo>
                  <a:cubicBezTo>
                    <a:pt x="126072" y="58622"/>
                    <a:pt x="120762" y="59314"/>
                    <a:pt x="109913" y="59314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" name="자유형: 도형 65">
              <a:extLst>
                <a:ext uri="{FF2B5EF4-FFF2-40B4-BE49-F238E27FC236}">
                  <a16:creationId xmlns:a16="http://schemas.microsoft.com/office/drawing/2014/main" id="{7BCFB39A-3C72-0776-77D9-2292EF217D30}"/>
                </a:ext>
              </a:extLst>
            </p:cNvPr>
            <p:cNvSpPr/>
            <p:nvPr/>
          </p:nvSpPr>
          <p:spPr>
            <a:xfrm>
              <a:off x="2753360" y="3369945"/>
              <a:ext cx="131445" cy="113665"/>
            </a:xfrm>
            <a:custGeom>
              <a:avLst/>
              <a:gdLst>
                <a:gd name="connsiteX0" fmla="*/ 123966 w 150128"/>
                <a:gd name="connsiteY0" fmla="*/ 129319 h 129424"/>
                <a:gd name="connsiteX1" fmla="*/ 1924 w 150128"/>
                <a:gd name="connsiteY1" fmla="*/ 35595 h 129424"/>
                <a:gd name="connsiteX2" fmla="*/ 16006 w 150128"/>
                <a:gd name="connsiteY2" fmla="*/ 1968 h 129424"/>
                <a:gd name="connsiteX3" fmla="*/ 49787 w 150128"/>
                <a:gd name="connsiteY3" fmla="*/ 15973 h 129424"/>
                <a:gd name="connsiteX4" fmla="*/ 123966 w 150128"/>
                <a:gd name="connsiteY4" fmla="*/ 77609 h 129424"/>
                <a:gd name="connsiteX5" fmla="*/ 150129 w 150128"/>
                <a:gd name="connsiteY5" fmla="*/ 103387 h 129424"/>
                <a:gd name="connsiteX6" fmla="*/ 123889 w 150128"/>
                <a:gd name="connsiteY6" fmla="*/ 129396 h 129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128" h="129424">
                  <a:moveTo>
                    <a:pt x="123966" y="129319"/>
                  </a:moveTo>
                  <a:cubicBezTo>
                    <a:pt x="41169" y="129319"/>
                    <a:pt x="3463" y="39442"/>
                    <a:pt x="1924" y="35595"/>
                  </a:cubicBezTo>
                  <a:cubicBezTo>
                    <a:pt x="-3462" y="22360"/>
                    <a:pt x="2848" y="7354"/>
                    <a:pt x="16006" y="1968"/>
                  </a:cubicBezTo>
                  <a:cubicBezTo>
                    <a:pt x="29241" y="-3495"/>
                    <a:pt x="44323" y="2814"/>
                    <a:pt x="49787" y="15973"/>
                  </a:cubicBezTo>
                  <a:cubicBezTo>
                    <a:pt x="50018" y="16588"/>
                    <a:pt x="76027" y="77609"/>
                    <a:pt x="123966" y="77609"/>
                  </a:cubicBezTo>
                  <a:cubicBezTo>
                    <a:pt x="138510" y="77609"/>
                    <a:pt x="150129" y="89152"/>
                    <a:pt x="150129" y="103387"/>
                  </a:cubicBezTo>
                  <a:cubicBezTo>
                    <a:pt x="150129" y="117854"/>
                    <a:pt x="137586" y="130089"/>
                    <a:pt x="123889" y="12939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C19B64FB-0059-ADB1-11E8-254B203E7A0A}"/>
                </a:ext>
              </a:extLst>
            </p:cNvPr>
            <p:cNvSpPr/>
            <p:nvPr/>
          </p:nvSpPr>
          <p:spPr>
            <a:xfrm>
              <a:off x="1277620" y="3713480"/>
              <a:ext cx="3935730" cy="3209925"/>
            </a:xfrm>
            <a:custGeom>
              <a:avLst/>
              <a:gdLst>
                <a:gd name="connsiteX0" fmla="*/ 3554833 w 4490615"/>
                <a:gd name="connsiteY0" fmla="*/ 4287 h 3662683"/>
                <a:gd name="connsiteX1" fmla="*/ 3064512 w 4490615"/>
                <a:gd name="connsiteY1" fmla="*/ 1149217 h 3662683"/>
                <a:gd name="connsiteX2" fmla="*/ 1628636 w 4490615"/>
                <a:gd name="connsiteY2" fmla="*/ 240598 h 3662683"/>
                <a:gd name="connsiteX3" fmla="*/ 939323 w 4490615"/>
                <a:gd name="connsiteY3" fmla="*/ 249448 h 3662683"/>
                <a:gd name="connsiteX4" fmla="*/ 21625 w 4490615"/>
                <a:gd name="connsiteY4" fmla="*/ 1486948 h 3662683"/>
                <a:gd name="connsiteX5" fmla="*/ 243393 w 4490615"/>
                <a:gd name="connsiteY5" fmla="*/ 2606177 h 3662683"/>
                <a:gd name="connsiteX6" fmla="*/ 250549 w 4490615"/>
                <a:gd name="connsiteY6" fmla="*/ 3641378 h 3662683"/>
                <a:gd name="connsiteX7" fmla="*/ 2975020 w 4490615"/>
                <a:gd name="connsiteY7" fmla="*/ 3641378 h 3662683"/>
                <a:gd name="connsiteX8" fmla="*/ 2620206 w 4490615"/>
                <a:gd name="connsiteY8" fmla="*/ 2248901 h 3662683"/>
                <a:gd name="connsiteX9" fmla="*/ 3675721 w 4490615"/>
                <a:gd name="connsiteY9" fmla="*/ 2374405 h 3662683"/>
                <a:gd name="connsiteX10" fmla="*/ 4490615 w 4490615"/>
                <a:gd name="connsiteY10" fmla="*/ 221823 h 3662683"/>
                <a:gd name="connsiteX11" fmla="*/ 4003602 w 4490615"/>
                <a:gd name="connsiteY11" fmla="*/ 53380 h 3662683"/>
                <a:gd name="connsiteX12" fmla="*/ 3554833 w 4490615"/>
                <a:gd name="connsiteY12" fmla="*/ 4287 h 3662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490615" h="3662683">
                  <a:moveTo>
                    <a:pt x="3554833" y="4287"/>
                  </a:moveTo>
                  <a:cubicBezTo>
                    <a:pt x="3343761" y="548550"/>
                    <a:pt x="3064512" y="1149217"/>
                    <a:pt x="3064512" y="1149217"/>
                  </a:cubicBezTo>
                  <a:cubicBezTo>
                    <a:pt x="2426063" y="416120"/>
                    <a:pt x="2282244" y="310237"/>
                    <a:pt x="1628636" y="240598"/>
                  </a:cubicBezTo>
                  <a:cubicBezTo>
                    <a:pt x="1610553" y="238675"/>
                    <a:pt x="1214340" y="211050"/>
                    <a:pt x="939323" y="249448"/>
                  </a:cubicBezTo>
                  <a:cubicBezTo>
                    <a:pt x="125352" y="363179"/>
                    <a:pt x="-72715" y="1045412"/>
                    <a:pt x="21625" y="1486948"/>
                  </a:cubicBezTo>
                  <a:cubicBezTo>
                    <a:pt x="176524" y="2211504"/>
                    <a:pt x="193453" y="2290684"/>
                    <a:pt x="243393" y="2606177"/>
                  </a:cubicBezTo>
                  <a:cubicBezTo>
                    <a:pt x="284407" y="2865112"/>
                    <a:pt x="250549" y="3641378"/>
                    <a:pt x="250549" y="3641378"/>
                  </a:cubicBezTo>
                  <a:cubicBezTo>
                    <a:pt x="250549" y="3641378"/>
                    <a:pt x="2564572" y="3689317"/>
                    <a:pt x="2975020" y="3641378"/>
                  </a:cubicBezTo>
                  <a:cubicBezTo>
                    <a:pt x="2975020" y="3641378"/>
                    <a:pt x="2623053" y="2305920"/>
                    <a:pt x="2620206" y="2248901"/>
                  </a:cubicBezTo>
                  <a:cubicBezTo>
                    <a:pt x="2952089" y="2615873"/>
                    <a:pt x="3462571" y="2475671"/>
                    <a:pt x="3675721" y="2374405"/>
                  </a:cubicBezTo>
                  <a:cubicBezTo>
                    <a:pt x="3955970" y="2241206"/>
                    <a:pt x="4032997" y="2050987"/>
                    <a:pt x="4490615" y="221823"/>
                  </a:cubicBezTo>
                  <a:cubicBezTo>
                    <a:pt x="4490615" y="221823"/>
                    <a:pt x="4344334" y="131253"/>
                    <a:pt x="4003602" y="53380"/>
                  </a:cubicBezTo>
                  <a:cubicBezTo>
                    <a:pt x="3675721" y="-21491"/>
                    <a:pt x="3554833" y="4287"/>
                    <a:pt x="3554833" y="4287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A5BB0E43-A57B-1471-3830-E4568034F03E}"/>
                </a:ext>
              </a:extLst>
            </p:cNvPr>
            <p:cNvSpPr/>
            <p:nvPr/>
          </p:nvSpPr>
          <p:spPr>
            <a:xfrm>
              <a:off x="2693035" y="3910330"/>
              <a:ext cx="1303655" cy="842010"/>
            </a:xfrm>
            <a:custGeom>
              <a:avLst/>
              <a:gdLst>
                <a:gd name="connsiteX0" fmla="*/ 1461806 w 1487705"/>
                <a:gd name="connsiteY0" fmla="*/ 960404 h 960480"/>
                <a:gd name="connsiteX1" fmla="*/ 1442261 w 1487705"/>
                <a:gd name="connsiteY1" fmla="*/ 951555 h 960480"/>
                <a:gd name="connsiteX2" fmla="*/ 23160 w 1487705"/>
                <a:gd name="connsiteY2" fmla="*/ 51631 h 960480"/>
                <a:gd name="connsiteX3" fmla="*/ 152 w 1487705"/>
                <a:gd name="connsiteY3" fmla="*/ 23160 h 960480"/>
                <a:gd name="connsiteX4" fmla="*/ 28623 w 1487705"/>
                <a:gd name="connsiteY4" fmla="*/ 152 h 960480"/>
                <a:gd name="connsiteX5" fmla="*/ 1481351 w 1487705"/>
                <a:gd name="connsiteY5" fmla="*/ 917543 h 960480"/>
                <a:gd name="connsiteX6" fmla="*/ 1478812 w 1487705"/>
                <a:gd name="connsiteY6" fmla="*/ 954094 h 960480"/>
                <a:gd name="connsiteX7" fmla="*/ 1461806 w 1487705"/>
                <a:gd name="connsiteY7" fmla="*/ 960481 h 96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7705" h="960480">
                  <a:moveTo>
                    <a:pt x="1461806" y="960404"/>
                  </a:moveTo>
                  <a:cubicBezTo>
                    <a:pt x="1454573" y="960404"/>
                    <a:pt x="1447417" y="957403"/>
                    <a:pt x="1442261" y="951555"/>
                  </a:cubicBezTo>
                  <a:cubicBezTo>
                    <a:pt x="813892" y="230000"/>
                    <a:pt x="680308" y="121732"/>
                    <a:pt x="23160" y="51631"/>
                  </a:cubicBezTo>
                  <a:cubicBezTo>
                    <a:pt x="8924" y="50092"/>
                    <a:pt x="-1387" y="37396"/>
                    <a:pt x="152" y="23160"/>
                  </a:cubicBezTo>
                  <a:cubicBezTo>
                    <a:pt x="1691" y="8924"/>
                    <a:pt x="14388" y="-1387"/>
                    <a:pt x="28623" y="152"/>
                  </a:cubicBezTo>
                  <a:cubicBezTo>
                    <a:pt x="700315" y="71715"/>
                    <a:pt x="850520" y="193218"/>
                    <a:pt x="1481351" y="917543"/>
                  </a:cubicBezTo>
                  <a:cubicBezTo>
                    <a:pt x="1490739" y="928316"/>
                    <a:pt x="1489585" y="944629"/>
                    <a:pt x="1478812" y="954094"/>
                  </a:cubicBezTo>
                  <a:cubicBezTo>
                    <a:pt x="1473887" y="958326"/>
                    <a:pt x="1467885" y="960481"/>
                    <a:pt x="1461806" y="960481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" name="자유형: 도형 68">
              <a:extLst>
                <a:ext uri="{FF2B5EF4-FFF2-40B4-BE49-F238E27FC236}">
                  <a16:creationId xmlns:a16="http://schemas.microsoft.com/office/drawing/2014/main" id="{11911E63-7C33-3A07-75AA-A34712CE2140}"/>
                </a:ext>
              </a:extLst>
            </p:cNvPr>
            <p:cNvSpPr/>
            <p:nvPr/>
          </p:nvSpPr>
          <p:spPr>
            <a:xfrm>
              <a:off x="3951605" y="4706620"/>
              <a:ext cx="180975" cy="687705"/>
            </a:xfrm>
            <a:custGeom>
              <a:avLst/>
              <a:gdLst>
                <a:gd name="connsiteX0" fmla="*/ 180367 w 206298"/>
                <a:gd name="connsiteY0" fmla="*/ 785035 h 785035"/>
                <a:gd name="connsiteX1" fmla="*/ 154512 w 206298"/>
                <a:gd name="connsiteY1" fmla="*/ 759180 h 785035"/>
                <a:gd name="connsiteX2" fmla="*/ 998 w 206298"/>
                <a:gd name="connsiteY2" fmla="*/ 32932 h 785035"/>
                <a:gd name="connsiteX3" fmla="*/ 18850 w 206298"/>
                <a:gd name="connsiteY3" fmla="*/ 998 h 785035"/>
                <a:gd name="connsiteX4" fmla="*/ 50784 w 206298"/>
                <a:gd name="connsiteY4" fmla="*/ 18850 h 785035"/>
                <a:gd name="connsiteX5" fmla="*/ 206299 w 206298"/>
                <a:gd name="connsiteY5" fmla="*/ 759180 h 785035"/>
                <a:gd name="connsiteX6" fmla="*/ 180444 w 206298"/>
                <a:gd name="connsiteY6" fmla="*/ 785035 h 785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298" h="785035">
                  <a:moveTo>
                    <a:pt x="180367" y="785035"/>
                  </a:moveTo>
                  <a:cubicBezTo>
                    <a:pt x="166054" y="785035"/>
                    <a:pt x="154512" y="773416"/>
                    <a:pt x="154512" y="759180"/>
                  </a:cubicBezTo>
                  <a:cubicBezTo>
                    <a:pt x="154512" y="577580"/>
                    <a:pt x="2537" y="38318"/>
                    <a:pt x="998" y="32932"/>
                  </a:cubicBezTo>
                  <a:cubicBezTo>
                    <a:pt x="-2927" y="19158"/>
                    <a:pt x="5076" y="4845"/>
                    <a:pt x="18850" y="998"/>
                  </a:cubicBezTo>
                  <a:cubicBezTo>
                    <a:pt x="32624" y="-2927"/>
                    <a:pt x="46937" y="5076"/>
                    <a:pt x="50784" y="18850"/>
                  </a:cubicBezTo>
                  <a:cubicBezTo>
                    <a:pt x="57094" y="41319"/>
                    <a:pt x="206299" y="570423"/>
                    <a:pt x="206299" y="759180"/>
                  </a:cubicBezTo>
                  <a:cubicBezTo>
                    <a:pt x="206299" y="773493"/>
                    <a:pt x="194679" y="785035"/>
                    <a:pt x="180444" y="785035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686A9351-034D-B06F-559D-C523DC15AB60}"/>
                </a:ext>
              </a:extLst>
            </p:cNvPr>
            <p:cNvSpPr/>
            <p:nvPr/>
          </p:nvSpPr>
          <p:spPr>
            <a:xfrm>
              <a:off x="2919730" y="5164455"/>
              <a:ext cx="741045" cy="600075"/>
            </a:xfrm>
            <a:custGeom>
              <a:avLst/>
              <a:gdLst>
                <a:gd name="connsiteX0" fmla="*/ 819615 w 845506"/>
                <a:gd name="connsiteY0" fmla="*/ 684800 h 684799"/>
                <a:gd name="connsiteX1" fmla="*/ 806533 w 845506"/>
                <a:gd name="connsiteY1" fmla="*/ 681183 h 684799"/>
                <a:gd name="connsiteX2" fmla="*/ 6952 w 845506"/>
                <a:gd name="connsiteY2" fmla="*/ 43503 h 684799"/>
                <a:gd name="connsiteX3" fmla="*/ 8260 w 845506"/>
                <a:gd name="connsiteY3" fmla="*/ 6952 h 684799"/>
                <a:gd name="connsiteX4" fmla="*/ 44811 w 845506"/>
                <a:gd name="connsiteY4" fmla="*/ 8260 h 684799"/>
                <a:gd name="connsiteX5" fmla="*/ 832773 w 845506"/>
                <a:gd name="connsiteY5" fmla="*/ 636552 h 684799"/>
                <a:gd name="connsiteX6" fmla="*/ 841930 w 845506"/>
                <a:gd name="connsiteY6" fmla="*/ 672026 h 684799"/>
                <a:gd name="connsiteX7" fmla="*/ 819615 w 845506"/>
                <a:gd name="connsiteY7" fmla="*/ 684800 h 684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5506" h="684799">
                  <a:moveTo>
                    <a:pt x="819615" y="684800"/>
                  </a:moveTo>
                  <a:cubicBezTo>
                    <a:pt x="815152" y="684800"/>
                    <a:pt x="810612" y="683645"/>
                    <a:pt x="806533" y="681183"/>
                  </a:cubicBezTo>
                  <a:cubicBezTo>
                    <a:pt x="350377" y="412399"/>
                    <a:pt x="167930" y="216408"/>
                    <a:pt x="6952" y="43503"/>
                  </a:cubicBezTo>
                  <a:cubicBezTo>
                    <a:pt x="-2820" y="33038"/>
                    <a:pt x="-2205" y="16648"/>
                    <a:pt x="8260" y="6952"/>
                  </a:cubicBezTo>
                  <a:cubicBezTo>
                    <a:pt x="18725" y="-2820"/>
                    <a:pt x="35116" y="-2205"/>
                    <a:pt x="44811" y="8260"/>
                  </a:cubicBezTo>
                  <a:cubicBezTo>
                    <a:pt x="203404" y="178549"/>
                    <a:pt x="383081" y="371615"/>
                    <a:pt x="832773" y="636552"/>
                  </a:cubicBezTo>
                  <a:cubicBezTo>
                    <a:pt x="845085" y="643785"/>
                    <a:pt x="849163" y="659714"/>
                    <a:pt x="841930" y="672026"/>
                  </a:cubicBezTo>
                  <a:cubicBezTo>
                    <a:pt x="837082" y="680183"/>
                    <a:pt x="828464" y="684800"/>
                    <a:pt x="819615" y="684800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" name="자유형: 도형 70">
              <a:extLst>
                <a:ext uri="{FF2B5EF4-FFF2-40B4-BE49-F238E27FC236}">
                  <a16:creationId xmlns:a16="http://schemas.microsoft.com/office/drawing/2014/main" id="{053FA562-3135-1C83-1A2C-F0622088CD2E}"/>
                </a:ext>
              </a:extLst>
            </p:cNvPr>
            <p:cNvSpPr/>
            <p:nvPr/>
          </p:nvSpPr>
          <p:spPr>
            <a:xfrm>
              <a:off x="2581910" y="3262630"/>
              <a:ext cx="152400" cy="152400"/>
            </a:xfrm>
            <a:custGeom>
              <a:avLst/>
              <a:gdLst>
                <a:gd name="connsiteX0" fmla="*/ 173752 w 173751"/>
                <a:gd name="connsiteY0" fmla="*/ 86876 h 173751"/>
                <a:gd name="connsiteX1" fmla="*/ 86876 w 173751"/>
                <a:gd name="connsiteY1" fmla="*/ 173752 h 173751"/>
                <a:gd name="connsiteX2" fmla="*/ 0 w 173751"/>
                <a:gd name="connsiteY2" fmla="*/ 86876 h 173751"/>
                <a:gd name="connsiteX3" fmla="*/ 86876 w 173751"/>
                <a:gd name="connsiteY3" fmla="*/ 0 h 173751"/>
                <a:gd name="connsiteX4" fmla="*/ 173752 w 173751"/>
                <a:gd name="connsiteY4" fmla="*/ 86876 h 173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751" h="173751">
                  <a:moveTo>
                    <a:pt x="173752" y="86876"/>
                  </a:moveTo>
                  <a:cubicBezTo>
                    <a:pt x="173752" y="134815"/>
                    <a:pt x="134892" y="173752"/>
                    <a:pt x="86876" y="173752"/>
                  </a:cubicBezTo>
                  <a:cubicBezTo>
                    <a:pt x="38859" y="173752"/>
                    <a:pt x="0" y="134892"/>
                    <a:pt x="0" y="86876"/>
                  </a:cubicBezTo>
                  <a:cubicBezTo>
                    <a:pt x="0" y="38859"/>
                    <a:pt x="38859" y="0"/>
                    <a:pt x="86876" y="0"/>
                  </a:cubicBezTo>
                  <a:cubicBezTo>
                    <a:pt x="134892" y="0"/>
                    <a:pt x="173752" y="38859"/>
                    <a:pt x="173752" y="86876"/>
                  </a:cubicBezTo>
                  <a:close/>
                </a:path>
              </a:pathLst>
            </a:custGeom>
            <a:solidFill>
              <a:srgbClr val="FF9797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34D9F70F-7E37-F443-1614-FADE255861A0}"/>
                </a:ext>
              </a:extLst>
            </p:cNvPr>
            <p:cNvSpPr/>
            <p:nvPr/>
          </p:nvSpPr>
          <p:spPr>
            <a:xfrm>
              <a:off x="4314190" y="2766060"/>
              <a:ext cx="473710" cy="473710"/>
            </a:xfrm>
            <a:custGeom>
              <a:avLst/>
              <a:gdLst>
                <a:gd name="connsiteX0" fmla="*/ 540647 w 540646"/>
                <a:gd name="connsiteY0" fmla="*/ 270323 h 540646"/>
                <a:gd name="connsiteX1" fmla="*/ 270323 w 540646"/>
                <a:gd name="connsiteY1" fmla="*/ 540647 h 540646"/>
                <a:gd name="connsiteX2" fmla="*/ 0 w 540646"/>
                <a:gd name="connsiteY2" fmla="*/ 270323 h 540646"/>
                <a:gd name="connsiteX3" fmla="*/ 270323 w 540646"/>
                <a:gd name="connsiteY3" fmla="*/ 0 h 540646"/>
                <a:gd name="connsiteX4" fmla="*/ 540647 w 540646"/>
                <a:gd name="connsiteY4" fmla="*/ 270323 h 540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646" h="540646">
                  <a:moveTo>
                    <a:pt x="540647" y="270323"/>
                  </a:moveTo>
                  <a:cubicBezTo>
                    <a:pt x="540647" y="419605"/>
                    <a:pt x="419605" y="540647"/>
                    <a:pt x="270323" y="540647"/>
                  </a:cubicBezTo>
                  <a:cubicBezTo>
                    <a:pt x="121041" y="540647"/>
                    <a:pt x="0" y="419605"/>
                    <a:pt x="0" y="270323"/>
                  </a:cubicBezTo>
                  <a:cubicBezTo>
                    <a:pt x="0" y="121041"/>
                    <a:pt x="121041" y="0"/>
                    <a:pt x="270323" y="0"/>
                  </a:cubicBezTo>
                  <a:cubicBezTo>
                    <a:pt x="419605" y="0"/>
                    <a:pt x="540647" y="121041"/>
                    <a:pt x="540647" y="270323"/>
                  </a:cubicBezTo>
                  <a:close/>
                </a:path>
              </a:pathLst>
            </a:custGeom>
            <a:solidFill>
              <a:srgbClr val="FF505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D3ADDC3B-544C-BF46-466C-81B4E7A7979B}"/>
                </a:ext>
              </a:extLst>
            </p:cNvPr>
            <p:cNvSpPr/>
            <p:nvPr/>
          </p:nvSpPr>
          <p:spPr>
            <a:xfrm>
              <a:off x="2007870" y="3778250"/>
              <a:ext cx="883285" cy="197485"/>
            </a:xfrm>
            <a:custGeom>
              <a:avLst/>
              <a:gdLst>
                <a:gd name="connsiteX0" fmla="*/ 77 w 1007652"/>
                <a:gd name="connsiteY0" fmla="*/ 194182 h 225577"/>
                <a:gd name="connsiteX1" fmla="*/ 49863 w 1007652"/>
                <a:gd name="connsiteY1" fmla="*/ 28279 h 225577"/>
                <a:gd name="connsiteX2" fmla="*/ 79643 w 1007652"/>
                <a:gd name="connsiteY2" fmla="*/ 1270 h 225577"/>
                <a:gd name="connsiteX3" fmla="*/ 769956 w 1007652"/>
                <a:gd name="connsiteY3" fmla="*/ 16967 h 225577"/>
                <a:gd name="connsiteX4" fmla="*/ 891305 w 1007652"/>
                <a:gd name="connsiteY4" fmla="*/ 68293 h 225577"/>
                <a:gd name="connsiteX5" fmla="*/ 1007652 w 1007652"/>
                <a:gd name="connsiteY5" fmla="*/ 225577 h 225577"/>
                <a:gd name="connsiteX6" fmla="*/ 505788 w 1007652"/>
                <a:gd name="connsiteY6" fmla="*/ 190104 h 225577"/>
                <a:gd name="connsiteX7" fmla="*/ 0 w 1007652"/>
                <a:gd name="connsiteY7" fmla="*/ 194182 h 225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7652" h="225577">
                  <a:moveTo>
                    <a:pt x="77" y="194182"/>
                  </a:moveTo>
                  <a:lnTo>
                    <a:pt x="49863" y="28279"/>
                  </a:lnTo>
                  <a:cubicBezTo>
                    <a:pt x="52403" y="13428"/>
                    <a:pt x="64714" y="2270"/>
                    <a:pt x="79643" y="1270"/>
                  </a:cubicBezTo>
                  <a:cubicBezTo>
                    <a:pt x="135585" y="-2655"/>
                    <a:pt x="691083" y="2501"/>
                    <a:pt x="769956" y="16967"/>
                  </a:cubicBezTo>
                  <a:cubicBezTo>
                    <a:pt x="815279" y="25278"/>
                    <a:pt x="864834" y="30588"/>
                    <a:pt x="891305" y="68293"/>
                  </a:cubicBezTo>
                  <a:lnTo>
                    <a:pt x="1007652" y="225577"/>
                  </a:lnTo>
                  <a:cubicBezTo>
                    <a:pt x="1007652" y="225577"/>
                    <a:pt x="695469" y="197260"/>
                    <a:pt x="505788" y="190104"/>
                  </a:cubicBezTo>
                  <a:cubicBezTo>
                    <a:pt x="268630" y="181101"/>
                    <a:pt x="0" y="194182"/>
                    <a:pt x="0" y="194182"/>
                  </a:cubicBezTo>
                  <a:close/>
                </a:path>
              </a:pathLst>
            </a:custGeom>
            <a:solidFill>
              <a:srgbClr val="FFFFFF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" name="자유형: 도형 73">
              <a:extLst>
                <a:ext uri="{FF2B5EF4-FFF2-40B4-BE49-F238E27FC236}">
                  <a16:creationId xmlns:a16="http://schemas.microsoft.com/office/drawing/2014/main" id="{5DC4043D-18FD-5870-DF00-8B23EE626B5F}"/>
                </a:ext>
              </a:extLst>
            </p:cNvPr>
            <p:cNvSpPr/>
            <p:nvPr/>
          </p:nvSpPr>
          <p:spPr>
            <a:xfrm>
              <a:off x="4619625" y="3200400"/>
              <a:ext cx="266065" cy="372110"/>
            </a:xfrm>
            <a:custGeom>
              <a:avLst/>
              <a:gdLst>
                <a:gd name="connsiteX0" fmla="*/ 29733 w 303279"/>
                <a:gd name="connsiteY0" fmla="*/ 424649 h 424648"/>
                <a:gd name="connsiteX1" fmla="*/ 22807 w 303279"/>
                <a:gd name="connsiteY1" fmla="*/ 424264 h 424648"/>
                <a:gd name="connsiteX2" fmla="*/ 184 w 303279"/>
                <a:gd name="connsiteY2" fmla="*/ 395485 h 424648"/>
                <a:gd name="connsiteX3" fmla="*/ 28271 w 303279"/>
                <a:gd name="connsiteY3" fmla="*/ 372785 h 424648"/>
                <a:gd name="connsiteX4" fmla="*/ 252424 w 303279"/>
                <a:gd name="connsiteY4" fmla="*/ 19126 h 424648"/>
                <a:gd name="connsiteX5" fmla="*/ 284128 w 303279"/>
                <a:gd name="connsiteY5" fmla="*/ 889 h 424648"/>
                <a:gd name="connsiteX6" fmla="*/ 302365 w 303279"/>
                <a:gd name="connsiteY6" fmla="*/ 32592 h 424648"/>
                <a:gd name="connsiteX7" fmla="*/ 29733 w 303279"/>
                <a:gd name="connsiteY7" fmla="*/ 424649 h 42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3279" h="424648">
                  <a:moveTo>
                    <a:pt x="29733" y="424649"/>
                  </a:moveTo>
                  <a:cubicBezTo>
                    <a:pt x="26578" y="424649"/>
                    <a:pt x="24193" y="424418"/>
                    <a:pt x="22807" y="424264"/>
                  </a:cubicBezTo>
                  <a:cubicBezTo>
                    <a:pt x="8649" y="422571"/>
                    <a:pt x="-1509" y="409721"/>
                    <a:pt x="184" y="395485"/>
                  </a:cubicBezTo>
                  <a:cubicBezTo>
                    <a:pt x="1800" y="381480"/>
                    <a:pt x="14574" y="372093"/>
                    <a:pt x="28271" y="372785"/>
                  </a:cubicBezTo>
                  <a:cubicBezTo>
                    <a:pt x="31272" y="373324"/>
                    <a:pt x="157315" y="372323"/>
                    <a:pt x="252424" y="19126"/>
                  </a:cubicBezTo>
                  <a:cubicBezTo>
                    <a:pt x="256118" y="5352"/>
                    <a:pt x="270277" y="-2805"/>
                    <a:pt x="284128" y="889"/>
                  </a:cubicBezTo>
                  <a:cubicBezTo>
                    <a:pt x="297901" y="4582"/>
                    <a:pt x="306135" y="18818"/>
                    <a:pt x="302365" y="32592"/>
                  </a:cubicBezTo>
                  <a:cubicBezTo>
                    <a:pt x="203408" y="399794"/>
                    <a:pt x="65129" y="424649"/>
                    <a:pt x="29733" y="424649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" name="자유형: 도형 74">
              <a:extLst>
                <a:ext uri="{FF2B5EF4-FFF2-40B4-BE49-F238E27FC236}">
                  <a16:creationId xmlns:a16="http://schemas.microsoft.com/office/drawing/2014/main" id="{60329FC8-D7E3-5F02-9AC3-5A5A1D19E4D9}"/>
                </a:ext>
              </a:extLst>
            </p:cNvPr>
            <p:cNvSpPr/>
            <p:nvPr/>
          </p:nvSpPr>
          <p:spPr>
            <a:xfrm>
              <a:off x="4697095" y="3370580"/>
              <a:ext cx="90170" cy="97790"/>
            </a:xfrm>
            <a:custGeom>
              <a:avLst/>
              <a:gdLst>
                <a:gd name="connsiteX0" fmla="*/ 77003 w 102912"/>
                <a:gd name="connsiteY0" fmla="*/ 111676 h 111752"/>
                <a:gd name="connsiteX1" fmla="*/ 57304 w 102912"/>
                <a:gd name="connsiteY1" fmla="*/ 102596 h 111752"/>
                <a:gd name="connsiteX2" fmla="*/ 6210 w 102912"/>
                <a:gd name="connsiteY2" fmla="*/ 42652 h 111752"/>
                <a:gd name="connsiteX3" fmla="*/ 9134 w 102912"/>
                <a:gd name="connsiteY3" fmla="*/ 6178 h 111752"/>
                <a:gd name="connsiteX4" fmla="*/ 45608 w 102912"/>
                <a:gd name="connsiteY4" fmla="*/ 9103 h 111752"/>
                <a:gd name="connsiteX5" fmla="*/ 96702 w 102912"/>
                <a:gd name="connsiteY5" fmla="*/ 69046 h 111752"/>
                <a:gd name="connsiteX6" fmla="*/ 93778 w 102912"/>
                <a:gd name="connsiteY6" fmla="*/ 105520 h 111752"/>
                <a:gd name="connsiteX7" fmla="*/ 77003 w 102912"/>
                <a:gd name="connsiteY7" fmla="*/ 111753 h 11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912" h="111752">
                  <a:moveTo>
                    <a:pt x="77003" y="111676"/>
                  </a:moveTo>
                  <a:cubicBezTo>
                    <a:pt x="69693" y="111676"/>
                    <a:pt x="62460" y="108598"/>
                    <a:pt x="57304" y="102596"/>
                  </a:cubicBezTo>
                  <a:lnTo>
                    <a:pt x="6210" y="42652"/>
                  </a:lnTo>
                  <a:cubicBezTo>
                    <a:pt x="-3101" y="31726"/>
                    <a:pt x="-1793" y="15412"/>
                    <a:pt x="9134" y="6178"/>
                  </a:cubicBezTo>
                  <a:cubicBezTo>
                    <a:pt x="20061" y="-3056"/>
                    <a:pt x="36374" y="-1824"/>
                    <a:pt x="45608" y="9103"/>
                  </a:cubicBezTo>
                  <a:lnTo>
                    <a:pt x="96702" y="69046"/>
                  </a:lnTo>
                  <a:cubicBezTo>
                    <a:pt x="106014" y="79973"/>
                    <a:pt x="104705" y="96286"/>
                    <a:pt x="93778" y="105520"/>
                  </a:cubicBezTo>
                  <a:cubicBezTo>
                    <a:pt x="88931" y="109675"/>
                    <a:pt x="82929" y="111753"/>
                    <a:pt x="77003" y="111753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55467A76-CF21-7385-BFC2-5EC804F1483E}"/>
                </a:ext>
              </a:extLst>
            </p:cNvPr>
            <p:cNvSpPr/>
            <p:nvPr/>
          </p:nvSpPr>
          <p:spPr>
            <a:xfrm>
              <a:off x="3633470" y="3782695"/>
              <a:ext cx="137795" cy="137795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3" y="157285"/>
                    <a:pt x="0" y="122042"/>
                    <a:pt x="0" y="78642"/>
                  </a:cubicBezTo>
                  <a:cubicBezTo>
                    <a:pt x="0" y="35243"/>
                    <a:pt x="35243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" name="자유형: 도형 76">
              <a:extLst>
                <a:ext uri="{FF2B5EF4-FFF2-40B4-BE49-F238E27FC236}">
                  <a16:creationId xmlns:a16="http://schemas.microsoft.com/office/drawing/2014/main" id="{4B21A221-BC99-A18F-E587-229B688DE012}"/>
                </a:ext>
              </a:extLst>
            </p:cNvPr>
            <p:cNvSpPr/>
            <p:nvPr/>
          </p:nvSpPr>
          <p:spPr>
            <a:xfrm>
              <a:off x="4949825" y="3902075"/>
              <a:ext cx="137795" cy="137795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2" y="157285"/>
                    <a:pt x="0" y="122042"/>
                    <a:pt x="0" y="78642"/>
                  </a:cubicBezTo>
                  <a:cubicBezTo>
                    <a:pt x="0" y="35243"/>
                    <a:pt x="35242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B35DA600-56D6-8AD0-A495-DE618239C849}"/>
                </a:ext>
              </a:extLst>
            </p:cNvPr>
            <p:cNvSpPr/>
            <p:nvPr/>
          </p:nvSpPr>
          <p:spPr>
            <a:xfrm>
              <a:off x="2733675" y="3194050"/>
              <a:ext cx="45085" cy="59055"/>
            </a:xfrm>
            <a:custGeom>
              <a:avLst/>
              <a:gdLst>
                <a:gd name="connsiteX0" fmla="*/ 30570 w 51444"/>
                <a:gd name="connsiteY0" fmla="*/ 67275 h 67526"/>
                <a:gd name="connsiteX1" fmla="*/ 2945 w 51444"/>
                <a:gd name="connsiteY1" fmla="*/ 46652 h 67526"/>
                <a:gd name="connsiteX2" fmla="*/ 252 w 51444"/>
                <a:gd name="connsiteY2" fmla="*/ 27877 h 67526"/>
                <a:gd name="connsiteX3" fmla="*/ 20874 w 51444"/>
                <a:gd name="connsiteY3" fmla="*/ 252 h 67526"/>
                <a:gd name="connsiteX4" fmla="*/ 48499 w 51444"/>
                <a:gd name="connsiteY4" fmla="*/ 20874 h 67526"/>
                <a:gd name="connsiteX5" fmla="*/ 51192 w 51444"/>
                <a:gd name="connsiteY5" fmla="*/ 39650 h 67526"/>
                <a:gd name="connsiteX6" fmla="*/ 30570 w 51444"/>
                <a:gd name="connsiteY6" fmla="*/ 67275 h 67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44" h="67526">
                  <a:moveTo>
                    <a:pt x="30570" y="67275"/>
                  </a:moveTo>
                  <a:cubicBezTo>
                    <a:pt x="17258" y="69199"/>
                    <a:pt x="4869" y="59888"/>
                    <a:pt x="2945" y="46652"/>
                  </a:cubicBezTo>
                  <a:lnTo>
                    <a:pt x="252" y="27877"/>
                  </a:lnTo>
                  <a:cubicBezTo>
                    <a:pt x="-1672" y="14641"/>
                    <a:pt x="7639" y="2176"/>
                    <a:pt x="20874" y="252"/>
                  </a:cubicBezTo>
                  <a:cubicBezTo>
                    <a:pt x="34110" y="-1672"/>
                    <a:pt x="46575" y="7639"/>
                    <a:pt x="48499" y="20874"/>
                  </a:cubicBezTo>
                  <a:lnTo>
                    <a:pt x="51192" y="39650"/>
                  </a:lnTo>
                  <a:cubicBezTo>
                    <a:pt x="53116" y="52962"/>
                    <a:pt x="43805" y="65351"/>
                    <a:pt x="30570" y="67275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0115" y="5818505"/>
            <a:ext cx="321310" cy="32131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78625" y="4077335"/>
            <a:ext cx="5222240" cy="1102360"/>
            <a:chOff x="6778625" y="4077335"/>
            <a:chExt cx="5222240" cy="1102360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78625" y="4077335"/>
              <a:ext cx="1663700" cy="70485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42125" y="4223385"/>
              <a:ext cx="5158740" cy="956310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TEAM D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조</a:t>
              </a:r>
              <a:endParaRPr lang="en-US" altLang="ko-KR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최연흠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이승준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유재욱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r="27522" b="23907"/>
          <a:stretch/>
        </p:blipFill>
        <p:spPr>
          <a:xfrm flipV="1">
            <a:off x="7546340" y="-635"/>
            <a:ext cx="4645660" cy="3296920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DC93D8B7-E021-DDBE-4439-051B5A27D6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76585" y="5136515"/>
            <a:ext cx="1419225" cy="1685925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E8DB05A1-B4D6-453C-6D19-E3F99477CCB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1818"/>
          <a:stretch/>
        </p:blipFill>
        <p:spPr>
          <a:xfrm>
            <a:off x="45720" y="3369945"/>
            <a:ext cx="3592830" cy="344614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585" y="519430"/>
            <a:ext cx="2266950" cy="1224915"/>
            <a:chOff x="870585" y="519430"/>
            <a:chExt cx="2266950" cy="122491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85825" y="913130"/>
              <a:ext cx="2252345" cy="8312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585" y="519430"/>
              <a:ext cx="225234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050" y="1880870"/>
            <a:ext cx="5255260" cy="789305"/>
            <a:chOff x="6242050" y="1880870"/>
            <a:chExt cx="5255260" cy="78930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154545" y="2067560"/>
              <a:ext cx="4342765" cy="307975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개요 및 목표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050" y="1880870"/>
              <a:ext cx="883920" cy="789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050" y="2679700"/>
            <a:ext cx="4701540" cy="789305"/>
            <a:chOff x="6242050" y="2679700"/>
            <a:chExt cx="4701540" cy="78930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154545" y="2869565"/>
              <a:ext cx="3789680" cy="30797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핵심기능설계</a:t>
              </a:r>
              <a:endParaRPr lang="ko-KR" altLang="en-US" sz="2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050" y="2679700"/>
              <a:ext cx="903605" cy="789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050" y="3479165"/>
            <a:ext cx="4948555" cy="789305"/>
            <a:chOff x="6242050" y="3479165"/>
            <a:chExt cx="4948555" cy="78930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154545" y="3670935"/>
              <a:ext cx="4036695" cy="30797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 및 처리 과정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050" y="3479165"/>
              <a:ext cx="903605" cy="789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050" y="4278630"/>
            <a:ext cx="3881755" cy="789305"/>
            <a:chOff x="6242050" y="4278630"/>
            <a:chExt cx="3881755" cy="789305"/>
          </a:xfrm>
        </p:grpSpPr>
        <p:sp>
          <p:nvSpPr>
            <p:cNvPr id="20" name="TextBox 19"/>
            <p:cNvSpPr txBox="1">
              <a:spLocks/>
            </p:cNvSpPr>
            <p:nvPr/>
          </p:nvSpPr>
          <p:spPr>
            <a:xfrm>
              <a:off x="7185660" y="4431030"/>
              <a:ext cx="2938780" cy="41592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ko-KR" altLang="en-US" sz="2000" b="1" dirty="0">
                  <a:ln w="9525" cap="flat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050" y="4278630"/>
              <a:ext cx="903605" cy="789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1042670" y="4289425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073130" y="1555115"/>
            <a:ext cx="233045" cy="233045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700000">
            <a:off x="11933555" y="302895"/>
            <a:ext cx="343535" cy="343535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45" y="1043305"/>
            <a:ext cx="6160770" cy="4371340"/>
            <a:chOff x="296545" y="1043305"/>
            <a:chExt cx="6160770" cy="437134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46710" y="1043305"/>
              <a:ext cx="6111240" cy="3434080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709670" y="5176520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4538345" y="4298315"/>
              <a:ext cx="106680" cy="106680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203325" y="2752090"/>
              <a:ext cx="320675" cy="32067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96545" y="1824355"/>
              <a:ext cx="320675" cy="304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974"/>
          <a:stretch/>
        </p:blipFill>
        <p:spPr>
          <a:xfrm rot="14660350">
            <a:off x="1905" y="5530850"/>
            <a:ext cx="1452245" cy="917575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165700">
            <a:off x="8621395" y="4762500"/>
            <a:ext cx="3710305" cy="1869440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90350" y="3164840"/>
            <a:ext cx="178435" cy="178435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272352">
            <a:off x="386715" y="5443220"/>
            <a:ext cx="186690" cy="207645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44921"/>
          <a:stretch/>
        </p:blipFill>
        <p:spPr>
          <a:xfrm rot="10800000">
            <a:off x="11016615" y="4903470"/>
            <a:ext cx="1175385" cy="779780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45412"/>
          <a:stretch/>
        </p:blipFill>
        <p:spPr>
          <a:xfrm>
            <a:off x="0" y="3261995"/>
            <a:ext cx="2914650" cy="2847975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0" y="5934710"/>
            <a:ext cx="12192000" cy="92329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672570" y="2240915"/>
            <a:ext cx="149225" cy="149225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6C06CAEA-D42C-8C82-E16B-734CD805394A}"/>
              </a:ext>
            </a:extLst>
          </p:cNvPr>
          <p:cNvGrpSpPr/>
          <p:nvPr/>
        </p:nvGrpSpPr>
        <p:grpSpPr>
          <a:xfrm>
            <a:off x="7339330" y="2373630"/>
            <a:ext cx="2122170" cy="3803650"/>
            <a:chOff x="7339330" y="2373630"/>
            <a:chExt cx="2122170" cy="3803650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1E00A0C-E033-E8EB-4A85-EABC364FE2F4}"/>
                </a:ext>
              </a:extLst>
            </p:cNvPr>
            <p:cNvGrpSpPr/>
            <p:nvPr/>
          </p:nvGrpSpPr>
          <p:grpSpPr>
            <a:xfrm>
              <a:off x="7339330" y="2567305"/>
              <a:ext cx="2122170" cy="3609975"/>
              <a:chOff x="7339330" y="2567305"/>
              <a:chExt cx="2122170" cy="3609975"/>
            </a:xfrm>
            <a:effectLst/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AD146179-C1F1-3711-0B2A-B9627695808E}"/>
                  </a:ext>
                </a:extLst>
              </p:cNvPr>
              <p:cNvSpPr/>
              <p:nvPr/>
            </p:nvSpPr>
            <p:spPr>
              <a:xfrm>
                <a:off x="7339330" y="2567305"/>
                <a:ext cx="2122170" cy="3609975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4B042380-0F27-357E-BDB8-039E536A1A5F}"/>
                  </a:ext>
                </a:extLst>
              </p:cNvPr>
              <p:cNvSpPr/>
              <p:nvPr/>
            </p:nvSpPr>
            <p:spPr>
              <a:xfrm>
                <a:off x="7339330" y="6034405"/>
                <a:ext cx="2122170" cy="14287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BCA0D17-CB83-60D4-6F44-E62408BFE773}"/>
                </a:ext>
              </a:extLst>
            </p:cNvPr>
            <p:cNvGrpSpPr/>
            <p:nvPr/>
          </p:nvGrpSpPr>
          <p:grpSpPr>
            <a:xfrm>
              <a:off x="8193405" y="2373630"/>
              <a:ext cx="408305" cy="351790"/>
              <a:chOff x="8193405" y="2373630"/>
              <a:chExt cx="408305" cy="351790"/>
            </a:xfrm>
          </p:grpSpPr>
          <p:sp>
            <p:nvSpPr>
              <p:cNvPr id="21" name="육각형 20">
                <a:extLst>
                  <a:ext uri="{FF2B5EF4-FFF2-40B4-BE49-F238E27FC236}">
                    <a16:creationId xmlns:a16="http://schemas.microsoft.com/office/drawing/2014/main" id="{88D704B2-061D-BCA3-26C9-FF5A1B078C71}"/>
                  </a:ext>
                </a:extLst>
              </p:cNvPr>
              <p:cNvSpPr/>
              <p:nvPr/>
            </p:nvSpPr>
            <p:spPr>
              <a:xfrm>
                <a:off x="8193405" y="2373630"/>
                <a:ext cx="408305" cy="351790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FCB1DB5E-57FA-B081-7842-479DE5036470}"/>
                  </a:ext>
                </a:extLst>
              </p:cNvPr>
              <p:cNvSpPr/>
              <p:nvPr/>
            </p:nvSpPr>
            <p:spPr>
              <a:xfrm rot="4666750">
                <a:off x="8218805" y="236855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5BD135-58A4-FB54-3A11-75A3487B65B0}"/>
                  </a:ext>
                </a:extLst>
              </p:cNvPr>
              <p:cNvSpPr txBox="1"/>
              <p:nvPr/>
            </p:nvSpPr>
            <p:spPr>
              <a:xfrm>
                <a:off x="8269605" y="243903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547BD1-FC8C-AF26-C281-E98B0339386D}"/>
                </a:ext>
              </a:extLst>
            </p:cNvPr>
            <p:cNvSpPr txBox="1"/>
            <p:nvPr/>
          </p:nvSpPr>
          <p:spPr>
            <a:xfrm>
              <a:off x="7548245" y="3060065"/>
              <a:ext cx="1704340" cy="735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구조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E5BBE0F-3417-3F88-1387-99E3FB412ECD}"/>
              </a:ext>
            </a:extLst>
          </p:cNvPr>
          <p:cNvGrpSpPr/>
          <p:nvPr/>
        </p:nvGrpSpPr>
        <p:grpSpPr>
          <a:xfrm>
            <a:off x="492125" y="2373630"/>
            <a:ext cx="2122170" cy="3803650"/>
            <a:chOff x="492125" y="2373630"/>
            <a:chExt cx="2122170" cy="3803650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14783ACD-1AA6-FF6B-495F-A59938EC7ED4}"/>
                </a:ext>
              </a:extLst>
            </p:cNvPr>
            <p:cNvGrpSpPr/>
            <p:nvPr/>
          </p:nvGrpSpPr>
          <p:grpSpPr>
            <a:xfrm>
              <a:off x="492125" y="2567305"/>
              <a:ext cx="2122170" cy="3609975"/>
              <a:chOff x="492125" y="2567305"/>
              <a:chExt cx="2122170" cy="3609975"/>
            </a:xfrm>
            <a:effectLst/>
          </p:grpSpPr>
          <p:sp>
            <p:nvSpPr>
              <p:cNvPr id="89" name="사각형: 둥근 위쪽 모서리 88">
                <a:extLst>
                  <a:ext uri="{FF2B5EF4-FFF2-40B4-BE49-F238E27FC236}">
                    <a16:creationId xmlns:a16="http://schemas.microsoft.com/office/drawing/2014/main" id="{9487F184-B80E-E980-A76D-497489E39B5B}"/>
                  </a:ext>
                </a:extLst>
              </p:cNvPr>
              <p:cNvSpPr/>
              <p:nvPr/>
            </p:nvSpPr>
            <p:spPr>
              <a:xfrm>
                <a:off x="492125" y="2567305"/>
                <a:ext cx="2122170" cy="3609975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7533C0E5-37D4-666D-ED97-04FE66D8AA07}"/>
                  </a:ext>
                </a:extLst>
              </p:cNvPr>
              <p:cNvSpPr/>
              <p:nvPr/>
            </p:nvSpPr>
            <p:spPr>
              <a:xfrm>
                <a:off x="492125" y="6034405"/>
                <a:ext cx="2122170" cy="14287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3F42FBE-711F-2AE5-DA50-EBCDB0265D7B}"/>
                </a:ext>
              </a:extLst>
            </p:cNvPr>
            <p:cNvSpPr txBox="1"/>
            <p:nvPr/>
          </p:nvSpPr>
          <p:spPr>
            <a:xfrm>
              <a:off x="682625" y="3060065"/>
              <a:ext cx="1740535" cy="10572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주제 및 선정 배경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기획의도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99B77B5-7708-F027-9821-B23D2CEEC13C}"/>
                </a:ext>
              </a:extLst>
            </p:cNvPr>
            <p:cNvGrpSpPr/>
            <p:nvPr/>
          </p:nvGrpSpPr>
          <p:grpSpPr>
            <a:xfrm>
              <a:off x="1388745" y="2373630"/>
              <a:ext cx="408305" cy="387985"/>
              <a:chOff x="1388745" y="2373630"/>
              <a:chExt cx="408305" cy="387985"/>
            </a:xfrm>
          </p:grpSpPr>
          <p:sp>
            <p:nvSpPr>
              <p:cNvPr id="86" name="육각형 85">
                <a:extLst>
                  <a:ext uri="{FF2B5EF4-FFF2-40B4-BE49-F238E27FC236}">
                    <a16:creationId xmlns:a16="http://schemas.microsoft.com/office/drawing/2014/main" id="{F6936F92-A6DE-5ACE-9B7A-91588D13D8D9}"/>
                  </a:ext>
                </a:extLst>
              </p:cNvPr>
              <p:cNvSpPr/>
              <p:nvPr/>
            </p:nvSpPr>
            <p:spPr>
              <a:xfrm>
                <a:off x="1388745" y="237363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3A2FA4EF-8448-1B99-E95A-6C8D85E801EB}"/>
                  </a:ext>
                </a:extLst>
              </p:cNvPr>
              <p:cNvSpPr/>
              <p:nvPr/>
            </p:nvSpPr>
            <p:spPr>
              <a:xfrm rot="4666750">
                <a:off x="1414780" y="236855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CFB97A8-0377-4583-43C1-B930793AB1B7}"/>
                  </a:ext>
                </a:extLst>
              </p:cNvPr>
              <p:cNvSpPr txBox="1"/>
              <p:nvPr/>
            </p:nvSpPr>
            <p:spPr>
              <a:xfrm>
                <a:off x="1465580" y="2439035"/>
                <a:ext cx="255905" cy="3225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316C95-1060-3E2B-12CF-65A95B12E668}"/>
                </a:ext>
              </a:extLst>
            </p:cNvPr>
            <p:cNvSpPr txBox="1"/>
            <p:nvPr/>
          </p:nvSpPr>
          <p:spPr>
            <a:xfrm>
              <a:off x="492125" y="4453255"/>
              <a:ext cx="2122170" cy="2781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endParaRP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11B0875-3DFC-7826-A161-D12F6A206631}"/>
                </a:ext>
              </a:extLst>
            </p:cNvPr>
            <p:cNvCxnSpPr>
              <a:cxnSpLocks/>
            </p:cNvCxnSpPr>
            <p:nvPr/>
          </p:nvCxnSpPr>
          <p:spPr>
            <a:xfrm>
              <a:off x="1449070" y="4260215"/>
              <a:ext cx="208280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77EFC602-0655-EA65-32C1-E8D5294AECFB}"/>
              </a:ext>
            </a:extLst>
          </p:cNvPr>
          <p:cNvGrpSpPr/>
          <p:nvPr/>
        </p:nvGrpSpPr>
        <p:grpSpPr>
          <a:xfrm>
            <a:off x="2774315" y="2373630"/>
            <a:ext cx="2122170" cy="3803650"/>
            <a:chOff x="2774315" y="2373630"/>
            <a:chExt cx="2122170" cy="3803650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B865315C-A3ED-823F-9D27-0B0DB41EC7B2}"/>
                </a:ext>
              </a:extLst>
            </p:cNvPr>
            <p:cNvGrpSpPr/>
            <p:nvPr/>
          </p:nvGrpSpPr>
          <p:grpSpPr>
            <a:xfrm>
              <a:off x="2774315" y="2567305"/>
              <a:ext cx="2122170" cy="3609975"/>
              <a:chOff x="2774315" y="2567305"/>
              <a:chExt cx="2122170" cy="3609975"/>
            </a:xfrm>
            <a:effectLst/>
          </p:grpSpPr>
          <p:sp>
            <p:nvSpPr>
              <p:cNvPr id="100" name="사각형: 둥근 위쪽 모서리 99">
                <a:extLst>
                  <a:ext uri="{FF2B5EF4-FFF2-40B4-BE49-F238E27FC236}">
                    <a16:creationId xmlns:a16="http://schemas.microsoft.com/office/drawing/2014/main" id="{BBADC5C0-E325-0E29-F1CB-2BBDC807F88A}"/>
                  </a:ext>
                </a:extLst>
              </p:cNvPr>
              <p:cNvSpPr/>
              <p:nvPr/>
            </p:nvSpPr>
            <p:spPr>
              <a:xfrm>
                <a:off x="2774315" y="2567305"/>
                <a:ext cx="2122170" cy="3609975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212270CE-CB89-13D3-2499-5C569A88DAEE}"/>
                  </a:ext>
                </a:extLst>
              </p:cNvPr>
              <p:cNvSpPr/>
              <p:nvPr/>
            </p:nvSpPr>
            <p:spPr>
              <a:xfrm>
                <a:off x="2774315" y="6034405"/>
                <a:ext cx="2122170" cy="14287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27AD5890-AF29-E0F7-5DF1-9DF4B1625828}"/>
                </a:ext>
              </a:extLst>
            </p:cNvPr>
            <p:cNvGrpSpPr/>
            <p:nvPr/>
          </p:nvGrpSpPr>
          <p:grpSpPr>
            <a:xfrm>
              <a:off x="3678555" y="2373630"/>
              <a:ext cx="408305" cy="351790"/>
              <a:chOff x="3678555" y="2373630"/>
              <a:chExt cx="408305" cy="351790"/>
            </a:xfrm>
          </p:grpSpPr>
          <p:sp>
            <p:nvSpPr>
              <p:cNvPr id="97" name="육각형 96">
                <a:extLst>
                  <a:ext uri="{FF2B5EF4-FFF2-40B4-BE49-F238E27FC236}">
                    <a16:creationId xmlns:a16="http://schemas.microsoft.com/office/drawing/2014/main" id="{8AD1C042-8D07-9E58-1A73-AFEE6C2785CC}"/>
                  </a:ext>
                </a:extLst>
              </p:cNvPr>
              <p:cNvSpPr/>
              <p:nvPr/>
            </p:nvSpPr>
            <p:spPr>
              <a:xfrm>
                <a:off x="3678555" y="2373630"/>
                <a:ext cx="408305" cy="351790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5C50914A-ADE3-6AA2-6754-C3EFBEB768D9}"/>
                  </a:ext>
                </a:extLst>
              </p:cNvPr>
              <p:cNvSpPr/>
              <p:nvPr/>
            </p:nvSpPr>
            <p:spPr>
              <a:xfrm rot="4666750">
                <a:off x="3703955" y="236855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A1A6F98-920F-FD16-1543-468789EEEDEF}"/>
                  </a:ext>
                </a:extLst>
              </p:cNvPr>
              <p:cNvSpPr txBox="1"/>
              <p:nvPr/>
            </p:nvSpPr>
            <p:spPr>
              <a:xfrm>
                <a:off x="3754755" y="243903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86D7F53-B19B-7B51-63AC-E8DAEA19E2B8}"/>
                </a:ext>
              </a:extLst>
            </p:cNvPr>
            <p:cNvSpPr txBox="1"/>
            <p:nvPr/>
          </p:nvSpPr>
          <p:spPr>
            <a:xfrm>
              <a:off x="2983230" y="3060065"/>
              <a:ext cx="1704340" cy="735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내용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5EAF9AB-4D7C-5465-0AF3-CD762D73A6DD}"/>
                </a:ext>
              </a:extLst>
            </p:cNvPr>
            <p:cNvSpPr txBox="1"/>
            <p:nvPr/>
          </p:nvSpPr>
          <p:spPr>
            <a:xfrm>
              <a:off x="2824480" y="4461510"/>
              <a:ext cx="2059305" cy="10909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/>
                <a:t>지도 표시</a:t>
              </a:r>
              <a:r>
                <a:rPr lang="en-US" altLang="ko-KR" sz="1200" dirty="0"/>
                <a:t>, </a:t>
              </a:r>
              <a:r>
                <a:rPr lang="ko-KR" altLang="en-US" sz="1200" dirty="0"/>
                <a:t>위치 정보 획득</a:t>
              </a:r>
              <a:r>
                <a:rPr lang="en-US" altLang="ko-KR" sz="1200" dirty="0"/>
                <a:t>,</a:t>
              </a:r>
              <a:r>
                <a:rPr lang="ko-KR" altLang="en-US" sz="1200" dirty="0"/>
                <a:t>날씨 조회</a:t>
              </a:r>
              <a:r>
                <a:rPr lang="en-US" altLang="ko-KR" sz="1200" dirty="0"/>
                <a:t>, </a:t>
              </a:r>
              <a:r>
                <a:rPr lang="ko-KR" altLang="en-US" sz="1200" dirty="0"/>
                <a:t>추천제공을 통해 </a:t>
              </a:r>
              <a:endParaRPr lang="en-US" altLang="ko-KR" sz="1200" dirty="0"/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/>
                <a:t>사용자에게 날씨에 맞는</a:t>
              </a:r>
              <a:endParaRPr lang="en-US" altLang="ko-KR" sz="1200" dirty="0"/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/>
                <a:t>음식점을 추천하고 </a:t>
              </a:r>
              <a:endParaRPr lang="en-US" altLang="ko-KR" sz="1200" dirty="0"/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/>
                <a:t>히스토리를 수집한다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73245428-5F16-23A3-826B-B1AC2BF87895}"/>
                </a:ext>
              </a:extLst>
            </p:cNvPr>
            <p:cNvCxnSpPr>
              <a:cxnSpLocks/>
            </p:cNvCxnSpPr>
            <p:nvPr/>
          </p:nvCxnSpPr>
          <p:spPr>
            <a:xfrm>
              <a:off x="3731260" y="4260215"/>
              <a:ext cx="208280" cy="0"/>
            </a:xfrm>
            <a:prstGeom prst="line">
              <a:avLst/>
            </a:prstGeom>
            <a:ln w="19050">
              <a:solidFill>
                <a:srgbClr val="FFD8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214E4F1-BB37-F167-4210-26A757521B0C}"/>
              </a:ext>
            </a:extLst>
          </p:cNvPr>
          <p:cNvGrpSpPr/>
          <p:nvPr/>
        </p:nvGrpSpPr>
        <p:grpSpPr>
          <a:xfrm>
            <a:off x="4946650" y="2373630"/>
            <a:ext cx="2362835" cy="3803650"/>
            <a:chOff x="4946650" y="2373630"/>
            <a:chExt cx="2362835" cy="3803650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78A4A06D-5101-B6C5-2F44-97F7FFB0E367}"/>
                </a:ext>
              </a:extLst>
            </p:cNvPr>
            <p:cNvGrpSpPr/>
            <p:nvPr/>
          </p:nvGrpSpPr>
          <p:grpSpPr>
            <a:xfrm>
              <a:off x="5056505" y="2567305"/>
              <a:ext cx="2122170" cy="3609975"/>
              <a:chOff x="5056505" y="2567305"/>
              <a:chExt cx="2122170" cy="3609975"/>
            </a:xfrm>
            <a:effectLst/>
          </p:grpSpPr>
          <p:sp>
            <p:nvSpPr>
              <p:cNvPr id="111" name="사각형: 둥근 위쪽 모서리 110"/>
              <p:cNvSpPr>
                <a:spLocks/>
              </p:cNvSpPr>
              <p:nvPr/>
            </p:nvSpPr>
            <p:spPr>
              <a:xfrm>
                <a:off x="5056505" y="2567305"/>
                <a:ext cx="2122805" cy="3610610"/>
              </a:xfrm>
              <a:prstGeom prst="round2SameRect">
                <a:avLst/>
              </a:prstGeom>
              <a:solidFill>
                <a:srgbClr val="FCFDFE"/>
              </a:solidFill>
              <a:ln w="0">
                <a:noFill/>
                <a:prstDash/>
              </a:ln>
              <a:effectLst>
                <a:outerShdw blurRad="63500" sx="102000" sy="102000" algn="ctr" rotWithShape="0">
                  <a:srgbClr val="3378C8">
                    <a:alpha val="9803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112" name="직사각형 111"/>
              <p:cNvSpPr>
                <a:spLocks/>
              </p:cNvSpPr>
              <p:nvPr/>
            </p:nvSpPr>
            <p:spPr>
              <a:xfrm>
                <a:off x="5056505" y="6034405"/>
                <a:ext cx="2122805" cy="143510"/>
              </a:xfrm>
              <a:prstGeom prst="rect">
                <a:avLst/>
              </a:prstGeom>
              <a:solidFill>
                <a:srgbClr val="3378C8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410AAFA-ABAB-A573-8432-15C5B3A0C32F}"/>
                </a:ext>
              </a:extLst>
            </p:cNvPr>
            <p:cNvGrpSpPr/>
            <p:nvPr/>
          </p:nvGrpSpPr>
          <p:grpSpPr>
            <a:xfrm>
              <a:off x="5913755" y="2373630"/>
              <a:ext cx="408305" cy="351790"/>
              <a:chOff x="5913755" y="2373630"/>
              <a:chExt cx="408305" cy="351790"/>
            </a:xfrm>
          </p:grpSpPr>
          <p:sp>
            <p:nvSpPr>
              <p:cNvPr id="108" name="육각형 107"/>
              <p:cNvSpPr>
                <a:spLocks/>
              </p:cNvSpPr>
              <p:nvPr/>
            </p:nvSpPr>
            <p:spPr>
              <a:xfrm>
                <a:off x="5913755" y="2373630"/>
                <a:ext cx="408940" cy="352425"/>
              </a:xfrm>
              <a:prstGeom prst="hexagon">
                <a:avLst/>
              </a:prstGeom>
              <a:solidFill>
                <a:srgbClr val="3378C8"/>
              </a:solidFill>
              <a:ln w="12700" cap="flat" cmpd="sng">
                <a:solidFill>
                  <a:srgbClr val="3378C8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109" name="자유형: 도형 108"/>
              <p:cNvSpPr>
                <a:spLocks/>
              </p:cNvSpPr>
              <p:nvPr/>
            </p:nvSpPr>
            <p:spPr>
              <a:xfrm rot="4620000">
                <a:off x="5939155" y="2368550"/>
                <a:ext cx="307340" cy="321310"/>
              </a:xfrm>
              <a:custGeom>
                <a:avLst/>
                <a:gdLst>
                  <a:gd name="TX0" fmla="*/ 0 w 751713"/>
                  <a:gd name="TY0" fmla="*/ 497894 h 766420"/>
                  <a:gd name="TX1" fmla="*/ 107134 w 751713"/>
                  <a:gd name="TY1" fmla="*/ 3253 h 766420"/>
                  <a:gd name="TX2" fmla="*/ 119855 w 751713"/>
                  <a:gd name="TY2" fmla="*/ 0 h 766420"/>
                  <a:gd name="TX3" fmla="*/ 751712 w 751713"/>
                  <a:gd name="TY3" fmla="*/ 649798 h 766420"/>
                  <a:gd name="TX4" fmla="*/ 749455 w 751713"/>
                  <a:gd name="TY4" fmla="*/ 660217 h 766420"/>
                  <a:gd name="TX5" fmla="*/ 334147 w 751713"/>
                  <a:gd name="TY5" fmla="*/ 766419 h 766420"/>
                  <a:gd name="TX6" fmla="*/ 0 w 751713"/>
                  <a:gd name="TY6" fmla="*/ 497894 h 766420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</a:cxnLst>
                <a:rect l="l" t="t" r="r" b="b"/>
                <a:pathLst>
                  <a:path w="751713" h="76642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069C2">
                      <a:alpha val="14000"/>
                    </a:srgbClr>
                  </a:gs>
                  <a:gs pos="69000">
                    <a:schemeClr val="bg1">
                      <a:alpha val="20000"/>
                    </a:schemeClr>
                  </a:gs>
                </a:gsLst>
                <a:lin ang="15000000"/>
              </a:gra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110" name="TextBox 109"/>
              <p:cNvSpPr txBox="1">
                <a:spLocks/>
              </p:cNvSpPr>
              <p:nvPr/>
            </p:nvSpPr>
            <p:spPr>
              <a:xfrm>
                <a:off x="5989955" y="2439035"/>
                <a:ext cx="256540" cy="247015"/>
              </a:xfrm>
              <a:prstGeom prst="rect">
                <a:avLst/>
              </a:prstGeom>
              <a:noFill/>
            </p:spPr>
            <p:txBody>
              <a:bodyPr vert="horz" wrap="square" lIns="0" tIns="0" rIns="0" bIns="0" numCol="1" anchor="t">
                <a:sp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600">
                    <a:ln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latin typeface="세방고딕 Bold" charset="0"/>
                    <a:ea typeface="세방고딕 Bold" charset="0"/>
                    <a:cs typeface="Pretendard SemiBold" charset="0"/>
                  </a:rPr>
                  <a:t>3</a:t>
                </a:r>
                <a:endParaRPr lang="ko-KR" altLang="en-US" sz="1600">
                  <a:ln w="9525" cap="flat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Bold" charset="0"/>
                  <a:ea typeface="세방고딕 Bold" charset="0"/>
                  <a:cs typeface="Pretendard SemiBold" charset="0"/>
                </a:endParaRPr>
              </a:p>
            </p:txBody>
          </p:sp>
        </p:grpSp>
        <p:sp>
          <p:nvSpPr>
            <p:cNvPr id="105" name="TextBox 104"/>
            <p:cNvSpPr txBox="1">
              <a:spLocks/>
            </p:cNvSpPr>
            <p:nvPr/>
          </p:nvSpPr>
          <p:spPr>
            <a:xfrm>
              <a:off x="5265420" y="3060065"/>
              <a:ext cx="1704975" cy="73596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개발언어 및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개발도구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106" name="TextBox 105"/>
            <p:cNvSpPr txBox="1">
              <a:spLocks/>
            </p:cNvSpPr>
            <p:nvPr/>
          </p:nvSpPr>
          <p:spPr>
            <a:xfrm>
              <a:off x="4946650" y="4438633"/>
              <a:ext cx="2362835" cy="8947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latinLnBrk="0">
                <a:lnSpc>
                  <a:spcPct val="110000"/>
                </a:lnSpc>
                <a:buFontTx/>
                <a:buNone/>
                <a:defRPr/>
              </a:pPr>
              <a:r>
                <a:rPr lang="en-US" altLang="ko-KR" sz="12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HTML, CSS, JS, </a:t>
              </a:r>
              <a:r>
                <a:rPr lang="ko-KR" altLang="ko-KR" sz="12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Jinja2</a:t>
              </a:r>
              <a:endPara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  <a:p>
              <a:pPr marL="0" indent="0" algn="ctr" latinLnBrk="0">
                <a:lnSpc>
                  <a:spcPct val="110000"/>
                </a:lnSpc>
                <a:buFontTx/>
                <a:buNone/>
                <a:defRPr/>
              </a:pPr>
              <a:r>
                <a:rPr lang="en-US" altLang="ko-KR" sz="12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Python</a:t>
              </a:r>
              <a:r>
                <a:rPr lang="ko-KR" altLang="ko-KR" sz="12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 </a:t>
              </a:r>
              <a:r>
                <a:rPr lang="en-US" altLang="ko-KR" sz="12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Flask</a:t>
              </a:r>
              <a:endPara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  <a:p>
              <a:pPr marL="0" indent="0" algn="ctr" latinLnBrk="0">
                <a:lnSpc>
                  <a:spcPct val="110000"/>
                </a:lnSpc>
                <a:buFontTx/>
                <a:buNone/>
                <a:defRPr/>
              </a:pPr>
              <a:r>
                <a:rPr lang="en-US" altLang="ko-KR" sz="12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MySQL</a:t>
              </a:r>
              <a:endPara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  <a:p>
              <a:pPr marL="0" indent="0" algn="ctr" latinLnBrk="0">
                <a:lnSpc>
                  <a:spcPct val="110000"/>
                </a:lnSpc>
                <a:buFontTx/>
                <a:buNone/>
                <a:defRPr/>
              </a:pPr>
              <a:r>
                <a:rPr lang="en-US" altLang="ko-KR" sz="1200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VScode</a:t>
              </a:r>
              <a:r>
                <a:rPr lang="en-US" altLang="ko-KR" sz="12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, Spyder, GitHub</a:t>
              </a:r>
              <a:endPara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cxnSp>
          <p:nvCxnSpPr>
            <p:cNvPr id="107" name="직선 연결선 106"/>
            <p:cNvCxnSpPr>
              <a:cxnSpLocks/>
            </p:cNvCxnSpPr>
            <p:nvPr/>
          </p:nvCxnSpPr>
          <p:spPr>
            <a:xfrm>
              <a:off x="6011545" y="4260215"/>
              <a:ext cx="208915" cy="635"/>
            </a:xfrm>
            <a:prstGeom prst="line">
              <a:avLst/>
            </a:prstGeom>
            <a:ln w="19050" cap="flat" cmpd="sng">
              <a:solidFill>
                <a:srgbClr val="3378C8">
                  <a:alpha val="10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A784CCE-E54B-C0F2-3979-277593F62A92}"/>
              </a:ext>
            </a:extLst>
          </p:cNvPr>
          <p:cNvGrpSpPr/>
          <p:nvPr/>
        </p:nvGrpSpPr>
        <p:grpSpPr>
          <a:xfrm>
            <a:off x="9617075" y="2373630"/>
            <a:ext cx="2126615" cy="3803650"/>
            <a:chOff x="9617075" y="2373630"/>
            <a:chExt cx="2126615" cy="3803650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9A6EBD5C-A4FC-1FDE-C45A-C129D11A7773}"/>
                </a:ext>
              </a:extLst>
            </p:cNvPr>
            <p:cNvGrpSpPr/>
            <p:nvPr/>
          </p:nvGrpSpPr>
          <p:grpSpPr>
            <a:xfrm>
              <a:off x="9621520" y="2567305"/>
              <a:ext cx="2122170" cy="3609975"/>
              <a:chOff x="9621520" y="2567305"/>
              <a:chExt cx="2122170" cy="3609975"/>
            </a:xfrm>
            <a:effectLst/>
          </p:grpSpPr>
          <p:sp>
            <p:nvSpPr>
              <p:cNvPr id="122" name="사각형: 둥근 위쪽 모서리 121">
                <a:extLst>
                  <a:ext uri="{FF2B5EF4-FFF2-40B4-BE49-F238E27FC236}">
                    <a16:creationId xmlns:a16="http://schemas.microsoft.com/office/drawing/2014/main" id="{9F1D2BA5-A67E-8CA8-68CC-CC5DD3253E8D}"/>
                  </a:ext>
                </a:extLst>
              </p:cNvPr>
              <p:cNvSpPr/>
              <p:nvPr/>
            </p:nvSpPr>
            <p:spPr>
              <a:xfrm>
                <a:off x="9621520" y="2567305"/>
                <a:ext cx="2122170" cy="3609975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E43722B3-BD0E-2ECA-6689-6A2C0563E3C8}"/>
                  </a:ext>
                </a:extLst>
              </p:cNvPr>
              <p:cNvSpPr/>
              <p:nvPr/>
            </p:nvSpPr>
            <p:spPr>
              <a:xfrm>
                <a:off x="9621520" y="6034405"/>
                <a:ext cx="2122170" cy="14287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C64B61DA-1255-6FB8-B1A7-48CDA752882F}"/>
                </a:ext>
              </a:extLst>
            </p:cNvPr>
            <p:cNvGrpSpPr/>
            <p:nvPr/>
          </p:nvGrpSpPr>
          <p:grpSpPr>
            <a:xfrm>
              <a:off x="10478135" y="2373630"/>
              <a:ext cx="408305" cy="351790"/>
              <a:chOff x="10478135" y="2373630"/>
              <a:chExt cx="408305" cy="351790"/>
            </a:xfrm>
          </p:grpSpPr>
          <p:sp>
            <p:nvSpPr>
              <p:cNvPr id="119" name="육각형 118">
                <a:extLst>
                  <a:ext uri="{FF2B5EF4-FFF2-40B4-BE49-F238E27FC236}">
                    <a16:creationId xmlns:a16="http://schemas.microsoft.com/office/drawing/2014/main" id="{0F2F5C11-84D6-40F6-58B4-4FE0F40AE182}"/>
                  </a:ext>
                </a:extLst>
              </p:cNvPr>
              <p:cNvSpPr/>
              <p:nvPr/>
            </p:nvSpPr>
            <p:spPr>
              <a:xfrm>
                <a:off x="10478135" y="237363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0" name="자유형: 도형 119">
                <a:extLst>
                  <a:ext uri="{FF2B5EF4-FFF2-40B4-BE49-F238E27FC236}">
                    <a16:creationId xmlns:a16="http://schemas.microsoft.com/office/drawing/2014/main" id="{2446D4A2-DACF-C677-5F03-56CE8A2EFC79}"/>
                  </a:ext>
                </a:extLst>
              </p:cNvPr>
              <p:cNvSpPr/>
              <p:nvPr/>
            </p:nvSpPr>
            <p:spPr>
              <a:xfrm rot="4666750">
                <a:off x="10504170" y="236855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19A7F1C-BDCB-C77C-081D-155B7A2BD92B}"/>
                  </a:ext>
                </a:extLst>
              </p:cNvPr>
              <p:cNvSpPr txBox="1"/>
              <p:nvPr/>
            </p:nvSpPr>
            <p:spPr>
              <a:xfrm>
                <a:off x="10554970" y="243903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5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6350446-6771-1509-1C33-D986D90321A6}"/>
                </a:ext>
              </a:extLst>
            </p:cNvPr>
            <p:cNvSpPr txBox="1"/>
            <p:nvPr/>
          </p:nvSpPr>
          <p:spPr>
            <a:xfrm>
              <a:off x="9823450" y="3060065"/>
              <a:ext cx="1704340" cy="735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활용방안 및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기대 효과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87F30DB-0C46-D738-9EDC-BA98CB38FF11}"/>
                </a:ext>
              </a:extLst>
            </p:cNvPr>
            <p:cNvSpPr txBox="1"/>
            <p:nvPr/>
          </p:nvSpPr>
          <p:spPr>
            <a:xfrm>
              <a:off x="9617075" y="4453255"/>
              <a:ext cx="2122170" cy="8877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사용자의 위치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검색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선택 등의 데이터를 수집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분석하여 연계 서비스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광고 추천 패턴 등 활용가능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FC2AFA84-BAD4-C827-E0E3-CE251C052D01}"/>
                </a:ext>
              </a:extLst>
            </p:cNvPr>
            <p:cNvCxnSpPr>
              <a:cxnSpLocks/>
            </p:cNvCxnSpPr>
            <p:nvPr/>
          </p:nvCxnSpPr>
          <p:spPr>
            <a:xfrm>
              <a:off x="10574020" y="4260215"/>
              <a:ext cx="208280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28" name="_x278651016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0ECFF9AA-B8BE-40FD-9C3B-6DBCEEE69F9E}"/>
              </a:ext>
            </a:extLst>
          </p:cNvPr>
          <p:cNvSpPr txBox="1"/>
          <p:nvPr/>
        </p:nvSpPr>
        <p:spPr>
          <a:xfrm>
            <a:off x="544195" y="4445635"/>
            <a:ext cx="2036445" cy="887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날씨정보를 활용해 사용자 위치 주변의 적합한 음식점을 추천하여 사용자의 선택 부담을 낮춘다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F81D922-48EB-4362-BBD3-39CA7DDE51E7}"/>
              </a:ext>
            </a:extLst>
          </p:cNvPr>
          <p:cNvSpPr txBox="1"/>
          <p:nvPr/>
        </p:nvSpPr>
        <p:spPr>
          <a:xfrm>
            <a:off x="7339330" y="4453255"/>
            <a:ext cx="2122805" cy="13112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10000"/>
              </a:lnSpc>
              <a:buFontTx/>
              <a:buNone/>
              <a:defRPr/>
            </a:pP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프론트</a:t>
            </a:r>
            <a:r>
              <a:rPr lang="en-US" altLang="ko-KR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: </a:t>
            </a: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지도표시</a:t>
            </a:r>
            <a:r>
              <a:rPr lang="en-US" altLang="ko-KR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, </a:t>
            </a: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위치요청</a:t>
            </a:r>
          </a:p>
          <a:p>
            <a:pPr marL="0" indent="0" algn="ctr" latinLnBrk="0">
              <a:lnSpc>
                <a:spcPct val="110000"/>
              </a:lnSpc>
              <a:buFontTx/>
              <a:buNone/>
              <a:defRPr/>
            </a:pPr>
            <a:r>
              <a:rPr lang="ko-KR" altLang="en-US" sz="1200" dirty="0" err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백엔드</a:t>
            </a:r>
            <a:r>
              <a:rPr lang="en-US" altLang="ko-KR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: API</a:t>
            </a: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처리</a:t>
            </a:r>
            <a:r>
              <a:rPr lang="en-US" altLang="ko-KR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, </a:t>
            </a: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추천엔진</a:t>
            </a:r>
          </a:p>
          <a:p>
            <a:pPr marL="0" indent="0" algn="ctr" latinLnBrk="0">
              <a:lnSpc>
                <a:spcPct val="110000"/>
              </a:lnSpc>
              <a:buFontTx/>
              <a:buNone/>
              <a:defRPr/>
            </a:pPr>
            <a:r>
              <a:rPr lang="en-US" altLang="ko-KR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API: Geolocation, </a:t>
            </a: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단기예보</a:t>
            </a:r>
            <a:r>
              <a:rPr lang="en-US" altLang="ko-KR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,</a:t>
            </a: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카카오 맵</a:t>
            </a:r>
            <a:r>
              <a:rPr lang="en-US" altLang="ko-KR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 </a:t>
            </a:r>
            <a:endParaRPr lang="ko-KR" altLang="en-US" sz="12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charset="0"/>
              <a:ea typeface="세방고딕 Regular" charset="0"/>
            </a:endParaRPr>
          </a:p>
          <a:p>
            <a:pPr marL="0" indent="0" algn="ctr" latinLnBrk="0">
              <a:lnSpc>
                <a:spcPct val="110000"/>
              </a:lnSpc>
              <a:buFontTx/>
              <a:buNone/>
              <a:defRPr/>
            </a:pPr>
            <a:r>
              <a:rPr lang="en-US" altLang="ko-KR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DB: </a:t>
            </a: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음식점</a:t>
            </a:r>
            <a:r>
              <a:rPr lang="en-US" altLang="ko-KR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, </a:t>
            </a: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카테고리</a:t>
            </a:r>
            <a:r>
              <a:rPr lang="en-US" altLang="ko-KR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, </a:t>
            </a: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사용자 선택 히스토리 등</a:t>
            </a: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8734F482-8D9D-4730-AC07-2A52F78763B7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26143AA-EC37-486B-9653-36B79C491362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1-1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개요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4" name="그래픽 43">
              <a:extLst>
                <a:ext uri="{FF2B5EF4-FFF2-40B4-BE49-F238E27FC236}">
                  <a16:creationId xmlns:a16="http://schemas.microsoft.com/office/drawing/2014/main" id="{61F120D7-0567-4C32-963B-AAE1B9E62D91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E247BE64-85B5-7C04-D551-43D7EA2D00D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1-2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팀 구성 및 역할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746742"/>
              </p:ext>
            </p:extLst>
          </p:nvPr>
        </p:nvGraphicFramePr>
        <p:xfrm>
          <a:off x="301789" y="2401104"/>
          <a:ext cx="11588421" cy="3787191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318117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548048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722256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803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훈련생</a:t>
                      </a: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역할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담당 업무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801720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700" b="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최연흠</a:t>
                      </a:r>
                      <a:endParaRPr lang="ko-KR" altLang="en-US" sz="19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7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팀장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7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801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이승준</a:t>
                      </a:r>
                      <a:endParaRPr lang="ko-KR" altLang="en-US" sz="19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7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팀원</a:t>
                      </a:r>
                      <a:endParaRPr kumimoji="0" lang="en-US" altLang="ko-KR" sz="17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7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801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유재욱</a:t>
                      </a: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팀원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7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801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㈜</a:t>
                      </a:r>
                      <a:r>
                        <a:rPr kumimoji="0" lang="ko-KR" altLang="en-US" sz="1700" b="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라스테크</a:t>
                      </a:r>
                      <a:endParaRPr kumimoji="0" lang="en-US" altLang="ko-KR" sz="17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정상윤 멘토님</a:t>
                      </a: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멘토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7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905" y="5530850"/>
            <a:ext cx="1452245" cy="917575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81661" y="5923052"/>
            <a:ext cx="113480" cy="11348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302906" y="3280858"/>
            <a:ext cx="2802884" cy="370613"/>
            <a:chOff x="4525645" y="3492500"/>
            <a:chExt cx="2713355" cy="35877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525645" y="3492500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525645" y="349250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00575" y="3566795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5022850" y="3519170"/>
              <a:ext cx="186626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전체 시스템 설계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DB9036-58B9-295D-B4CC-A3EFD9142DF6}"/>
              </a:ext>
            </a:extLst>
          </p:cNvPr>
          <p:cNvGrpSpPr/>
          <p:nvPr/>
        </p:nvGrpSpPr>
        <p:grpSpPr>
          <a:xfrm>
            <a:off x="7356621" y="3280858"/>
            <a:ext cx="2802884" cy="370613"/>
            <a:chOff x="7579360" y="3492500"/>
            <a:chExt cx="2713355" cy="358775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559751F-6247-AD32-B4A0-3DA72EDF65A4}"/>
                </a:ext>
              </a:extLst>
            </p:cNvPr>
            <p:cNvSpPr/>
            <p:nvPr/>
          </p:nvSpPr>
          <p:spPr>
            <a:xfrm>
              <a:off x="7579360" y="3492500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EE6FB7C8-B9B4-50B1-FEB2-7CBC32B9A834}"/>
                </a:ext>
              </a:extLst>
            </p:cNvPr>
            <p:cNvSpPr/>
            <p:nvPr/>
          </p:nvSpPr>
          <p:spPr>
            <a:xfrm>
              <a:off x="7579360" y="349250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6939653-3B3C-D5B2-6EA2-213E296BF351}"/>
                </a:ext>
              </a:extLst>
            </p:cNvPr>
            <p:cNvSpPr txBox="1"/>
            <p:nvPr/>
          </p:nvSpPr>
          <p:spPr>
            <a:xfrm>
              <a:off x="8133715" y="3519170"/>
              <a:ext cx="2030730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 및 정제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D1088FFE-778C-CF69-A75E-E82D40CEA0C5}"/>
              </a:ext>
            </a:extLst>
          </p:cNvPr>
          <p:cNvSpPr/>
          <p:nvPr/>
        </p:nvSpPr>
        <p:spPr>
          <a:xfrm>
            <a:off x="4326401" y="4039683"/>
            <a:ext cx="2802884" cy="3706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1389372-CDE5-C988-2498-F8F7850DB589}"/>
              </a:ext>
            </a:extLst>
          </p:cNvPr>
          <p:cNvSpPr/>
          <p:nvPr/>
        </p:nvSpPr>
        <p:spPr>
          <a:xfrm>
            <a:off x="4302906" y="4039683"/>
            <a:ext cx="370613" cy="370613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70216" y="4129606"/>
            <a:ext cx="224336" cy="199410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C588E-981B-4FC3-FE5C-730A56AC180D}"/>
              </a:ext>
            </a:extLst>
          </p:cNvPr>
          <p:cNvGrpSpPr/>
          <p:nvPr/>
        </p:nvGrpSpPr>
        <p:grpSpPr>
          <a:xfrm>
            <a:off x="4302906" y="4834068"/>
            <a:ext cx="2802884" cy="370613"/>
            <a:chOff x="4525645" y="5045710"/>
            <a:chExt cx="2713355" cy="358775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303154F9-B8AC-372E-0CDB-A0DDCCE0AED9}"/>
                </a:ext>
              </a:extLst>
            </p:cNvPr>
            <p:cNvSpPr/>
            <p:nvPr/>
          </p:nvSpPr>
          <p:spPr>
            <a:xfrm>
              <a:off x="4525645" y="5045710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DACC4B7D-2BE7-C756-2D53-813C9C1FF2EE}"/>
                </a:ext>
              </a:extLst>
            </p:cNvPr>
            <p:cNvSpPr/>
            <p:nvPr/>
          </p:nvSpPr>
          <p:spPr>
            <a:xfrm>
              <a:off x="4525645" y="504571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EA2092-389C-0AA3-CDE5-12283C706BA3}"/>
                </a:ext>
              </a:extLst>
            </p:cNvPr>
            <p:cNvSpPr txBox="1"/>
            <p:nvPr/>
          </p:nvSpPr>
          <p:spPr>
            <a:xfrm>
              <a:off x="5022850" y="5072380"/>
              <a:ext cx="1976120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수집모델 설계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D315D2B-355C-1615-E050-9A778001B89F}"/>
              </a:ext>
            </a:extLst>
          </p:cNvPr>
          <p:cNvGrpSpPr/>
          <p:nvPr/>
        </p:nvGrpSpPr>
        <p:grpSpPr>
          <a:xfrm>
            <a:off x="7356621" y="4834068"/>
            <a:ext cx="2802884" cy="370613"/>
            <a:chOff x="7579360" y="5045710"/>
            <a:chExt cx="2713355" cy="35877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C9D6C950-8B41-2D76-50B6-0D646375AB0D}"/>
                </a:ext>
              </a:extLst>
            </p:cNvPr>
            <p:cNvSpPr/>
            <p:nvPr/>
          </p:nvSpPr>
          <p:spPr>
            <a:xfrm>
              <a:off x="7579360" y="5045710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B587C0B1-E8A6-C24D-7642-E82E3112FECD}"/>
                </a:ext>
              </a:extLst>
            </p:cNvPr>
            <p:cNvSpPr/>
            <p:nvPr/>
          </p:nvSpPr>
          <p:spPr>
            <a:xfrm>
              <a:off x="7579360" y="504571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24B626D-98A1-99BA-C6BF-9429BF93797D}"/>
                </a:ext>
              </a:extLst>
            </p:cNvPr>
            <p:cNvSpPr txBox="1"/>
            <p:nvPr/>
          </p:nvSpPr>
          <p:spPr>
            <a:xfrm>
              <a:off x="8133715" y="5072380"/>
              <a:ext cx="186626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텍스트 마이닝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A974807F-F190-B444-17DF-2D7DAC1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8415" y="5153660"/>
              <a:ext cx="240665" cy="150495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D67248-D905-9E52-5F24-7FF8A07814EF}"/>
              </a:ext>
            </a:extLst>
          </p:cNvPr>
          <p:cNvGrpSpPr/>
          <p:nvPr/>
        </p:nvGrpSpPr>
        <p:grpSpPr>
          <a:xfrm>
            <a:off x="7356621" y="4033376"/>
            <a:ext cx="2802886" cy="568055"/>
            <a:chOff x="7579360" y="4251325"/>
            <a:chExt cx="2713355" cy="549910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FEA7CFED-846E-5236-EA65-8F066B703370}"/>
                </a:ext>
              </a:extLst>
            </p:cNvPr>
            <p:cNvSpPr/>
            <p:nvPr/>
          </p:nvSpPr>
          <p:spPr>
            <a:xfrm>
              <a:off x="7579360" y="4251325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0F6B7CC6-DD9D-E65B-295A-7E37D0E9510A}"/>
                </a:ext>
              </a:extLst>
            </p:cNvPr>
            <p:cNvSpPr/>
            <p:nvPr/>
          </p:nvSpPr>
          <p:spPr>
            <a:xfrm>
              <a:off x="7579360" y="4251325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1E9FBEB-C5FB-ED00-2326-8673D24E284C}"/>
                </a:ext>
              </a:extLst>
            </p:cNvPr>
            <p:cNvSpPr txBox="1"/>
            <p:nvPr/>
          </p:nvSpPr>
          <p:spPr>
            <a:xfrm>
              <a:off x="8133715" y="4277995"/>
              <a:ext cx="215900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모델링 및 시각화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>
                <a:defRPr/>
              </a:pP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6" name="그래픽 185">
              <a:extLst>
                <a:ext uri="{FF2B5EF4-FFF2-40B4-BE49-F238E27FC236}">
                  <a16:creationId xmlns:a16="http://schemas.microsoft.com/office/drawing/2014/main" id="{F0589C36-6558-DE35-D2A0-47812F49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50480" y="4316730"/>
              <a:ext cx="228600" cy="219075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0C0E3E7-9FDB-37CF-3936-26B9B88D8B94}"/>
              </a:ext>
            </a:extLst>
          </p:cNvPr>
          <p:cNvGrpSpPr/>
          <p:nvPr/>
        </p:nvGrpSpPr>
        <p:grpSpPr>
          <a:xfrm>
            <a:off x="4302905" y="5599878"/>
            <a:ext cx="4494585" cy="370613"/>
            <a:chOff x="4525645" y="5811520"/>
            <a:chExt cx="4351020" cy="358775"/>
          </a:xfrm>
        </p:grpSpPr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19D2DE3A-159C-0678-7722-8165D6D67C45}"/>
                </a:ext>
              </a:extLst>
            </p:cNvPr>
            <p:cNvSpPr/>
            <p:nvPr/>
          </p:nvSpPr>
          <p:spPr>
            <a:xfrm>
              <a:off x="4525645" y="5811520"/>
              <a:ext cx="374967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61E2BFB1-E502-EFDF-F184-F6517E943CFC}"/>
                </a:ext>
              </a:extLst>
            </p:cNvPr>
            <p:cNvSpPr/>
            <p:nvPr/>
          </p:nvSpPr>
          <p:spPr>
            <a:xfrm>
              <a:off x="4525645" y="581152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317FFBC-1EEA-B2D2-BB82-A575356B1646}"/>
                </a:ext>
              </a:extLst>
            </p:cNvPr>
            <p:cNvSpPr txBox="1"/>
            <p:nvPr/>
          </p:nvSpPr>
          <p:spPr>
            <a:xfrm>
              <a:off x="5022850" y="5837555"/>
              <a:ext cx="385381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주제 선정 피드백</a:t>
              </a:r>
              <a:r>
                <a:rPr lang="en-US" altLang="ko-KR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 질의응답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0B218DBD-C891-ACA9-3D98-24305179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606925" y="5897245"/>
              <a:ext cx="186690" cy="182880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F92146-B07B-C311-EF22-FCD8E1FE76C5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5" name="_x278651016">
              <a:extLst>
                <a:ext uri="{FF2B5EF4-FFF2-40B4-BE49-F238E27FC236}">
                  <a16:creationId xmlns:a16="http://schemas.microsoft.com/office/drawing/2014/main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21165700">
            <a:off x="8621395" y="4762500"/>
            <a:ext cx="3710305" cy="1869440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9090" y="5013960"/>
            <a:ext cx="1692910" cy="1372870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" name="그래픽 18">
            <a:extLst>
              <a:ext uri="{FF2B5EF4-FFF2-40B4-BE49-F238E27FC236}">
                <a16:creationId xmlns:a16="http://schemas.microsoft.com/office/drawing/2014/main" id="{969F3684-33E6-E58A-09AC-85913516B8A8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r="4407" b="11555"/>
          <a:stretch/>
        </p:blipFill>
        <p:spPr>
          <a:xfrm>
            <a:off x="10092055" y="4828540"/>
            <a:ext cx="2099945" cy="1557655"/>
          </a:xfrm>
          <a:prstGeom prst="rect">
            <a:avLst/>
          </a:prstGeom>
        </p:spPr>
      </p:pic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700000">
            <a:off x="11833225" y="5062220"/>
            <a:ext cx="154305" cy="154305"/>
          </a:xfrm>
          <a:prstGeom prst="rect">
            <a:avLst/>
          </a:prstGeom>
        </p:spPr>
      </p:pic>
      <p:pic>
        <p:nvPicPr>
          <p:cNvPr id="61" name="그래픽 60">
            <a:extLst>
              <a:ext uri="{FF2B5EF4-FFF2-40B4-BE49-F238E27FC236}">
                <a16:creationId xmlns:a16="http://schemas.microsoft.com/office/drawing/2014/main" id="{4EB77A4B-E7E1-474B-8FF5-C41DEF5A85E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437266" y="3361619"/>
            <a:ext cx="226960" cy="207937"/>
          </a:xfrm>
          <a:prstGeom prst="rect">
            <a:avLst/>
          </a:prstGeom>
        </p:spPr>
      </p:pic>
      <p:pic>
        <p:nvPicPr>
          <p:cNvPr id="62" name="그래픽 61">
            <a:extLst>
              <a:ext uri="{FF2B5EF4-FFF2-40B4-BE49-F238E27FC236}">
                <a16:creationId xmlns:a16="http://schemas.microsoft.com/office/drawing/2014/main" id="{09BE1932-099D-4176-9300-0E97308EA0A5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405776" y="4922365"/>
            <a:ext cx="197442" cy="210561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41CB5B38-DB96-42E2-971D-60491C042C86}"/>
              </a:ext>
            </a:extLst>
          </p:cNvPr>
          <p:cNvSpPr txBox="1"/>
          <p:nvPr/>
        </p:nvSpPr>
        <p:spPr>
          <a:xfrm>
            <a:off x="4785506" y="4074379"/>
            <a:ext cx="2239422" cy="318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웹사이트 디자인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(HTML)</a:t>
            </a:r>
          </a:p>
        </p:txBody>
      </p:sp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70485" y="5744210"/>
            <a:ext cx="1184910" cy="1043305"/>
          </a:xfrm>
          <a:prstGeom prst="rect">
            <a:avLst/>
          </a:prstGeom>
        </p:spPr>
      </p:pic>
      <p:pic>
        <p:nvPicPr>
          <p:cNvPr id="100" name="그래픽 99" descr="C:/Users/HIDDLE/AppData/Roaming/PolarisOffice/ETemp/2128_11030056/image51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78" b="36588"/>
          <a:stretch>
            <a:fillRect/>
          </a:stretch>
        </p:blipFill>
        <p:spPr>
          <a:xfrm rot="16200000">
            <a:off x="8597265" y="2850515"/>
            <a:ext cx="4767580" cy="2422525"/>
          </a:xfrm>
          <a:prstGeom prst="rect">
            <a:avLst/>
          </a:prstGeom>
          <a:noFill/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7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671955"/>
            <a:ext cx="12192635" cy="401955"/>
          </a:xfrm>
          <a:prstGeom prst="rect">
            <a:avLst/>
          </a:prstGeom>
          <a:noFill/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85117FB-7436-83E8-CACF-9CC7B72D9274}"/>
              </a:ext>
            </a:extLst>
          </p:cNvPr>
          <p:cNvGrpSpPr/>
          <p:nvPr/>
        </p:nvGrpSpPr>
        <p:grpSpPr>
          <a:xfrm>
            <a:off x="541655" y="1273175"/>
            <a:ext cx="10526395" cy="369570"/>
            <a:chOff x="541655" y="1273175"/>
            <a:chExt cx="10526395" cy="369570"/>
          </a:xfrm>
        </p:grpSpPr>
        <p:sp>
          <p:nvSpPr>
            <p:cNvPr id="24" name="TextBox 23"/>
            <p:cNvSpPr txBox="1">
              <a:spLocks/>
            </p:cNvSpPr>
            <p:nvPr/>
          </p:nvSpPr>
          <p:spPr>
            <a:xfrm>
              <a:off x="743585" y="1273175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en-US" altLang="ko-KR" sz="1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1-3 </a:t>
              </a:r>
              <a:r>
                <a:rPr lang="ko-KR" altLang="en-US" sz="1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수행 절차 및 방법</a:t>
              </a:r>
            </a:p>
          </p:txBody>
        </p:sp>
        <p:sp>
          <p:nvSpPr>
            <p:cNvPr id="45" name="그래픽 43"/>
            <p:cNvSpPr>
              <a:spLocks/>
            </p:cNvSpPr>
            <p:nvPr/>
          </p:nvSpPr>
          <p:spPr>
            <a:xfrm>
              <a:off x="541655" y="1382395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7" name="_x278651016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057476"/>
              </p:ext>
            </p:extLst>
          </p:nvPr>
        </p:nvGraphicFramePr>
        <p:xfrm>
          <a:off x="294640" y="1758950"/>
          <a:ext cx="11218545" cy="496760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94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6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06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600" b="1" i="0" kern="120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구분</a:t>
                      </a:r>
                    </a:p>
                  </a:txBody>
                  <a:tcPr marL="89535" marR="89535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3378C8">
                        <a:alpha val="29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600" b="1" i="0" kern="120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기간</a:t>
                      </a:r>
                    </a:p>
                  </a:txBody>
                  <a:tcPr marL="89535" marR="89535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3378C8">
                        <a:alpha val="2001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600" b="1" i="0" kern="120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활동</a:t>
                      </a:r>
                    </a:p>
                  </a:txBody>
                  <a:tcPr marL="89535" marR="89535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3378C8">
                        <a:alpha val="981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ko-KR" altLang="en-US" sz="1600" b="1" i="0" kern="120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비고</a:t>
                      </a:r>
                    </a:p>
                  </a:txBody>
                  <a:tcPr marL="89535" marR="89535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3378C8">
                        <a:alpha val="47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사전 기획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11/24(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11/2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5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아이디어 선정</a:t>
                      </a: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화면 구현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5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11/2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7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목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데이터 수집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11/26(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수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11/2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8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데이터 전처리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11/28(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12/3(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수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업체 자문</a:t>
                      </a: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모델링 및 서비스 구축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12/4(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목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12/1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2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 latinLnBrk="0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팀별 중간보고 실시</a:t>
                      </a: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마무리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12/</a:t>
                      </a:r>
                      <a:r>
                        <a:rPr kumimoji="0" lang="ko-KR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15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en-US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월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</a:t>
                      </a:r>
                      <a:r>
                        <a:rPr kumimoji="0" lang="ko-KR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12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/</a:t>
                      </a:r>
                      <a:r>
                        <a:rPr kumimoji="0" lang="ko-KR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19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en-US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 dirty="0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 latinLnBrk="0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최적화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, 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오류 수정</a:t>
                      </a: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총 개발기간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11/24(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12/19(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총 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4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주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 dirty="0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98" name="그래픽 97">
            <a:extLst>
              <a:ext uri="{FF2B5EF4-FFF2-40B4-BE49-F238E27FC236}">
                <a16:creationId xmlns:a16="http://schemas.microsoft.com/office/drawing/2014/main" id="{7F4AB473-373B-18DB-30DC-4876DEC9D5AC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b="44800"/>
          <a:stretch/>
        </p:blipFill>
        <p:spPr>
          <a:xfrm rot="16200000">
            <a:off x="11243945" y="5770880"/>
            <a:ext cx="935355" cy="960120"/>
          </a:xfrm>
          <a:prstGeom prst="rect">
            <a:avLst/>
          </a:prstGeom>
        </p:spPr>
      </p:pic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9705" y="5478145"/>
            <a:ext cx="125095" cy="125095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245610" y="2294255"/>
            <a:ext cx="2553335" cy="327025"/>
            <a:chOff x="4245610" y="2294255"/>
            <a:chExt cx="2553335" cy="327025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245610" y="2294255"/>
              <a:ext cx="2553335" cy="327025"/>
              <a:chOff x="4245610" y="2294255"/>
              <a:chExt cx="2553335" cy="327025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245610" y="2294255"/>
                <a:ext cx="2456815" cy="327025"/>
                <a:chOff x="4245610" y="2294255"/>
                <a:chExt cx="2456815" cy="327025"/>
              </a:xfrm>
            </p:grpSpPr>
            <p:sp>
              <p:nvSpPr>
                <p:cNvPr id="42" name="사각형: 둥근 모서리 41"/>
                <p:cNvSpPr>
                  <a:spLocks/>
                </p:cNvSpPr>
                <p:nvPr/>
              </p:nvSpPr>
              <p:spPr>
                <a:xfrm>
                  <a:off x="4245610" y="2294255"/>
                  <a:ext cx="24574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43" name="타원 42"/>
                <p:cNvSpPr>
                  <a:spLocks/>
                </p:cNvSpPr>
                <p:nvPr/>
              </p:nvSpPr>
              <p:spPr>
                <a:xfrm>
                  <a:off x="4245610" y="2294255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46" name="TextBox 45"/>
              <p:cNvSpPr txBox="1">
                <a:spLocks/>
              </p:cNvSpPr>
              <p:nvPr/>
            </p:nvSpPr>
            <p:spPr>
              <a:xfrm>
                <a:off x="4598670" y="2326640"/>
                <a:ext cx="2200910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프로젝트 기획 및 주제 선정</a:t>
                </a:r>
              </a:p>
            </p:txBody>
          </p:sp>
        </p:grpSp>
        <p:pic>
          <p:nvPicPr>
            <p:cNvPr id="106" name="그래픽 105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1180" y="2372360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066915" y="2298065"/>
            <a:ext cx="1445895" cy="327025"/>
            <a:chOff x="7066915" y="2298065"/>
            <a:chExt cx="1445895" cy="327025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066915" y="2298065"/>
              <a:ext cx="1445895" cy="327025"/>
              <a:chOff x="7066915" y="2298065"/>
              <a:chExt cx="1445895" cy="327025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7066915" y="2298065"/>
                <a:ext cx="1445895" cy="327025"/>
                <a:chOff x="7066915" y="2298065"/>
                <a:chExt cx="1445895" cy="327025"/>
              </a:xfrm>
            </p:grpSpPr>
            <p:sp>
              <p:nvSpPr>
                <p:cNvPr id="52" name="사각형: 둥근 모서리 51"/>
                <p:cNvSpPr>
                  <a:spLocks/>
                </p:cNvSpPr>
                <p:nvPr/>
              </p:nvSpPr>
              <p:spPr>
                <a:xfrm>
                  <a:off x="7066915" y="2298065"/>
                  <a:ext cx="144653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53" name="타원 52"/>
                <p:cNvSpPr>
                  <a:spLocks/>
                </p:cNvSpPr>
                <p:nvPr/>
              </p:nvSpPr>
              <p:spPr>
                <a:xfrm>
                  <a:off x="7066915" y="2298065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51" name="TextBox 50"/>
              <p:cNvSpPr txBox="1">
                <a:spLocks/>
              </p:cNvSpPr>
              <p:nvPr/>
            </p:nvSpPr>
            <p:spPr>
              <a:xfrm>
                <a:off x="7419975" y="2330450"/>
                <a:ext cx="1028065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기획안 작성</a:t>
                </a:r>
              </a:p>
            </p:txBody>
          </p:sp>
        </p:grpSp>
        <p:pic>
          <p:nvPicPr>
            <p:cNvPr id="107" name="그래픽 106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3595" y="237680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6290945" y="2940050"/>
            <a:ext cx="2474595" cy="327025"/>
            <a:chOff x="6290945" y="2940050"/>
            <a:chExt cx="2474595" cy="327025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6290945" y="2940050"/>
              <a:ext cx="2474595" cy="327025"/>
              <a:chOff x="6290945" y="2940050"/>
              <a:chExt cx="2474595" cy="327025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6290945" y="2940050"/>
                <a:ext cx="2456815" cy="327025"/>
                <a:chOff x="6290945" y="2940050"/>
                <a:chExt cx="2456815" cy="327025"/>
              </a:xfrm>
            </p:grpSpPr>
            <p:sp>
              <p:nvSpPr>
                <p:cNvPr id="61" name="사각형: 둥근 모서리 60"/>
                <p:cNvSpPr>
                  <a:spLocks/>
                </p:cNvSpPr>
                <p:nvPr/>
              </p:nvSpPr>
              <p:spPr>
                <a:xfrm>
                  <a:off x="6290945" y="2940050"/>
                  <a:ext cx="24574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62" name="타원 61"/>
                <p:cNvSpPr>
                  <a:spLocks/>
                </p:cNvSpPr>
                <p:nvPr/>
              </p:nvSpPr>
              <p:spPr>
                <a:xfrm>
                  <a:off x="6290945" y="294005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60" name="TextBox 59"/>
              <p:cNvSpPr txBox="1">
                <a:spLocks/>
              </p:cNvSpPr>
              <p:nvPr/>
            </p:nvSpPr>
            <p:spPr>
              <a:xfrm>
                <a:off x="6644005" y="2972435"/>
                <a:ext cx="2122170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 spc="-2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데이터 및 수집 절차 정의</a:t>
                </a: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108" name="그래픽 107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515" y="301815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4253865" y="4240530"/>
            <a:ext cx="2109470" cy="327025"/>
            <a:chOff x="4253865" y="4240530"/>
            <a:chExt cx="2109470" cy="327025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4253865" y="4240530"/>
              <a:ext cx="2109470" cy="327025"/>
              <a:chOff x="4253865" y="4240530"/>
              <a:chExt cx="2109470" cy="327025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253865" y="4240530"/>
                <a:ext cx="2109470" cy="327025"/>
                <a:chOff x="4253865" y="4240530"/>
                <a:chExt cx="2109470" cy="327025"/>
              </a:xfrm>
            </p:grpSpPr>
            <p:sp>
              <p:nvSpPr>
                <p:cNvPr id="67" name="사각형: 둥근 모서리 66"/>
                <p:cNvSpPr>
                  <a:spLocks/>
                </p:cNvSpPr>
                <p:nvPr/>
              </p:nvSpPr>
              <p:spPr>
                <a:xfrm>
                  <a:off x="4253865" y="4240530"/>
                  <a:ext cx="2110105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68" name="타원 67"/>
                <p:cNvSpPr>
                  <a:spLocks/>
                </p:cNvSpPr>
                <p:nvPr/>
              </p:nvSpPr>
              <p:spPr>
                <a:xfrm>
                  <a:off x="4253865" y="424053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66" name="TextBox 65"/>
              <p:cNvSpPr txBox="1">
                <a:spLocks/>
              </p:cNvSpPr>
              <p:nvPr/>
            </p:nvSpPr>
            <p:spPr>
              <a:xfrm>
                <a:off x="4606925" y="4272915"/>
                <a:ext cx="1734820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데이터 정제 및 분석</a:t>
                </a:r>
              </a:p>
            </p:txBody>
          </p:sp>
        </p:grpSp>
        <p:pic>
          <p:nvPicPr>
            <p:cNvPr id="109" name="그래픽 108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9910" y="431863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4246880" y="3587115"/>
            <a:ext cx="2324735" cy="493395"/>
            <a:chOff x="4246880" y="3587115"/>
            <a:chExt cx="2324735" cy="493395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246880" y="3587115"/>
              <a:ext cx="2324735" cy="493395"/>
              <a:chOff x="4246880" y="3587115"/>
              <a:chExt cx="2324735" cy="493395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246880" y="3587115"/>
                <a:ext cx="2124075" cy="327025"/>
                <a:chOff x="4246880" y="3587115"/>
                <a:chExt cx="2124075" cy="327025"/>
              </a:xfrm>
            </p:grpSpPr>
            <p:sp>
              <p:nvSpPr>
                <p:cNvPr id="73" name="사각형: 둥근 모서리 72"/>
                <p:cNvSpPr>
                  <a:spLocks/>
                </p:cNvSpPr>
                <p:nvPr/>
              </p:nvSpPr>
              <p:spPr>
                <a:xfrm>
                  <a:off x="4246880" y="3587115"/>
                  <a:ext cx="212471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74" name="타원 73"/>
                <p:cNvSpPr>
                  <a:spLocks/>
                </p:cNvSpPr>
                <p:nvPr/>
              </p:nvSpPr>
              <p:spPr>
                <a:xfrm>
                  <a:off x="4246880" y="3587115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72" name="TextBox 71"/>
              <p:cNvSpPr txBox="1">
                <a:spLocks/>
              </p:cNvSpPr>
              <p:nvPr/>
            </p:nvSpPr>
            <p:spPr>
              <a:xfrm>
                <a:off x="4599940" y="3619500"/>
                <a:ext cx="1972310" cy="46164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기상, 상권 데이터 수집</a:t>
                </a:r>
              </a:p>
              <a:p>
                <a:pPr marL="0" indent="0" latinLnBrk="0">
                  <a:buFontTx/>
                  <a:buNone/>
                  <a:defRPr/>
                </a:pP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110" name="그래픽 109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2450" y="366077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82DD9C-6CFA-79A9-21D9-D91086EC0AAE}"/>
              </a:ext>
            </a:extLst>
          </p:cNvPr>
          <p:cNvGrpSpPr/>
          <p:nvPr/>
        </p:nvGrpSpPr>
        <p:grpSpPr>
          <a:xfrm>
            <a:off x="4252595" y="4851400"/>
            <a:ext cx="2324735" cy="327025"/>
            <a:chOff x="4252595" y="4851400"/>
            <a:chExt cx="2324735" cy="327025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00DF8E4-19D4-A618-4116-A49208004C00}"/>
                </a:ext>
              </a:extLst>
            </p:cNvPr>
            <p:cNvGrpSpPr/>
            <p:nvPr/>
          </p:nvGrpSpPr>
          <p:grpSpPr>
            <a:xfrm>
              <a:off x="4252595" y="4851400"/>
              <a:ext cx="2324735" cy="327025"/>
              <a:chOff x="4252595" y="4851400"/>
              <a:chExt cx="2324735" cy="327025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252595" y="4851400"/>
                <a:ext cx="1341755" cy="327025"/>
                <a:chOff x="4252595" y="4851400"/>
                <a:chExt cx="1341755" cy="327025"/>
              </a:xfrm>
            </p:grpSpPr>
            <p:sp>
              <p:nvSpPr>
                <p:cNvPr id="79" name="사각형: 둥근 모서리 78"/>
                <p:cNvSpPr>
                  <a:spLocks/>
                </p:cNvSpPr>
                <p:nvPr/>
              </p:nvSpPr>
              <p:spPr>
                <a:xfrm>
                  <a:off x="4252595" y="4851400"/>
                  <a:ext cx="134239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80" name="타원 79"/>
                <p:cNvSpPr>
                  <a:spLocks/>
                </p:cNvSpPr>
                <p:nvPr/>
              </p:nvSpPr>
              <p:spPr>
                <a:xfrm>
                  <a:off x="4252595" y="485140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78" name="TextBox 77"/>
              <p:cNvSpPr txBox="1">
                <a:spLocks/>
              </p:cNvSpPr>
              <p:nvPr/>
            </p:nvSpPr>
            <p:spPr>
              <a:xfrm>
                <a:off x="4605655" y="4884420"/>
                <a:ext cx="1972310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모델 구현</a:t>
                </a:r>
              </a:p>
            </p:txBody>
          </p:sp>
        </p:grpSp>
        <p:pic>
          <p:nvPicPr>
            <p:cNvPr id="116" name="그래픽 115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8165" y="4922520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692785A-1488-81E8-8926-A91D1A214D4B}"/>
              </a:ext>
            </a:extLst>
          </p:cNvPr>
          <p:cNvGrpSpPr/>
          <p:nvPr/>
        </p:nvGrpSpPr>
        <p:grpSpPr>
          <a:xfrm>
            <a:off x="4246880" y="5516880"/>
            <a:ext cx="2474595" cy="327025"/>
            <a:chOff x="4246880" y="5516880"/>
            <a:chExt cx="2474595" cy="327025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A3DDF3FC-4E6B-2215-D355-EF844455C59D}"/>
                </a:ext>
              </a:extLst>
            </p:cNvPr>
            <p:cNvGrpSpPr/>
            <p:nvPr/>
          </p:nvGrpSpPr>
          <p:grpSpPr>
            <a:xfrm>
              <a:off x="4246880" y="5516880"/>
              <a:ext cx="2474595" cy="327025"/>
              <a:chOff x="4246880" y="5516880"/>
              <a:chExt cx="2474595" cy="327025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246880" y="5516880"/>
                <a:ext cx="2456815" cy="327025"/>
                <a:chOff x="4246880" y="5516880"/>
                <a:chExt cx="2456815" cy="327025"/>
              </a:xfrm>
            </p:grpSpPr>
            <p:sp>
              <p:nvSpPr>
                <p:cNvPr id="85" name="사각형: 둥근 모서리 84"/>
                <p:cNvSpPr>
                  <a:spLocks/>
                </p:cNvSpPr>
                <p:nvPr/>
              </p:nvSpPr>
              <p:spPr>
                <a:xfrm>
                  <a:off x="4246880" y="5516880"/>
                  <a:ext cx="24574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86" name="타원 85"/>
                <p:cNvSpPr>
                  <a:spLocks/>
                </p:cNvSpPr>
                <p:nvPr/>
              </p:nvSpPr>
              <p:spPr>
                <a:xfrm>
                  <a:off x="4246880" y="551688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84" name="TextBox 83"/>
              <p:cNvSpPr txBox="1">
                <a:spLocks/>
              </p:cNvSpPr>
              <p:nvPr/>
            </p:nvSpPr>
            <p:spPr>
              <a:xfrm>
                <a:off x="4599940" y="5549265"/>
                <a:ext cx="2122170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fontAlgn="ctr" latinLnBrk="0">
                  <a:spcBef>
                    <a:spcPts val="600"/>
                  </a:spcBef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추천 엔진 최적화</a:t>
                </a:r>
              </a:p>
            </p:txBody>
          </p:sp>
        </p:grpSp>
        <p:pic>
          <p:nvPicPr>
            <p:cNvPr id="117" name="그래픽 116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2450" y="559498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C40BBE-095E-01FB-2528-6DF0EF1A33DB}"/>
              </a:ext>
            </a:extLst>
          </p:cNvPr>
          <p:cNvGrpSpPr/>
          <p:nvPr/>
        </p:nvGrpSpPr>
        <p:grpSpPr>
          <a:xfrm>
            <a:off x="7056755" y="5516880"/>
            <a:ext cx="1845945" cy="327025"/>
            <a:chOff x="7056755" y="5516880"/>
            <a:chExt cx="1845945" cy="327025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56131837-9B70-2254-3652-7A3BBC83141F}"/>
                </a:ext>
              </a:extLst>
            </p:cNvPr>
            <p:cNvGrpSpPr/>
            <p:nvPr/>
          </p:nvGrpSpPr>
          <p:grpSpPr>
            <a:xfrm>
              <a:off x="7056755" y="5516880"/>
              <a:ext cx="1845945" cy="327025"/>
              <a:chOff x="7056755" y="5516880"/>
              <a:chExt cx="1845945" cy="327025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FDB2CC05-7D07-CB94-1C11-AA6CA7F3F719}"/>
                  </a:ext>
                </a:extLst>
              </p:cNvPr>
              <p:cNvGrpSpPr/>
              <p:nvPr/>
            </p:nvGrpSpPr>
            <p:grpSpPr>
              <a:xfrm>
                <a:off x="7056755" y="5516880"/>
                <a:ext cx="1706880" cy="327025"/>
                <a:chOff x="7056755" y="5516880"/>
                <a:chExt cx="1706880" cy="327025"/>
              </a:xfrm>
            </p:grpSpPr>
            <p:sp>
              <p:nvSpPr>
                <p:cNvPr id="91" name="사각형: 둥근 모서리 90"/>
                <p:cNvSpPr>
                  <a:spLocks/>
                </p:cNvSpPr>
                <p:nvPr/>
              </p:nvSpPr>
              <p:spPr>
                <a:xfrm>
                  <a:off x="7056755" y="5516880"/>
                  <a:ext cx="1707515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92" name="타원 91"/>
                <p:cNvSpPr>
                  <a:spLocks/>
                </p:cNvSpPr>
                <p:nvPr/>
              </p:nvSpPr>
              <p:spPr>
                <a:xfrm>
                  <a:off x="7056755" y="551688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90" name="TextBox 89"/>
              <p:cNvSpPr txBox="1">
                <a:spLocks/>
              </p:cNvSpPr>
              <p:nvPr/>
            </p:nvSpPr>
            <p:spPr>
              <a:xfrm>
                <a:off x="7409815" y="5549265"/>
                <a:ext cx="1493520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ko-KR" sz="1200" spc="-3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테스트 및 점검</a:t>
                </a: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118" name="그래픽 117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2800" y="559498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105E0AFF-FD55-4F2F-B8EF-6A49EF49427D}"/>
              </a:ext>
            </a:extLst>
          </p:cNvPr>
          <p:cNvGrpSpPr/>
          <p:nvPr/>
        </p:nvGrpSpPr>
        <p:grpSpPr>
          <a:xfrm>
            <a:off x="4250055" y="2940050"/>
            <a:ext cx="1812925" cy="327025"/>
            <a:chOff x="4250055" y="2940050"/>
            <a:chExt cx="1812925" cy="327025"/>
          </a:xfrm>
        </p:grpSpPr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5B729665-2402-4976-908F-269A87997924}"/>
                </a:ext>
              </a:extLst>
            </p:cNvPr>
            <p:cNvGrpSpPr/>
            <p:nvPr/>
          </p:nvGrpSpPr>
          <p:grpSpPr>
            <a:xfrm>
              <a:off x="4250055" y="2940050"/>
              <a:ext cx="1812925" cy="327025"/>
              <a:chOff x="4250055" y="2940050"/>
              <a:chExt cx="1812925" cy="327025"/>
            </a:xfrm>
          </p:grpSpPr>
          <p:grpSp>
            <p:nvGrpSpPr>
              <p:cNvPr id="94" name="그룹 93">
                <a:extLst>
                  <a:ext uri="{FF2B5EF4-FFF2-40B4-BE49-F238E27FC236}">
                    <a16:creationId xmlns:a16="http://schemas.microsoft.com/office/drawing/2014/main" id="{8F7794D7-16E0-4FB8-96C0-DFAB03B48202}"/>
                  </a:ext>
                </a:extLst>
              </p:cNvPr>
              <p:cNvGrpSpPr/>
              <p:nvPr/>
            </p:nvGrpSpPr>
            <p:grpSpPr>
              <a:xfrm>
                <a:off x="4250055" y="2940050"/>
                <a:ext cx="1706880" cy="327025"/>
                <a:chOff x="4250055" y="2940050"/>
                <a:chExt cx="1706880" cy="327025"/>
              </a:xfrm>
            </p:grpSpPr>
            <p:sp>
              <p:nvSpPr>
                <p:cNvPr id="96" name="사각형: 둥근 모서리 95"/>
                <p:cNvSpPr>
                  <a:spLocks/>
                </p:cNvSpPr>
                <p:nvPr/>
              </p:nvSpPr>
              <p:spPr>
                <a:xfrm>
                  <a:off x="4250055" y="2940050"/>
                  <a:ext cx="1707515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97" name="타원 96"/>
                <p:cNvSpPr>
                  <a:spLocks/>
                </p:cNvSpPr>
                <p:nvPr/>
              </p:nvSpPr>
              <p:spPr>
                <a:xfrm>
                  <a:off x="4250055" y="294005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95" name="TextBox 94"/>
              <p:cNvSpPr txBox="1">
                <a:spLocks/>
              </p:cNvSpPr>
              <p:nvPr/>
            </p:nvSpPr>
            <p:spPr>
              <a:xfrm>
                <a:off x="4603115" y="2972435"/>
                <a:ext cx="1460500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웹 디자인</a:t>
                </a:r>
                <a:r>
                  <a:rPr lang="en-US" altLang="ko-KR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(HTML)</a:t>
                </a: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93" name="그래픽 92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6100" y="3018790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07A4C581-97FC-4661-917D-4B41E0C0D2D8}"/>
              </a:ext>
            </a:extLst>
          </p:cNvPr>
          <p:cNvGrpSpPr/>
          <p:nvPr/>
        </p:nvGrpSpPr>
        <p:grpSpPr>
          <a:xfrm>
            <a:off x="6322060" y="4851400"/>
            <a:ext cx="2474595" cy="327025"/>
            <a:chOff x="6322060" y="4851400"/>
            <a:chExt cx="2474595" cy="327025"/>
          </a:xfrm>
        </p:grpSpPr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8D7BC3F7-8949-450F-92C5-74477AC8BD62}"/>
                </a:ext>
              </a:extLst>
            </p:cNvPr>
            <p:cNvGrpSpPr/>
            <p:nvPr/>
          </p:nvGrpSpPr>
          <p:grpSpPr>
            <a:xfrm>
              <a:off x="6322060" y="4851400"/>
              <a:ext cx="2474595" cy="327025"/>
              <a:chOff x="6322060" y="4851400"/>
              <a:chExt cx="2474595" cy="327025"/>
            </a:xfrm>
          </p:grpSpPr>
          <p:grpSp>
            <p:nvGrpSpPr>
              <p:cNvPr id="105" name="그룹 104">
                <a:extLst>
                  <a:ext uri="{FF2B5EF4-FFF2-40B4-BE49-F238E27FC236}">
                    <a16:creationId xmlns:a16="http://schemas.microsoft.com/office/drawing/2014/main" id="{1B54FEE5-856A-407F-B809-C865AC19674C}"/>
                  </a:ext>
                </a:extLst>
              </p:cNvPr>
              <p:cNvGrpSpPr/>
              <p:nvPr/>
            </p:nvGrpSpPr>
            <p:grpSpPr>
              <a:xfrm>
                <a:off x="6322060" y="4851400"/>
                <a:ext cx="2456815" cy="327025"/>
                <a:chOff x="6322060" y="4851400"/>
                <a:chExt cx="2456815" cy="327025"/>
              </a:xfrm>
            </p:grpSpPr>
            <p:sp>
              <p:nvSpPr>
                <p:cNvPr id="112" name="사각형: 둥근 모서리 111"/>
                <p:cNvSpPr>
                  <a:spLocks/>
                </p:cNvSpPr>
                <p:nvPr/>
              </p:nvSpPr>
              <p:spPr>
                <a:xfrm>
                  <a:off x="6322060" y="4851400"/>
                  <a:ext cx="24574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113" name="타원 112"/>
                <p:cNvSpPr>
                  <a:spLocks/>
                </p:cNvSpPr>
                <p:nvPr/>
              </p:nvSpPr>
              <p:spPr>
                <a:xfrm>
                  <a:off x="6322060" y="485140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111" name="TextBox 110"/>
              <p:cNvSpPr txBox="1">
                <a:spLocks/>
              </p:cNvSpPr>
              <p:nvPr/>
            </p:nvSpPr>
            <p:spPr>
              <a:xfrm>
                <a:off x="6675120" y="4883785"/>
                <a:ext cx="2122170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fontAlgn="ctr" latinLnBrk="0">
                  <a:spcBef>
                    <a:spcPts val="600"/>
                  </a:spcBef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 서버 및 DB 구축</a:t>
                </a:r>
              </a:p>
            </p:txBody>
          </p:sp>
        </p:grpSp>
        <p:pic>
          <p:nvPicPr>
            <p:cNvPr id="103" name="그래픽 102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7630" y="4930140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20" name="그룹 11"/>
          <p:cNvGrpSpPr/>
          <p:nvPr/>
        </p:nvGrpSpPr>
        <p:grpSpPr>
          <a:xfrm>
            <a:off x="6739255" y="3587750"/>
            <a:ext cx="2325370" cy="494030"/>
            <a:chOff x="6739255" y="3587750"/>
            <a:chExt cx="2325370" cy="494030"/>
          </a:xfrm>
        </p:grpSpPr>
        <p:grpSp>
          <p:nvGrpSpPr>
            <p:cNvPr id="121" name="그룹 9"/>
            <p:cNvGrpSpPr/>
            <p:nvPr/>
          </p:nvGrpSpPr>
          <p:grpSpPr>
            <a:xfrm>
              <a:off x="6739255" y="3587750"/>
              <a:ext cx="2325370" cy="494030"/>
              <a:chOff x="6739255" y="3587750"/>
              <a:chExt cx="2325370" cy="494030"/>
            </a:xfrm>
          </p:grpSpPr>
          <p:grpSp>
            <p:nvGrpSpPr>
              <p:cNvPr id="122" name="그룹 7"/>
              <p:cNvGrpSpPr/>
              <p:nvPr/>
            </p:nvGrpSpPr>
            <p:grpSpPr>
              <a:xfrm>
                <a:off x="6739255" y="3587750"/>
                <a:ext cx="1898650" cy="327660"/>
                <a:chOff x="6739255" y="3587750"/>
                <a:chExt cx="1898650" cy="327660"/>
              </a:xfrm>
            </p:grpSpPr>
            <p:sp>
              <p:nvSpPr>
                <p:cNvPr id="123" name="도형 5"/>
                <p:cNvSpPr>
                  <a:spLocks/>
                </p:cNvSpPr>
                <p:nvPr/>
              </p:nvSpPr>
              <p:spPr>
                <a:xfrm>
                  <a:off x="6739255" y="3587750"/>
                  <a:ext cx="18986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124" name="도형 6"/>
                <p:cNvSpPr>
                  <a:spLocks/>
                </p:cNvSpPr>
                <p:nvPr/>
              </p:nvSpPr>
              <p:spPr>
                <a:xfrm>
                  <a:off x="6739255" y="358775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125" name="텍스트 상자 8"/>
              <p:cNvSpPr txBox="1">
                <a:spLocks/>
              </p:cNvSpPr>
              <p:nvPr/>
            </p:nvSpPr>
            <p:spPr>
              <a:xfrm>
                <a:off x="7092315" y="3620135"/>
                <a:ext cx="1972310" cy="46164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네이버 리뷰 크롤링</a:t>
                </a:r>
              </a:p>
              <a:p>
                <a:pPr marL="0" indent="0" latinLnBrk="0">
                  <a:buFontTx/>
                  <a:buNone/>
                  <a:defRPr/>
                </a:pP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126" name="그림 10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4825" y="3661410"/>
              <a:ext cx="150495" cy="180975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C78A56-9C84-4A05-9A9C-E989D1A5349D}"/>
              </a:ext>
            </a:extLst>
          </p:cNvPr>
          <p:cNvSpPr txBox="1"/>
          <p:nvPr/>
        </p:nvSpPr>
        <p:spPr>
          <a:xfrm>
            <a:off x="3071076" y="2948940"/>
            <a:ext cx="57606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5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Bold" panose="00000800000000000000" pitchFamily="2" charset="-127"/>
              </a:rPr>
              <a:t>02. </a:t>
            </a:r>
            <a:r>
              <a:rPr lang="ko-KR" altLang="en-US" sz="5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핵심기능설계</a:t>
            </a:r>
          </a:p>
        </p:txBody>
      </p:sp>
    </p:spTree>
    <p:extLst>
      <p:ext uri="{BB962C8B-B14F-4D97-AF65-F5344CB8AC3E}">
        <p14:creationId xmlns:p14="http://schemas.microsoft.com/office/powerpoint/2010/main" val="3857469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850"/>
            <a:chOff x="375920" y="333375"/>
            <a:chExt cx="5949315" cy="831850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1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메인 화면</a:t>
            </a: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CC4AD0FC-2367-458D-B607-3E3FABC71A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093" y="2262113"/>
            <a:ext cx="8962084" cy="426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293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850"/>
            <a:chOff x="375920" y="333375"/>
            <a:chExt cx="5949315" cy="831850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2-1 유스케이스 다이어그램</a:t>
            </a:r>
          </a:p>
        </p:txBody>
      </p:sp>
      <p:grpSp>
        <p:nvGrpSpPr>
          <p:cNvPr id="23" name="Group 5"/>
          <p:cNvGrpSpPr/>
          <p:nvPr/>
        </p:nvGrpSpPr>
        <p:grpSpPr>
          <a:xfrm>
            <a:off x="1326515" y="3973195"/>
            <a:ext cx="9095740" cy="673735"/>
            <a:chOff x="1326515" y="3973195"/>
            <a:chExt cx="9095740" cy="673735"/>
          </a:xfrm>
        </p:grpSpPr>
        <p:sp>
          <p:nvSpPr>
            <p:cNvPr id="24" name="Rect 0"/>
            <p:cNvSpPr>
              <a:spLocks/>
            </p:cNvSpPr>
            <p:nvPr/>
          </p:nvSpPr>
          <p:spPr>
            <a:xfrm>
              <a:off x="1518920" y="3973195"/>
              <a:ext cx="8903335" cy="673735"/>
            </a:xfrm>
            <a:prstGeom prst="roundRect">
              <a:avLst/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grpSp>
          <p:nvGrpSpPr>
            <p:cNvPr id="25" name="Group 5"/>
            <p:cNvGrpSpPr/>
            <p:nvPr/>
          </p:nvGrpSpPr>
          <p:grpSpPr>
            <a:xfrm>
              <a:off x="1326515" y="4124960"/>
              <a:ext cx="408940" cy="352425"/>
              <a:chOff x="1326515" y="4124960"/>
              <a:chExt cx="408940" cy="352425"/>
            </a:xfrm>
          </p:grpSpPr>
          <p:sp>
            <p:nvSpPr>
              <p:cNvPr id="27" name="Rect 0"/>
              <p:cNvSpPr>
                <a:spLocks/>
              </p:cNvSpPr>
              <p:nvPr/>
            </p:nvSpPr>
            <p:spPr>
              <a:xfrm>
                <a:off x="1326515" y="4124960"/>
                <a:ext cx="408940" cy="352425"/>
              </a:xfrm>
              <a:prstGeom prst="hexagon">
                <a:avLst/>
              </a:prstGeom>
              <a:solidFill>
                <a:srgbClr val="3378C8"/>
              </a:solidFill>
              <a:ln w="12700" cap="flat" cmpd="sng">
                <a:solidFill>
                  <a:srgbClr val="3378C8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28" name="Rect 0"/>
              <p:cNvSpPr>
                <a:spLocks/>
              </p:cNvSpPr>
              <p:nvPr/>
            </p:nvSpPr>
            <p:spPr>
              <a:xfrm rot="4620000">
                <a:off x="1351915" y="4119880"/>
                <a:ext cx="307340" cy="321310"/>
              </a:xfrm>
              <a:custGeom>
                <a:avLst/>
                <a:gdLst>
                  <a:gd name="TX0" fmla="*/ 0 w 751713"/>
                  <a:gd name="TY0" fmla="*/ 497894 h 766420"/>
                  <a:gd name="TX1" fmla="*/ 107134 w 751713"/>
                  <a:gd name="TY1" fmla="*/ 3253 h 766420"/>
                  <a:gd name="TX2" fmla="*/ 119855 w 751713"/>
                  <a:gd name="TY2" fmla="*/ 0 h 766420"/>
                  <a:gd name="TX3" fmla="*/ 751712 w 751713"/>
                  <a:gd name="TY3" fmla="*/ 649798 h 766420"/>
                  <a:gd name="TX4" fmla="*/ 749455 w 751713"/>
                  <a:gd name="TY4" fmla="*/ 660217 h 766420"/>
                  <a:gd name="TX5" fmla="*/ 334147 w 751713"/>
                  <a:gd name="TY5" fmla="*/ 766419 h 766420"/>
                  <a:gd name="TX6" fmla="*/ 0 w 751713"/>
                  <a:gd name="TY6" fmla="*/ 497894 h 766420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</a:cxnLst>
                <a:rect l="l" t="t" r="r" b="b"/>
                <a:pathLst>
                  <a:path w="751713" h="76642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069C2">
                      <a:alpha val="14000"/>
                    </a:srgbClr>
                  </a:gs>
                  <a:gs pos="69000">
                    <a:schemeClr val="bg1">
                      <a:alpha val="20000"/>
                    </a:schemeClr>
                  </a:gs>
                </a:gsLst>
                <a:lin ang="15000000"/>
              </a:gra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29" name="Rect 0"/>
              <p:cNvSpPr txBox="1">
                <a:spLocks/>
              </p:cNvSpPr>
              <p:nvPr/>
            </p:nvSpPr>
            <p:spPr>
              <a:xfrm>
                <a:off x="1402715" y="4190365"/>
                <a:ext cx="256540" cy="247015"/>
              </a:xfrm>
              <a:prstGeom prst="rect">
                <a:avLst/>
              </a:prstGeom>
              <a:noFill/>
            </p:spPr>
            <p:txBody>
              <a:bodyPr vert="horz" wrap="square" lIns="0" tIns="0" rIns="0" bIns="0" numCol="1" anchor="t">
                <a:sp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600">
                    <a:ln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latin typeface="세방고딕 Bold" charset="0"/>
                    <a:ea typeface="세방고딕 Bold" charset="0"/>
                    <a:cs typeface="Pretendard SemiBold" charset="0"/>
                  </a:rPr>
                  <a:t>2</a:t>
                </a:r>
                <a:endParaRPr lang="ko-KR" altLang="en-US" sz="1600">
                  <a:ln w="9525" cap="flat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Bold" charset="0"/>
                  <a:ea typeface="세방고딕 Bold" charset="0"/>
                  <a:cs typeface="Pretendard SemiBold" charset="0"/>
                </a:endParaRPr>
              </a:p>
            </p:txBody>
          </p:sp>
        </p:grpSp>
        <p:sp>
          <p:nvSpPr>
            <p:cNvPr id="26" name="Rect 0"/>
            <p:cNvSpPr txBox="1">
              <a:spLocks/>
            </p:cNvSpPr>
            <p:nvPr/>
          </p:nvSpPr>
          <p:spPr>
            <a:xfrm>
              <a:off x="1937385" y="4151630"/>
              <a:ext cx="8177530" cy="30861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 sz="140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</p:grpSp>
      <p:grpSp>
        <p:nvGrpSpPr>
          <p:cNvPr id="30" name="Group 5"/>
          <p:cNvGrpSpPr/>
          <p:nvPr/>
        </p:nvGrpSpPr>
        <p:grpSpPr>
          <a:xfrm>
            <a:off x="1336675" y="5462905"/>
            <a:ext cx="9095740" cy="673735"/>
            <a:chOff x="1336675" y="5462905"/>
            <a:chExt cx="9095740" cy="673735"/>
          </a:xfrm>
        </p:grpSpPr>
        <p:sp>
          <p:nvSpPr>
            <p:cNvPr id="31" name="Rect 0"/>
            <p:cNvSpPr>
              <a:spLocks/>
            </p:cNvSpPr>
            <p:nvPr/>
          </p:nvSpPr>
          <p:spPr>
            <a:xfrm>
              <a:off x="1529080" y="5462905"/>
              <a:ext cx="8903335" cy="673735"/>
            </a:xfrm>
            <a:prstGeom prst="roundRect">
              <a:avLst/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grpSp>
          <p:nvGrpSpPr>
            <p:cNvPr id="32" name="Group 5"/>
            <p:cNvGrpSpPr/>
            <p:nvPr/>
          </p:nvGrpSpPr>
          <p:grpSpPr>
            <a:xfrm>
              <a:off x="1336675" y="5614035"/>
              <a:ext cx="408940" cy="352425"/>
              <a:chOff x="1336675" y="5614035"/>
              <a:chExt cx="408940" cy="352425"/>
            </a:xfrm>
          </p:grpSpPr>
          <p:sp>
            <p:nvSpPr>
              <p:cNvPr id="34" name="Rect 0"/>
              <p:cNvSpPr>
                <a:spLocks/>
              </p:cNvSpPr>
              <p:nvPr/>
            </p:nvSpPr>
            <p:spPr>
              <a:xfrm>
                <a:off x="1336675" y="5614035"/>
                <a:ext cx="408940" cy="352425"/>
              </a:xfrm>
              <a:prstGeom prst="hexagon">
                <a:avLst/>
              </a:prstGeom>
              <a:solidFill>
                <a:srgbClr val="3378C8"/>
              </a:solidFill>
              <a:ln w="12700" cap="flat" cmpd="sng">
                <a:solidFill>
                  <a:srgbClr val="3378C8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35" name="Rect 0"/>
              <p:cNvSpPr>
                <a:spLocks/>
              </p:cNvSpPr>
              <p:nvPr/>
            </p:nvSpPr>
            <p:spPr>
              <a:xfrm rot="4620000">
                <a:off x="1362075" y="5608955"/>
                <a:ext cx="307340" cy="321310"/>
              </a:xfrm>
              <a:custGeom>
                <a:avLst/>
                <a:gdLst>
                  <a:gd name="TX0" fmla="*/ 0 w 751713"/>
                  <a:gd name="TY0" fmla="*/ 497894 h 766420"/>
                  <a:gd name="TX1" fmla="*/ 107134 w 751713"/>
                  <a:gd name="TY1" fmla="*/ 3253 h 766420"/>
                  <a:gd name="TX2" fmla="*/ 119855 w 751713"/>
                  <a:gd name="TY2" fmla="*/ 0 h 766420"/>
                  <a:gd name="TX3" fmla="*/ 751712 w 751713"/>
                  <a:gd name="TY3" fmla="*/ 649798 h 766420"/>
                  <a:gd name="TX4" fmla="*/ 749455 w 751713"/>
                  <a:gd name="TY4" fmla="*/ 660217 h 766420"/>
                  <a:gd name="TX5" fmla="*/ 334147 w 751713"/>
                  <a:gd name="TY5" fmla="*/ 766419 h 766420"/>
                  <a:gd name="TX6" fmla="*/ 0 w 751713"/>
                  <a:gd name="TY6" fmla="*/ 497894 h 766420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</a:cxnLst>
                <a:rect l="l" t="t" r="r" b="b"/>
                <a:pathLst>
                  <a:path w="751713" h="76642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069C2">
                      <a:alpha val="14000"/>
                    </a:srgbClr>
                  </a:gs>
                  <a:gs pos="69000">
                    <a:schemeClr val="bg1">
                      <a:alpha val="20000"/>
                    </a:schemeClr>
                  </a:gs>
                </a:gsLst>
                <a:lin ang="15000000"/>
              </a:gra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36" name="Rect 0"/>
              <p:cNvSpPr txBox="1">
                <a:spLocks/>
              </p:cNvSpPr>
              <p:nvPr/>
            </p:nvSpPr>
            <p:spPr>
              <a:xfrm>
                <a:off x="1407160" y="5655945"/>
                <a:ext cx="256540" cy="247015"/>
              </a:xfrm>
              <a:prstGeom prst="rect">
                <a:avLst/>
              </a:prstGeom>
              <a:noFill/>
            </p:spPr>
            <p:txBody>
              <a:bodyPr vert="horz" wrap="square" lIns="0" tIns="0" rIns="0" bIns="0" numCol="1" anchor="t">
                <a:sp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ko-KR" altLang="ko-KR" sz="1600">
                    <a:ln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latin typeface="세방고딕 Bold" charset="0"/>
                    <a:ea typeface="세방고딕 Bold" charset="0"/>
                    <a:cs typeface="Pretendard SemiBold" charset="0"/>
                  </a:rPr>
                  <a:t>▼</a:t>
                </a:r>
                <a:endParaRPr lang="ko-KR" altLang="en-US" sz="1600">
                  <a:ln w="9525" cap="flat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Bold" charset="0"/>
                  <a:ea typeface="세방고딕 Bold" charset="0"/>
                  <a:cs typeface="Pretendard SemiBold" charset="0"/>
                </a:endParaRPr>
              </a:p>
            </p:txBody>
          </p:sp>
        </p:grpSp>
      </p:grpSp>
      <p:grpSp>
        <p:nvGrpSpPr>
          <p:cNvPr id="37" name="Group 5"/>
          <p:cNvGrpSpPr/>
          <p:nvPr/>
        </p:nvGrpSpPr>
        <p:grpSpPr>
          <a:xfrm>
            <a:off x="1336675" y="2929255"/>
            <a:ext cx="9095740" cy="673735"/>
            <a:chOff x="1336675" y="2929255"/>
            <a:chExt cx="9095740" cy="673735"/>
          </a:xfrm>
        </p:grpSpPr>
        <p:sp>
          <p:nvSpPr>
            <p:cNvPr id="38" name="Rect 0"/>
            <p:cNvSpPr>
              <a:spLocks/>
            </p:cNvSpPr>
            <p:nvPr/>
          </p:nvSpPr>
          <p:spPr>
            <a:xfrm>
              <a:off x="1529080" y="2929255"/>
              <a:ext cx="8903335" cy="673735"/>
            </a:xfrm>
            <a:prstGeom prst="roundRect">
              <a:avLst/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grpSp>
          <p:nvGrpSpPr>
            <p:cNvPr id="41" name="Group 5"/>
            <p:cNvGrpSpPr/>
            <p:nvPr/>
          </p:nvGrpSpPr>
          <p:grpSpPr>
            <a:xfrm>
              <a:off x="1336675" y="3081020"/>
              <a:ext cx="408940" cy="388620"/>
              <a:chOff x="1336675" y="3081020"/>
              <a:chExt cx="408940" cy="388620"/>
            </a:xfrm>
          </p:grpSpPr>
          <p:sp>
            <p:nvSpPr>
              <p:cNvPr id="43" name="Rect 0"/>
              <p:cNvSpPr>
                <a:spLocks/>
              </p:cNvSpPr>
              <p:nvPr/>
            </p:nvSpPr>
            <p:spPr>
              <a:xfrm>
                <a:off x="1336675" y="3081020"/>
                <a:ext cx="408940" cy="352425"/>
              </a:xfrm>
              <a:prstGeom prst="hexagon">
                <a:avLst/>
              </a:prstGeom>
              <a:solidFill>
                <a:srgbClr val="3378C8"/>
              </a:solidFill>
              <a:ln w="12700" cap="flat" cmpd="sng">
                <a:solidFill>
                  <a:srgbClr val="3378C8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44" name="Rect 0"/>
              <p:cNvSpPr>
                <a:spLocks/>
              </p:cNvSpPr>
              <p:nvPr/>
            </p:nvSpPr>
            <p:spPr>
              <a:xfrm rot="4620000">
                <a:off x="1362075" y="3075940"/>
                <a:ext cx="307340" cy="321310"/>
              </a:xfrm>
              <a:custGeom>
                <a:avLst/>
                <a:gdLst>
                  <a:gd name="TX0" fmla="*/ 0 w 751713"/>
                  <a:gd name="TY0" fmla="*/ 497894 h 766420"/>
                  <a:gd name="TX1" fmla="*/ 107134 w 751713"/>
                  <a:gd name="TY1" fmla="*/ 3253 h 766420"/>
                  <a:gd name="TX2" fmla="*/ 119855 w 751713"/>
                  <a:gd name="TY2" fmla="*/ 0 h 766420"/>
                  <a:gd name="TX3" fmla="*/ 751712 w 751713"/>
                  <a:gd name="TY3" fmla="*/ 649798 h 766420"/>
                  <a:gd name="TX4" fmla="*/ 749455 w 751713"/>
                  <a:gd name="TY4" fmla="*/ 660217 h 766420"/>
                  <a:gd name="TX5" fmla="*/ 334147 w 751713"/>
                  <a:gd name="TY5" fmla="*/ 766419 h 766420"/>
                  <a:gd name="TX6" fmla="*/ 0 w 751713"/>
                  <a:gd name="TY6" fmla="*/ 497894 h 766420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</a:cxnLst>
                <a:rect l="l" t="t" r="r" b="b"/>
                <a:pathLst>
                  <a:path w="751713" h="76642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069C2">
                      <a:alpha val="14000"/>
                    </a:srgbClr>
                  </a:gs>
                  <a:gs pos="69000">
                    <a:schemeClr val="bg1">
                      <a:alpha val="20000"/>
                    </a:schemeClr>
                  </a:gs>
                </a:gsLst>
                <a:lin ang="15000000"/>
              </a:gra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45" name="Rect 0"/>
              <p:cNvSpPr txBox="1">
                <a:spLocks/>
              </p:cNvSpPr>
              <p:nvPr/>
            </p:nvSpPr>
            <p:spPr>
              <a:xfrm>
                <a:off x="1412875" y="3146425"/>
                <a:ext cx="256540" cy="323215"/>
              </a:xfrm>
              <a:prstGeom prst="rect">
                <a:avLst/>
              </a:prstGeom>
              <a:noFill/>
            </p:spPr>
            <p:txBody>
              <a:bodyPr vert="horz" wrap="square" lIns="0" tIns="0" rIns="0" bIns="0" numCol="1" anchor="t">
                <a:sp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600">
                    <a:ln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latin typeface="세방고딕 Bold" charset="0"/>
                    <a:ea typeface="세방고딕 Bold" charset="0"/>
                    <a:cs typeface="Pretendard SemiBold" charset="0"/>
                  </a:rPr>
                  <a:t>1</a:t>
                </a:r>
                <a:endParaRPr lang="ko-KR" altLang="en-US" sz="1600">
                  <a:ln w="9525" cap="flat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Bold" charset="0"/>
                  <a:ea typeface="세방고딕 Bold" charset="0"/>
                  <a:cs typeface="Pretendard SemiBold" charset="0"/>
                </a:endParaRPr>
              </a:p>
            </p:txBody>
          </p:sp>
        </p:grpSp>
      </p:grp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60" name="Rect 0"/>
          <p:cNvSpPr txBox="1">
            <a:spLocks/>
          </p:cNvSpPr>
          <p:nvPr/>
        </p:nvSpPr>
        <p:spPr>
          <a:xfrm>
            <a:off x="1911985" y="3078480"/>
            <a:ext cx="8067040" cy="37020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</a:pPr>
            <a:r>
              <a:rPr lang="en-US" altLang="ko-KR"/>
              <a:t>GEO</a:t>
            </a:r>
            <a:r>
              <a:rPr lang="ko-KR" altLang="en-US"/>
              <a:t>어쩌구</a:t>
            </a:r>
          </a:p>
        </p:txBody>
      </p:sp>
      <p:sp>
        <p:nvSpPr>
          <p:cNvPr id="62" name="Rect 0"/>
          <p:cNvSpPr txBox="1">
            <a:spLocks/>
          </p:cNvSpPr>
          <p:nvPr/>
        </p:nvSpPr>
        <p:spPr>
          <a:xfrm>
            <a:off x="1900555" y="5622290"/>
            <a:ext cx="8067040" cy="36893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</a:pPr>
            <a:r>
              <a:rPr lang="ko-KR" altLang="en-US" dirty="0"/>
              <a:t>단계를 거쳐 음식점 선택으로 수렴한다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3" name="Rect 0"/>
          <p:cNvSpPr txBox="1">
            <a:spLocks/>
          </p:cNvSpPr>
          <p:nvPr/>
        </p:nvSpPr>
        <p:spPr>
          <a:xfrm>
            <a:off x="1851660" y="4163695"/>
            <a:ext cx="8067040" cy="37020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</a:pPr>
            <a:r>
              <a:rPr lang="en-US" altLang="ko-KR"/>
              <a:t>Kakao </a:t>
            </a:r>
            <a:r>
              <a:rPr lang="ko-KR" altLang="en-US"/>
              <a:t>어쩌구</a:t>
            </a:r>
          </a:p>
        </p:txBody>
      </p:sp>
      <p:pic>
        <p:nvPicPr>
          <p:cNvPr id="64" name="그림 3" descr="C:/Users/HIDDLE/AppData/Roaming/PolarisOffice/ETemp/2128_11030056/image89.png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" y="1915795"/>
            <a:ext cx="12216130" cy="3200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3AC16427-4BC8-4558-939F-F0FC8D48AE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654" y="1678991"/>
            <a:ext cx="8475131" cy="5040580"/>
          </a:xfrm>
          <a:prstGeom prst="rect">
            <a:avLst/>
          </a:prstGeom>
        </p:spPr>
      </p:pic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5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781175"/>
            <a:ext cx="12192635" cy="37020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2-2 지도 및 위치요청 시퀀스</a:t>
            </a: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524FBAF1-7ED1-4C12-A798-8E041DCA4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605A540D-22A1-4C08-B8FF-B4CE354769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4" name="사각형: 둥근 한쪽 모서리 3">
            <a:extLst>
              <a:ext uri="{FF2B5EF4-FFF2-40B4-BE49-F238E27FC236}">
                <a16:creationId xmlns:a16="http://schemas.microsoft.com/office/drawing/2014/main" id="{E082BFF8-AE36-4F34-A35E-2BE20DD4AE68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A4239A4-1513-4894-A6FE-4D4C9DF9CE1C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6" name="TextBox 5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TextBox 6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TextBox 7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9381570-BCD2-4889-99D8-82F7349D42E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5A3B868A-E964-4E21-A3B8-731917B99B33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3E329C-EEF2-468F-A70B-A0A7E72266CD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" name="그래픽 43">
              <a:extLst>
                <a:ext uri="{FF2B5EF4-FFF2-40B4-BE49-F238E27FC236}">
                  <a16:creationId xmlns:a16="http://schemas.microsoft.com/office/drawing/2014/main" id="{A4956316-08DE-477E-8122-803FE550A92A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C05CCC1-D32F-410E-A978-AA121FE13E7D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01A27D-B55A-40B3-8ED6-A3C16EB491F9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55" name="그래픽 54">
            <a:extLst>
              <a:ext uri="{FF2B5EF4-FFF2-40B4-BE49-F238E27FC236}">
                <a16:creationId xmlns:a16="http://schemas.microsoft.com/office/drawing/2014/main" id="{1F05342D-34CE-40D0-A768-4AA6B915C3B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5B945AB6-144B-4593-AC86-EE092A2B2956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57" name="_x278651016">
              <a:extLst>
                <a:ext uri="{FF2B5EF4-FFF2-40B4-BE49-F238E27FC236}">
                  <a16:creationId xmlns:a16="http://schemas.microsoft.com/office/drawing/2014/main" id="{1B5B307E-B1DC-47FA-B963-B63606DAB5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그래픽 23">
              <a:extLst>
                <a:ext uri="{FF2B5EF4-FFF2-40B4-BE49-F238E27FC236}">
                  <a16:creationId xmlns:a16="http://schemas.microsoft.com/office/drawing/2014/main" id="{D609F24C-ADEB-4696-91A7-9A7379A5E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2DCDA5E7-2DFC-46F7-93DF-7C86D852F202}"/>
              </a:ext>
            </a:extLst>
          </p:cNvPr>
          <p:cNvSpPr txBox="1"/>
          <p:nvPr/>
        </p:nvSpPr>
        <p:spPr>
          <a:xfrm>
            <a:off x="643255" y="135636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2-2 지도 표시 및 위치 수집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7720FDE-5D35-47AF-92AF-AB72B708DDC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79" y="2031365"/>
            <a:ext cx="5953956" cy="45440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735BCBA-BA0B-4417-8711-302FC2D5F756}"/>
              </a:ext>
            </a:extLst>
          </p:cNvPr>
          <p:cNvSpPr txBox="1"/>
          <p:nvPr/>
        </p:nvSpPr>
        <p:spPr>
          <a:xfrm>
            <a:off x="6708068" y="2564904"/>
            <a:ext cx="47165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Geolocation API</a:t>
            </a:r>
            <a:r>
              <a:rPr lang="ko-KR" altLang="en-US" dirty="0"/>
              <a:t>로 위치정보</a:t>
            </a:r>
            <a:r>
              <a:rPr lang="en-US" altLang="ko-KR" dirty="0"/>
              <a:t> </a:t>
            </a:r>
            <a:r>
              <a:rPr lang="ko-KR" altLang="en-US" dirty="0"/>
              <a:t>활용 요청을 보낸다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동의 시 사용자의 위치좌표를 얻어 </a:t>
            </a:r>
            <a:r>
              <a:rPr lang="en-US" altLang="ko-KR" dirty="0" err="1"/>
              <a:t>kakao</a:t>
            </a:r>
            <a:r>
              <a:rPr lang="en-US" altLang="ko-KR" dirty="0"/>
              <a:t> API</a:t>
            </a:r>
            <a:r>
              <a:rPr lang="ko-KR" altLang="en-US" dirty="0"/>
              <a:t>에 해당 좌표의 주소를 받는다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지도 업데이트 후 서버에 수집된 정보   전달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953F324-7256-4CBB-8A23-F96F2C9EC199}"/>
              </a:ext>
            </a:extLst>
          </p:cNvPr>
          <p:cNvSpPr/>
          <p:nvPr/>
        </p:nvSpPr>
        <p:spPr>
          <a:xfrm>
            <a:off x="3359696" y="2031365"/>
            <a:ext cx="2965539" cy="454533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576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26C4722-2426-40DC-AB7C-238FFFBA7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099" y="1690929"/>
            <a:ext cx="8973802" cy="5096586"/>
          </a:xfrm>
          <a:prstGeom prst="rect">
            <a:avLst/>
          </a:prstGeom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44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2-3 날씨기반 음식 추천 시퀀스</a:t>
            </a:r>
            <a:endParaRPr lang="en-US" altLang="ko-KR" sz="26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524FBAF1-7ED1-4C12-A798-8E041DCA4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605A540D-22A1-4C08-B8FF-B4CE354769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4" name="사각형: 둥근 한쪽 모서리 3">
            <a:extLst>
              <a:ext uri="{FF2B5EF4-FFF2-40B4-BE49-F238E27FC236}">
                <a16:creationId xmlns:a16="http://schemas.microsoft.com/office/drawing/2014/main" id="{E082BFF8-AE36-4F34-A35E-2BE20DD4AE68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A4239A4-1513-4894-A6FE-4D4C9DF9CE1C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6" name="TextBox 5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TextBox 6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TextBox 7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9381570-BCD2-4889-99D8-82F7349D42E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690370"/>
            <a:ext cx="12192000" cy="460375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5A3B868A-E964-4E21-A3B8-731917B99B33}"/>
              </a:ext>
            </a:extLst>
          </p:cNvPr>
          <p:cNvGrpSpPr/>
          <p:nvPr/>
        </p:nvGrpSpPr>
        <p:grpSpPr>
          <a:xfrm>
            <a:off x="556261" y="1430020"/>
            <a:ext cx="10511789" cy="369570"/>
            <a:chOff x="556261" y="1430020"/>
            <a:chExt cx="10511789" cy="36957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3E329C-EEF2-468F-A70B-A0A7E72266CD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" name="그래픽 43">
              <a:extLst>
                <a:ext uri="{FF2B5EF4-FFF2-40B4-BE49-F238E27FC236}">
                  <a16:creationId xmlns:a16="http://schemas.microsoft.com/office/drawing/2014/main" id="{A4956316-08DE-477E-8122-803FE550A92A}"/>
                </a:ext>
              </a:extLst>
            </p:cNvPr>
            <p:cNvSpPr/>
            <p:nvPr/>
          </p:nvSpPr>
          <p:spPr>
            <a:xfrm>
              <a:off x="556261" y="144780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C05CCC1-D32F-410E-A978-AA121FE13E7D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01A27D-B55A-40B3-8ED6-A3C16EB491F9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0251C9-8913-40BB-B75F-BBBD94C78041}"/>
              </a:ext>
            </a:extLst>
          </p:cNvPr>
          <p:cNvSpPr txBox="1"/>
          <p:nvPr/>
        </p:nvSpPr>
        <p:spPr>
          <a:xfrm>
            <a:off x="687705" y="1244281"/>
            <a:ext cx="5794375" cy="8921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2-3 날씨 </a:t>
            </a:r>
            <a:r>
              <a:rPr lang="en-US" altLang="ko-KR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API </a:t>
            </a: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호출</a:t>
            </a:r>
            <a:r>
              <a:rPr lang="en-US" altLang="ko-KR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(</a:t>
            </a: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동네예보 </a:t>
            </a:r>
            <a:r>
              <a:rPr lang="en-US" altLang="ko-KR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API)</a:t>
            </a: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 </a:t>
            </a:r>
          </a:p>
          <a:p>
            <a:pPr marL="0" indent="0" latinLnBrk="0">
              <a:buFontTx/>
              <a:buNone/>
              <a:defRPr/>
            </a:pPr>
            <a:endParaRPr lang="ko-KR" altLang="en-US" sz="26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pic>
        <p:nvPicPr>
          <p:cNvPr id="55" name="그래픽 54">
            <a:extLst>
              <a:ext uri="{FF2B5EF4-FFF2-40B4-BE49-F238E27FC236}">
                <a16:creationId xmlns:a16="http://schemas.microsoft.com/office/drawing/2014/main" id="{1F05342D-34CE-40D0-A768-4AA6B915C3B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5B945AB6-144B-4593-AC86-EE092A2B2956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57" name="_x278651016">
              <a:extLst>
                <a:ext uri="{FF2B5EF4-FFF2-40B4-BE49-F238E27FC236}">
                  <a16:creationId xmlns:a16="http://schemas.microsoft.com/office/drawing/2014/main" id="{1B5B307E-B1DC-47FA-B963-B63606DAB5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그래픽 23">
              <a:extLst>
                <a:ext uri="{FF2B5EF4-FFF2-40B4-BE49-F238E27FC236}">
                  <a16:creationId xmlns:a16="http://schemas.microsoft.com/office/drawing/2014/main" id="{D609F24C-ADEB-4696-91A7-9A7379A5E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0FA4F3A6-CC59-45FB-9EAC-A63918DE5021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71"/>
          <a:stretch/>
        </p:blipFill>
        <p:spPr>
          <a:xfrm>
            <a:off x="1461770" y="1806250"/>
            <a:ext cx="3568162" cy="4544059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C4946267-73F5-4785-AB44-D42D68AD4648}"/>
              </a:ext>
            </a:extLst>
          </p:cNvPr>
          <p:cNvSpPr/>
          <p:nvPr/>
        </p:nvSpPr>
        <p:spPr>
          <a:xfrm>
            <a:off x="1559496" y="3681028"/>
            <a:ext cx="2664296" cy="20882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35E44F-EB31-4A1F-910D-DF90F304B833}"/>
              </a:ext>
            </a:extLst>
          </p:cNvPr>
          <p:cNvSpPr txBox="1"/>
          <p:nvPr/>
        </p:nvSpPr>
        <p:spPr>
          <a:xfrm>
            <a:off x="6029102" y="2939489"/>
            <a:ext cx="47165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브라우저에서 보낸 위치정보를 </a:t>
            </a:r>
            <a:r>
              <a:rPr lang="en-US" altLang="ko-KR" dirty="0"/>
              <a:t>LCC DFS</a:t>
            </a:r>
            <a:r>
              <a:rPr lang="ko-KR" altLang="en-US" dirty="0"/>
              <a:t>좌표 </a:t>
            </a:r>
            <a:r>
              <a:rPr lang="ko-KR" altLang="en-US" dirty="0" err="1"/>
              <a:t>변환모듈로</a:t>
            </a:r>
            <a:r>
              <a:rPr lang="ko-KR" altLang="en-US" dirty="0"/>
              <a:t> 변환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변환된 좌표를 기상청 동네예보 </a:t>
            </a:r>
            <a:r>
              <a:rPr lang="en-US" altLang="ko-KR" dirty="0"/>
              <a:t>API</a:t>
            </a:r>
            <a:r>
              <a:rPr lang="ko-KR" altLang="en-US" dirty="0"/>
              <a:t>에  전달해 해당 지역의 날씨를 요청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음식추천 알고리즘 적용 후 날씨정보를 업데이트</a:t>
            </a:r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8251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524FBAF1-7ED1-4C12-A798-8E041DCA4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93" y="-2508"/>
            <a:ext cx="12192000" cy="685800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605A540D-22A1-4C08-B8FF-B4CE354769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4" name="사각형: 둥근 한쪽 모서리 3">
            <a:extLst>
              <a:ext uri="{FF2B5EF4-FFF2-40B4-BE49-F238E27FC236}">
                <a16:creationId xmlns:a16="http://schemas.microsoft.com/office/drawing/2014/main" id="{E082BFF8-AE36-4F34-A35E-2BE20DD4AE68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A4239A4-1513-4894-A6FE-4D4C9DF9CE1C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6" name="TextBox 5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TextBox 6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TextBox 7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9381570-BCD2-4889-99D8-82F7349D42E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762125"/>
            <a:ext cx="12192000" cy="38862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5A3B868A-E964-4E21-A3B8-731917B99B33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3E329C-EEF2-468F-A70B-A0A7E72266CD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" name="그래픽 43">
              <a:extLst>
                <a:ext uri="{FF2B5EF4-FFF2-40B4-BE49-F238E27FC236}">
                  <a16:creationId xmlns:a16="http://schemas.microsoft.com/office/drawing/2014/main" id="{A4956316-08DE-477E-8122-803FE550A92A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C05CCC1-D32F-410E-A978-AA121FE13E7D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01A27D-B55A-40B3-8ED6-A3C16EB491F9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55" name="그래픽 54">
            <a:extLst>
              <a:ext uri="{FF2B5EF4-FFF2-40B4-BE49-F238E27FC236}">
                <a16:creationId xmlns:a16="http://schemas.microsoft.com/office/drawing/2014/main" id="{1F05342D-34CE-40D0-A768-4AA6B915C3B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5B945AB6-144B-4593-AC86-EE092A2B2956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57" name="_x278651016">
              <a:extLst>
                <a:ext uri="{FF2B5EF4-FFF2-40B4-BE49-F238E27FC236}">
                  <a16:creationId xmlns:a16="http://schemas.microsoft.com/office/drawing/2014/main" id="{1B5B307E-B1DC-47FA-B963-B63606DAB5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그래픽 23">
              <a:extLst>
                <a:ext uri="{FF2B5EF4-FFF2-40B4-BE49-F238E27FC236}">
                  <a16:creationId xmlns:a16="http://schemas.microsoft.com/office/drawing/2014/main" id="{D609F24C-ADEB-4696-91A7-9A7379A5E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B329A869-90B4-4D35-BDA7-955D4AD9333B}"/>
              </a:ext>
            </a:extLst>
          </p:cNvPr>
          <p:cNvSpPr txBox="1"/>
          <p:nvPr/>
        </p:nvSpPr>
        <p:spPr>
          <a:xfrm>
            <a:off x="593725" y="133794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2-3 날씨기반 음식 추천 엔진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FB7387B-E1E7-4AFC-8589-BBD509F95AD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20" r="56934"/>
          <a:stretch/>
        </p:blipFill>
        <p:spPr>
          <a:xfrm>
            <a:off x="1333855" y="2268400"/>
            <a:ext cx="3577692" cy="3763646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A1D36BD3-C52A-4B96-9D02-AA7FE616F9C6}"/>
              </a:ext>
            </a:extLst>
          </p:cNvPr>
          <p:cNvSpPr/>
          <p:nvPr/>
        </p:nvSpPr>
        <p:spPr>
          <a:xfrm>
            <a:off x="1461770" y="3356992"/>
            <a:ext cx="2437986" cy="97210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037D57-A12B-45F6-933B-2DD46F65AECA}"/>
              </a:ext>
            </a:extLst>
          </p:cNvPr>
          <p:cNvSpPr txBox="1"/>
          <p:nvPr/>
        </p:nvSpPr>
        <p:spPr>
          <a:xfrm>
            <a:off x="5774137" y="3168034"/>
            <a:ext cx="47165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사전 학습시킨 추천엔진에 전달해 날씨에 맞는 음식 카테고리를 </a:t>
            </a:r>
            <a:r>
              <a:rPr lang="ko-KR" altLang="en-US" dirty="0" err="1"/>
              <a:t>추천받는다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브라우저에서 얻은 기타정보와 추천 목록을 로그로 남기고 클라이언트에 돌려준다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968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3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781175"/>
            <a:ext cx="12192635" cy="37020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2-4 음식 카테고리 선택 시퀀스</a:t>
            </a: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C544B325-3F6E-4D6E-A9DC-607B734AF8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689" y="1832610"/>
            <a:ext cx="9276851" cy="493473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3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2-5 음식점 선택 시퀀스</a:t>
            </a: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17EAC01F-43F7-4ADF-A838-46149E4E3A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516" y="2179558"/>
            <a:ext cx="7675014" cy="40967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C78A56-9C84-4A05-9A9C-E989D1A5349D}"/>
              </a:ext>
            </a:extLst>
          </p:cNvPr>
          <p:cNvSpPr txBox="1"/>
          <p:nvPr/>
        </p:nvSpPr>
        <p:spPr>
          <a:xfrm>
            <a:off x="3305690" y="2832043"/>
            <a:ext cx="55806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5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Bold" panose="00000800000000000000" pitchFamily="2" charset="-127"/>
              </a:rPr>
              <a:t>03. </a:t>
            </a:r>
            <a:r>
              <a:rPr lang="ko-KR" altLang="en-US" sz="5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데이터</a:t>
            </a:r>
            <a:r>
              <a:rPr lang="en-US" altLang="ko-KR" sz="5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ko-KR" altLang="en-US" sz="5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수집 및 처리 방법</a:t>
            </a:r>
            <a:endParaRPr lang="en-US" altLang="ko-KR" sz="5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2275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03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기상청 종관기상관측 자료</a:t>
              </a: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en-US" altLang="ko-KR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 </a:t>
            </a:r>
            <a:r>
              <a:rPr lang="ko-KR" altLang="en-US" sz="2600" b="1" dirty="0" err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전처리</a:t>
            </a: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 및 분석</a:t>
            </a: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EA28A671-4EFB-40B1-9B30-63752030101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685"/>
          <a:stretch/>
        </p:blipFill>
        <p:spPr>
          <a:xfrm>
            <a:off x="539115" y="2575102"/>
            <a:ext cx="5276683" cy="372491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2D1F6023-90B7-4836-891B-9591E094819F}"/>
              </a:ext>
            </a:extLst>
          </p:cNvPr>
          <p:cNvSpPr txBox="1"/>
          <p:nvPr/>
        </p:nvSpPr>
        <p:spPr>
          <a:xfrm>
            <a:off x="6300309" y="3073847"/>
            <a:ext cx="47165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추천엔진을 학습시키기 위한 기상청의 관측자료 수집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필요없는</a:t>
            </a:r>
            <a:r>
              <a:rPr lang="ko-KR" altLang="en-US" dirty="0"/>
              <a:t> 피처 제거 후 데이터 특성 파악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Ex) </a:t>
            </a:r>
            <a:r>
              <a:rPr lang="ko-KR" altLang="en-US" dirty="0"/>
              <a:t>습도와</a:t>
            </a:r>
            <a:r>
              <a:rPr lang="en-US" altLang="ko-KR" dirty="0"/>
              <a:t> </a:t>
            </a:r>
            <a:r>
              <a:rPr lang="ko-KR" altLang="en-US" dirty="0"/>
              <a:t>기온이 활동성이 높고 강수와 </a:t>
            </a:r>
            <a:r>
              <a:rPr lang="ko-KR" altLang="en-US" dirty="0" err="1"/>
              <a:t>적설등은</a:t>
            </a:r>
            <a:r>
              <a:rPr lang="ko-KR" altLang="en-US" dirty="0"/>
              <a:t> 상대적으로 변동이 적음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날씨 데이터는 추천엔진 학습에 사용 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이후 서비스 중에는 직접적인 필요</a:t>
            </a:r>
            <a:r>
              <a:rPr lang="en-US" altLang="ko-KR" dirty="0"/>
              <a:t>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03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8935"/>
            <a:chOff x="488315" y="1358900"/>
            <a:chExt cx="10527030" cy="36893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893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ko-KR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음식점 정보</a:t>
              </a: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소상공인 진흥공단 상가(상권)정보</a:t>
              </a: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endParaRPr lang="ko-KR" altLang="en-US" sz="2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Regular" charset="0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E189D17-7F92-4CBD-A8FF-B14A324C84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5" y="2575065"/>
            <a:ext cx="7891419" cy="3832069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1FFD20BA-FFBA-4355-8472-0CB26E35284F}"/>
              </a:ext>
            </a:extLst>
          </p:cNvPr>
          <p:cNvSpPr txBox="1"/>
          <p:nvPr/>
        </p:nvSpPr>
        <p:spPr>
          <a:xfrm>
            <a:off x="8548180" y="2675295"/>
            <a:ext cx="35244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데이터 특성 파악 후 불필요한 피처 제거   </a:t>
            </a:r>
            <a:r>
              <a:rPr lang="en-US" altLang="ko-KR" dirty="0"/>
              <a:t>(</a:t>
            </a:r>
            <a:r>
              <a:rPr lang="ko-KR" altLang="en-US" dirty="0"/>
              <a:t>다음페이지 참고</a:t>
            </a:r>
            <a:r>
              <a:rPr lang="en-US" altLang="ko-KR" dirty="0"/>
              <a:t>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" y="635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03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8935"/>
            <a:chOff x="488315" y="1358900"/>
            <a:chExt cx="10527030" cy="36893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893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전처리</a:t>
              </a: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 및 분석</a:t>
              </a: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소상공인 진흥공단 상가(상권)정보</a:t>
              </a: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 dirty="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endParaRPr lang="ko-KR" altLang="en-US" sz="2600" b="1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Regular" charset="0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267B914C-3A81-4873-899F-6E20D4403D3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43"/>
          <a:stretch/>
        </p:blipFill>
        <p:spPr>
          <a:xfrm>
            <a:off x="466698" y="2660005"/>
            <a:ext cx="5319737" cy="3234288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39752E1-0A9E-4C25-ABCD-0DCE5C13398B}"/>
              </a:ext>
            </a:extLst>
          </p:cNvPr>
          <p:cNvSpPr txBox="1"/>
          <p:nvPr/>
        </p:nvSpPr>
        <p:spPr>
          <a:xfrm>
            <a:off x="6172420" y="2963634"/>
            <a:ext cx="4716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계절성이 없는 음식 카테고리는 제거 하였으며 위도 경도 컬럼을 추가</a:t>
            </a:r>
            <a:endParaRPr lang="en-US" altLang="ko-K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03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671441"/>
            <a:ext cx="12192635" cy="479939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9332"/>
            <a:chOff x="488315" y="1358900"/>
            <a:chExt cx="10527030" cy="369332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네이버 </a:t>
              </a:r>
              <a:r>
                <a:rPr lang="ko-KR" altLang="en-US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플레이스</a:t>
              </a: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 음식점 리뷰</a:t>
              </a:r>
              <a:endParaRPr lang="en-US" altLang="ko-KR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셀레니움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 </a:t>
              </a:r>
              <a:r>
                <a:rPr lang="ko-KR" altLang="en-US" sz="1400" b="1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크롤링</a:t>
              </a:r>
              <a:endParaRPr lang="ko-KR" altLang="en-US" sz="14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세방고딕 Regular" charset="0"/>
                <a:ea typeface="세방고딕 Regular" charset="0"/>
              </a:endParaRP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08033" y="1958975"/>
              <a:ext cx="287012" cy="276860"/>
              <a:chOff x="708033" y="1958975"/>
              <a:chExt cx="287012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08033" y="1958975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 dirty="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8DEFA5AE-AE20-4C7F-80F3-0E97770F61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63" y="2370857"/>
            <a:ext cx="6140372" cy="448777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FE4E649-EBC8-4561-B526-0D10AF5091D8}"/>
              </a:ext>
            </a:extLst>
          </p:cNvPr>
          <p:cNvSpPr txBox="1"/>
          <p:nvPr/>
        </p:nvSpPr>
        <p:spPr>
          <a:xfrm>
            <a:off x="6439535" y="3099872"/>
            <a:ext cx="471652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수집한 상가목록에서 음식점 명을 추출해 네이버 </a:t>
            </a:r>
            <a:r>
              <a:rPr lang="ko-KR" altLang="en-US" dirty="0" err="1"/>
              <a:t>플레이스</a:t>
            </a:r>
            <a:r>
              <a:rPr lang="ko-KR" altLang="en-US" dirty="0"/>
              <a:t> 약 </a:t>
            </a:r>
            <a:r>
              <a:rPr lang="en-US" altLang="ko-KR" dirty="0"/>
              <a:t>5</a:t>
            </a:r>
            <a:r>
              <a:rPr lang="ko-KR" altLang="en-US" dirty="0" err="1"/>
              <a:t>만건의</a:t>
            </a:r>
            <a:r>
              <a:rPr lang="ko-KR" altLang="en-US" dirty="0"/>
              <a:t> 리뷰   </a:t>
            </a:r>
            <a:r>
              <a:rPr lang="ko-KR" altLang="en-US" dirty="0" err="1"/>
              <a:t>크롤링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진행 중 </a:t>
            </a:r>
            <a:r>
              <a:rPr lang="en-US" altLang="ko-KR" dirty="0"/>
              <a:t>iframe</a:t>
            </a:r>
            <a:r>
              <a:rPr lang="ko-KR" altLang="en-US" dirty="0"/>
              <a:t>간의 전환이나 </a:t>
            </a:r>
            <a:r>
              <a:rPr lang="ko-KR" altLang="en-US" dirty="0" err="1"/>
              <a:t>봇감지에</a:t>
            </a:r>
            <a:r>
              <a:rPr lang="ko-KR" altLang="en-US" dirty="0"/>
              <a:t> 대응하는 부분이 특히 어려웠다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 err="1"/>
              <a:t>time.sleep</a:t>
            </a:r>
            <a:r>
              <a:rPr lang="en-US" altLang="ko-KR" dirty="0"/>
              <a:t>() </a:t>
            </a:r>
            <a:r>
              <a:rPr lang="ko-KR" altLang="en-US" dirty="0"/>
              <a:t>이나 </a:t>
            </a:r>
            <a:r>
              <a:rPr lang="en-US" altLang="ko-KR" dirty="0" err="1"/>
              <a:t>WebDriverWait</a:t>
            </a:r>
            <a:r>
              <a:rPr lang="en-US" altLang="ko-KR" dirty="0"/>
              <a:t>()</a:t>
            </a:r>
            <a:r>
              <a:rPr lang="ko-KR" altLang="en-US" dirty="0"/>
              <a:t>으로 대기시간을 많이 주어 대응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이후 </a:t>
            </a:r>
            <a:r>
              <a:rPr lang="ko-KR" altLang="en-US" dirty="0" err="1"/>
              <a:t>가게별</a:t>
            </a:r>
            <a:r>
              <a:rPr lang="ko-KR" altLang="en-US" dirty="0"/>
              <a:t> 리뷰 수와 위치정보</a:t>
            </a:r>
            <a:r>
              <a:rPr lang="en-US" altLang="ko-KR" dirty="0"/>
              <a:t>, </a:t>
            </a:r>
            <a:r>
              <a:rPr lang="ko-KR" altLang="en-US" dirty="0"/>
              <a:t>리뷰  긍정도를 이용해 음식점을 추천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26803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03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671441"/>
            <a:ext cx="12192635" cy="479939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9332"/>
            <a:chOff x="488315" y="1358900"/>
            <a:chExt cx="10527030" cy="369332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네이버 </a:t>
              </a:r>
              <a:r>
                <a:rPr lang="ko-KR" altLang="en-US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플레이스</a:t>
              </a: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 음식점 리뷰</a:t>
              </a:r>
              <a:endParaRPr lang="en-US" altLang="ko-KR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셀레니움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 </a:t>
              </a:r>
              <a:r>
                <a:rPr lang="ko-KR" altLang="en-US" sz="1400" b="1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크롤링</a:t>
              </a:r>
              <a:endParaRPr lang="ko-KR" altLang="en-US" sz="14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세방고딕 Regular" charset="0"/>
                <a:ea typeface="세방고딕 Regular" charset="0"/>
              </a:endParaRP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08033" y="1958975"/>
              <a:ext cx="287012" cy="276860"/>
              <a:chOff x="708033" y="1958975"/>
              <a:chExt cx="287012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08033" y="1958975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 dirty="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666C7093-E780-4143-8D2C-0E05DCF8B2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711" y="2847395"/>
            <a:ext cx="9297698" cy="37629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16BDD40-413C-4B05-952D-A109874159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10" y="2457213"/>
            <a:ext cx="2732510" cy="346985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03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671441"/>
            <a:ext cx="12192635" cy="479939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9332"/>
            <a:chOff x="488315" y="1358900"/>
            <a:chExt cx="10527030" cy="369332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데이터베이스 설계</a:t>
              </a:r>
              <a:endParaRPr lang="en-US" altLang="ko-KR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FE4E649-EBC8-4561-B526-0D10AF5091D8}"/>
              </a:ext>
            </a:extLst>
          </p:cNvPr>
          <p:cNvSpPr txBox="1"/>
          <p:nvPr/>
        </p:nvSpPr>
        <p:spPr>
          <a:xfrm>
            <a:off x="8058417" y="2987030"/>
            <a:ext cx="395955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수집한 상가목록</a:t>
            </a:r>
            <a:r>
              <a:rPr lang="en-US" altLang="ko-KR" dirty="0"/>
              <a:t>, </a:t>
            </a:r>
            <a:r>
              <a:rPr lang="ko-KR" altLang="en-US" dirty="0"/>
              <a:t>리뷰목록과 서비스하며 </a:t>
            </a:r>
            <a:r>
              <a:rPr lang="ko-KR" altLang="en-US" dirty="0" err="1"/>
              <a:t>얻게될</a:t>
            </a:r>
            <a:r>
              <a:rPr lang="ko-KR" altLang="en-US" dirty="0"/>
              <a:t> 추천로그</a:t>
            </a:r>
            <a:r>
              <a:rPr lang="en-US" altLang="ko-KR" dirty="0"/>
              <a:t>, </a:t>
            </a:r>
            <a:r>
              <a:rPr lang="ko-KR" altLang="en-US" dirty="0"/>
              <a:t>사용자 입력 등 필요한 정보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sz="1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음식점 데이터를 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csv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가 아닌 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DB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에 저장하여 보관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buAutoNum type="arabicPeriod"/>
            </a:pPr>
            <a:endParaRPr lang="en-US" altLang="ko-KR" sz="1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로그와 히스토리를 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DB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에 보관하여 추천엔진을 모니터링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B810D08B-E783-4DE7-9EBF-44CED7C0D4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89" y="2151381"/>
            <a:ext cx="8150718" cy="426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3042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C78A56-9C84-4A05-9A9C-E989D1A5349D}"/>
              </a:ext>
            </a:extLst>
          </p:cNvPr>
          <p:cNvSpPr txBox="1"/>
          <p:nvPr/>
        </p:nvSpPr>
        <p:spPr>
          <a:xfrm>
            <a:off x="2234571" y="2967335"/>
            <a:ext cx="7722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5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Bold" panose="00000800000000000000" pitchFamily="2" charset="-127"/>
              </a:rPr>
              <a:t>04. </a:t>
            </a:r>
            <a:r>
              <a:rPr lang="ko-KR" altLang="en-US" sz="5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 수행 경과</a:t>
            </a:r>
            <a:endParaRPr lang="en-US" altLang="ko-KR" sz="5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5246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프로젝트 수행 경과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04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671441"/>
            <a:ext cx="12192635" cy="479939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9332"/>
            <a:chOff x="488315" y="1358900"/>
            <a:chExt cx="10527030" cy="369332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en-US" altLang="ko-KR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K-means </a:t>
              </a: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테스트</a:t>
              </a:r>
              <a:endParaRPr lang="en-US" altLang="ko-KR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FE4E649-EBC8-4561-B526-0D10AF5091D8}"/>
              </a:ext>
            </a:extLst>
          </p:cNvPr>
          <p:cNvSpPr txBox="1"/>
          <p:nvPr/>
        </p:nvSpPr>
        <p:spPr>
          <a:xfrm>
            <a:off x="7353705" y="3031065"/>
            <a:ext cx="3959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날씨데이터를 비슷한 패턴끼리 묶는 클러스터 모델 테스트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9F74B1F-D7BC-4FFA-87E6-71B2C351AE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42" y="1786375"/>
            <a:ext cx="6300934" cy="504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532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프로젝트 수행 경과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04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671441"/>
            <a:ext cx="12192635" cy="479939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9332"/>
            <a:chOff x="488315" y="1358900"/>
            <a:chExt cx="10527030" cy="369332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en-US" altLang="ko-KR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DBSCAN </a:t>
              </a: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테스트</a:t>
              </a:r>
              <a:endParaRPr lang="en-US" altLang="ko-KR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FE4E649-EBC8-4561-B526-0D10AF5091D8}"/>
              </a:ext>
            </a:extLst>
          </p:cNvPr>
          <p:cNvSpPr txBox="1"/>
          <p:nvPr/>
        </p:nvSpPr>
        <p:spPr>
          <a:xfrm>
            <a:off x="7208221" y="3031065"/>
            <a:ext cx="4105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날씨데이터를 비슷한 패턴끼리 묶는 클러스터 모델 테스트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A5B882F-0D05-4F01-8257-1AA555FD54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83" y="1894960"/>
            <a:ext cx="6629437" cy="459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0493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C78A56-9C84-4A05-9A9C-E989D1A5349D}"/>
              </a:ext>
            </a:extLst>
          </p:cNvPr>
          <p:cNvSpPr txBox="1"/>
          <p:nvPr/>
        </p:nvSpPr>
        <p:spPr>
          <a:xfrm>
            <a:off x="2234571" y="2967335"/>
            <a:ext cx="7722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54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Bold" panose="00000800000000000000" pitchFamily="2" charset="-127"/>
              </a:rPr>
              <a:t>화면 시연</a:t>
            </a:r>
            <a:endParaRPr lang="en-US" altLang="ko-KR" sz="5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60704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결과물이 도출된 과정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을 세부적으로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8F1558-81FC-ADBD-7F72-02E1608F0309}"/>
              </a:ext>
            </a:extLst>
          </p:cNvPr>
          <p:cNvGrpSpPr/>
          <p:nvPr/>
        </p:nvGrpSpPr>
        <p:grpSpPr>
          <a:xfrm>
            <a:off x="515620" y="2097405"/>
            <a:ext cx="11410315" cy="379095"/>
            <a:chOff x="515620" y="2097405"/>
            <a:chExt cx="11410315" cy="379095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53082793-1863-DA6D-DFAD-F5F7C77FA261}"/>
                </a:ext>
              </a:extLst>
            </p:cNvPr>
            <p:cNvSpPr/>
            <p:nvPr/>
          </p:nvSpPr>
          <p:spPr>
            <a:xfrm>
              <a:off x="515620" y="2097405"/>
              <a:ext cx="11218545" cy="379095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898C1A-E42C-1959-DDA8-7FA3885AF73D}"/>
                </a:ext>
              </a:extLst>
            </p:cNvPr>
            <p:cNvSpPr txBox="1"/>
            <p:nvPr/>
          </p:nvSpPr>
          <p:spPr>
            <a:xfrm>
              <a:off x="1036320" y="2136140"/>
              <a:ext cx="1088961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이어지는 예시는 하나의 사례로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41AF91E-7785-5418-A751-C43D2064BD1B}"/>
                </a:ext>
              </a:extLst>
            </p:cNvPr>
            <p:cNvGrpSpPr/>
            <p:nvPr/>
          </p:nvGrpSpPr>
          <p:grpSpPr>
            <a:xfrm>
              <a:off x="802640" y="2139950"/>
              <a:ext cx="236220" cy="276860"/>
              <a:chOff x="802640" y="2139950"/>
              <a:chExt cx="236220" cy="276860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5A20973A-497E-594B-CABE-FDE69AE049EF}"/>
                  </a:ext>
                </a:extLst>
              </p:cNvPr>
              <p:cNvSpPr/>
              <p:nvPr/>
            </p:nvSpPr>
            <p:spPr>
              <a:xfrm>
                <a:off x="802640" y="2159000"/>
                <a:ext cx="233680" cy="2336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174ECA-311B-4561-DF3D-C98A0C484116}"/>
                  </a:ext>
                </a:extLst>
              </p:cNvPr>
              <p:cNvSpPr txBox="1"/>
              <p:nvPr/>
            </p:nvSpPr>
            <p:spPr>
              <a:xfrm>
                <a:off x="805180" y="2139950"/>
                <a:ext cx="233045" cy="276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835" y="3020695"/>
            <a:ext cx="290830" cy="2827655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15" y="2888615"/>
            <a:ext cx="1738630" cy="954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</a:t>
            </a:r>
            <a:endParaRPr lang="en-US" altLang="ko-KR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수행 경과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425" y="3660775"/>
            <a:ext cx="9095105" cy="673100"/>
            <a:chOff x="2638425" y="3660775"/>
            <a:chExt cx="9095105" cy="673100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30830" y="366077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38425" y="3812540"/>
              <a:ext cx="408305" cy="351790"/>
              <a:chOff x="2638425" y="3812540"/>
              <a:chExt cx="408305" cy="351790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2638425" y="381254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2663825" y="380746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2714625" y="387794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49930" y="3839210"/>
              <a:ext cx="817689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과정이 잘 드러날 수 있도록 가공 과정부터 활용까지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전체적인 프로세스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를 단계별로 작성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425" y="4598035"/>
            <a:ext cx="9095105" cy="673100"/>
            <a:chOff x="2638425" y="4598035"/>
            <a:chExt cx="9095105" cy="673100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30830" y="459803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38425" y="4749165"/>
              <a:ext cx="408305" cy="351790"/>
              <a:chOff x="2638425" y="4749165"/>
              <a:chExt cx="408305" cy="351790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2638425" y="474916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2663825" y="474408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2714625" y="4814570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49930" y="4709160"/>
              <a:ext cx="8176895" cy="3886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과정에서의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피드백 내용과 그것을 적용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(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보완 등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)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 포함되도록 작성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425" y="2724150"/>
            <a:ext cx="9095105" cy="673100"/>
            <a:chOff x="2638425" y="2724150"/>
            <a:chExt cx="9095105" cy="673100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30830" y="2724150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49930" y="2787650"/>
              <a:ext cx="6955790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결과를 서술하는 과정에서는 활용된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기술 및 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등을 상세히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B6CBB9-7D5C-2C3E-1ABD-C655F98DD92E}"/>
                </a:ext>
              </a:extLst>
            </p:cNvPr>
            <p:cNvSpPr txBox="1"/>
            <p:nvPr/>
          </p:nvSpPr>
          <p:spPr>
            <a:xfrm>
              <a:off x="4735195" y="2999105"/>
              <a:ext cx="3295015" cy="3460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38425" y="2875915"/>
              <a:ext cx="408305" cy="387985"/>
              <a:chOff x="2638425" y="2875915"/>
              <a:chExt cx="408305" cy="387985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2638425" y="287591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2663825" y="287083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2714625" y="2941320"/>
                <a:ext cx="255905" cy="3225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8FF9A56-7FA6-CC9A-F116-4EEE4E55D731}"/>
                </a:ext>
              </a:extLst>
            </p:cNvPr>
            <p:cNvSpPr/>
            <p:nvPr/>
          </p:nvSpPr>
          <p:spPr>
            <a:xfrm>
              <a:off x="4233545" y="3108325"/>
              <a:ext cx="501650" cy="198755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예시</a:t>
              </a:r>
              <a:endParaRPr lang="ko-KR" altLang="en-US" sz="12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425" y="5534660"/>
            <a:ext cx="9095105" cy="673100"/>
            <a:chOff x="2638425" y="5534660"/>
            <a:chExt cx="9095105" cy="6731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30830" y="5534660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38425" y="5685790"/>
              <a:ext cx="408305" cy="351790"/>
              <a:chOff x="2638425" y="5685790"/>
              <a:chExt cx="408305" cy="351790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2638425" y="568579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2663825" y="568071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2714625" y="575119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49930" y="5601335"/>
              <a:ext cx="6955790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결과물을 잘 드러낼 수 있는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자료를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하여 작성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E8EA9C-7E9C-B73B-B961-169901066557}"/>
                </a:ext>
              </a:extLst>
            </p:cNvPr>
            <p:cNvSpPr txBox="1"/>
            <p:nvPr/>
          </p:nvSpPr>
          <p:spPr>
            <a:xfrm>
              <a:off x="4441825" y="5805805"/>
              <a:ext cx="7150735" cy="3460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19DCB6A-47C7-22E5-1FE9-986DF4AE099E}"/>
                </a:ext>
              </a:extLst>
            </p:cNvPr>
            <p:cNvSpPr/>
            <p:nvPr/>
          </p:nvSpPr>
          <p:spPr>
            <a:xfrm>
              <a:off x="3342640" y="5904230"/>
              <a:ext cx="1099185" cy="198755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첨부 자료 예시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5D69379C-8748-91C9-144D-FE47E2D5A0C4}"/>
              </a:ext>
            </a:extLst>
          </p:cNvPr>
          <p:cNvGrpSpPr/>
          <p:nvPr/>
        </p:nvGrpSpPr>
        <p:grpSpPr>
          <a:xfrm>
            <a:off x="0" y="4277360"/>
            <a:ext cx="2207260" cy="2580640"/>
            <a:chOff x="0" y="4277360"/>
            <a:chExt cx="2207260" cy="2580640"/>
          </a:xfrm>
        </p:grpSpPr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2576C25F-1621-30A2-B5DC-DFB624D7AF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9322" b="12503"/>
            <a:stretch/>
          </p:blipFill>
          <p:spPr>
            <a:xfrm flipH="1">
              <a:off x="0" y="4643755"/>
              <a:ext cx="2207260" cy="2214245"/>
            </a:xfrm>
            <a:prstGeom prst="rect">
              <a:avLst/>
            </a:prstGeom>
          </p:spPr>
        </p:pic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id="{97DDB7A6-5825-3062-E194-7A2E89250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64920" y="4956810"/>
              <a:ext cx="109855" cy="109855"/>
            </a:xfrm>
            <a:prstGeom prst="rect">
              <a:avLst/>
            </a:prstGeom>
          </p:spPr>
        </p:pic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065F2D4F-E585-2883-F3BC-F4E544D20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57810" y="4277360"/>
              <a:ext cx="142240" cy="142240"/>
            </a:xfrm>
            <a:prstGeom prst="rect">
              <a:avLst/>
            </a:prstGeom>
          </p:spPr>
        </p:pic>
        <p:pic>
          <p:nvPicPr>
            <p:cNvPr id="80" name="그래픽 79">
              <a:extLst>
                <a:ext uri="{FF2B5EF4-FFF2-40B4-BE49-F238E27FC236}">
                  <a16:creationId xmlns:a16="http://schemas.microsoft.com/office/drawing/2014/main" id="{D6ABE428-E132-1E87-86F1-385627753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004060" y="5861685"/>
              <a:ext cx="171450" cy="171450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26" name="_x278651016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79099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HTML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시연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150" y="854075"/>
            <a:ext cx="3448050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팀별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5-10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분 내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0" name="_x278651016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55" name="자유형: 도형 54"/>
          <p:cNvSpPr>
            <a:spLocks/>
          </p:cNvSpPr>
          <p:nvPr/>
        </p:nvSpPr>
        <p:spPr>
          <a:xfrm>
            <a:off x="473710" y="2150745"/>
            <a:ext cx="11244580" cy="4263390"/>
          </a:xfrm>
          <a:custGeom>
            <a:avLst/>
            <a:gdLst>
              <a:gd name="TX0" fmla="*/ 0 w 7434266"/>
              <a:gd name="TY0" fmla="*/ 0 h 4167183"/>
              <a:gd name="TX1" fmla="*/ 7434265 w 7434266"/>
              <a:gd name="TY1" fmla="*/ 0 h 4167183"/>
              <a:gd name="TX2" fmla="*/ 7434265 w 7434266"/>
              <a:gd name="TY2" fmla="*/ 4167182 h 4167183"/>
              <a:gd name="TX3" fmla="*/ 0 w 7434266"/>
              <a:gd name="TY3" fmla="*/ 4167182 h 4167183"/>
            </a:gdLst>
            <a:ahLst/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</a:cxnLst>
            <a:rect l="l" t="t" r="r" b="b"/>
            <a:pathLst>
              <a:path w="7434266" h="4167183">
                <a:moveTo>
                  <a:pt x="0" y="0"/>
                </a:moveTo>
                <a:lnTo>
                  <a:pt x="7434265" y="0"/>
                </a:lnTo>
                <a:lnTo>
                  <a:pt x="7434265" y="4167182"/>
                </a:lnTo>
                <a:lnTo>
                  <a:pt x="0" y="4167182"/>
                </a:lnTo>
                <a:close/>
              </a:path>
            </a:pathLst>
          </a:custGeom>
          <a:solidFill>
            <a:srgbClr val="2C3E50"/>
          </a:solidFill>
          <a:ln w="0">
            <a:noFill/>
            <a:prstDash/>
          </a:ln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4447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775" y="3135630"/>
            <a:ext cx="2550795" cy="541655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0" y="5284470"/>
            <a:ext cx="1369695" cy="157353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향후 계획 및 기대효과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1060"/>
            <a:ext cx="12192000" cy="233680"/>
          </a:xfrm>
          <a:prstGeom prst="rect">
            <a:avLst/>
          </a:prstGeom>
        </p:spPr>
      </p:pic>
      <p:sp>
        <p:nvSpPr>
          <p:cNvPr id="45" name="그래픽 43">
            <a:extLst>
              <a:ext uri="{FF2B5EF4-FFF2-40B4-BE49-F238E27FC236}">
                <a16:creationId xmlns:a16="http://schemas.microsoft.com/office/drawing/2014/main" id="{512AEB8B-AA28-FDBA-00E7-D5D95C2F683D}"/>
              </a:ext>
            </a:extLst>
          </p:cNvPr>
          <p:cNvSpPr/>
          <p:nvPr/>
        </p:nvSpPr>
        <p:spPr>
          <a:xfrm>
            <a:off x="541655" y="1539240"/>
            <a:ext cx="100965" cy="113665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655" y="2407920"/>
            <a:ext cx="5363845" cy="1748790"/>
            <a:chOff x="541655" y="2407920"/>
            <a:chExt cx="5363845" cy="1748790"/>
          </a:xfrm>
        </p:grpSpPr>
        <p:sp>
          <p:nvSpPr>
            <p:cNvPr id="12" name="사각형: 둥근 모서리 11"/>
            <p:cNvSpPr>
              <a:spLocks/>
            </p:cNvSpPr>
            <p:nvPr/>
          </p:nvSpPr>
          <p:spPr>
            <a:xfrm>
              <a:off x="541655" y="2407920"/>
              <a:ext cx="5364480" cy="1749425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63500" algn="ctr" rotWithShape="0">
                <a:srgbClr val="3378C8">
                  <a:alpha val="29803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0" name="직사각형 19"/>
            <p:cNvSpPr>
              <a:spLocks/>
            </p:cNvSpPr>
            <p:nvPr/>
          </p:nvSpPr>
          <p:spPr>
            <a:xfrm rot="5400000">
              <a:off x="3176905" y="234950"/>
              <a:ext cx="94615" cy="4440555"/>
            </a:xfrm>
            <a:prstGeom prst="rect">
              <a:avLst/>
            </a:prstGeom>
            <a:solidFill>
              <a:srgbClr val="3378C8"/>
            </a:solidFill>
            <a:ln w="0"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0" name="TextBox 39"/>
            <p:cNvSpPr txBox="1">
              <a:spLocks/>
            </p:cNvSpPr>
            <p:nvPr/>
          </p:nvSpPr>
          <p:spPr>
            <a:xfrm>
              <a:off x="912495" y="2900045"/>
              <a:ext cx="4623435" cy="39243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655" y="4490720"/>
            <a:ext cx="5363845" cy="1748790"/>
            <a:chOff x="541655" y="4490720"/>
            <a:chExt cx="5363845" cy="1748790"/>
          </a:xfrm>
        </p:grpSpPr>
        <p:sp>
          <p:nvSpPr>
            <p:cNvPr id="15" name="사각형: 둥근 모서리 14"/>
            <p:cNvSpPr>
              <a:spLocks/>
            </p:cNvSpPr>
            <p:nvPr/>
          </p:nvSpPr>
          <p:spPr>
            <a:xfrm>
              <a:off x="541655" y="4490720"/>
              <a:ext cx="5364480" cy="1749425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63500" algn="ctr" rotWithShape="0">
                <a:srgbClr val="FFD85C">
                  <a:alpha val="54901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4" name="직사각형 43"/>
            <p:cNvSpPr>
              <a:spLocks/>
            </p:cNvSpPr>
            <p:nvPr/>
          </p:nvSpPr>
          <p:spPr>
            <a:xfrm rot="5400000">
              <a:off x="3176905" y="2317750"/>
              <a:ext cx="94615" cy="4440555"/>
            </a:xfrm>
            <a:prstGeom prst="rect">
              <a:avLst/>
            </a:prstGeom>
            <a:solidFill>
              <a:srgbClr val="FFD85C"/>
            </a:solidFill>
            <a:ln w="0"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50" name="TextBox 49"/>
            <p:cNvSpPr txBox="1">
              <a:spLocks/>
            </p:cNvSpPr>
            <p:nvPr/>
          </p:nvSpPr>
          <p:spPr>
            <a:xfrm>
              <a:off x="912495" y="4805045"/>
              <a:ext cx="4623435" cy="108839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r>
                <a:rPr lang="ko-KR" altLang="en-US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모델이 어떤 문제에 강점이 있고</a:t>
              </a:r>
            </a:p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r>
                <a:rPr lang="ko-KR" altLang="en-US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데이터가 어떤 특성이 있는지</a:t>
              </a:r>
              <a:br>
                <a:rPr lang="en-US" altLang="ko-KR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</a:br>
              <a:r>
                <a:rPr lang="ko-KR" altLang="en-US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많은 학습 필요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355" y="4490720"/>
            <a:ext cx="5363845" cy="1748790"/>
            <a:chOff x="6396355" y="4490720"/>
            <a:chExt cx="5363845" cy="17487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355" y="4490720"/>
              <a:ext cx="5363845" cy="17487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605" y="2317750"/>
              <a:ext cx="93980" cy="4439920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6875" y="5019040"/>
              <a:ext cx="4622800" cy="7435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프로젝트를 수행하면서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느낀 점이나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경험한 성과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경력 계획 등과 연관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</a:t>
              </a:r>
              <a:endPara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177915" y="613410"/>
            <a:ext cx="5582920" cy="3543935"/>
            <a:chOff x="6177915" y="613410"/>
            <a:chExt cx="5582920" cy="3543935"/>
          </a:xfrm>
        </p:grpSpPr>
        <p:sp>
          <p:nvSpPr>
            <p:cNvPr id="14" name="사각형: 둥근 모서리 13"/>
            <p:cNvSpPr>
              <a:spLocks/>
            </p:cNvSpPr>
            <p:nvPr/>
          </p:nvSpPr>
          <p:spPr>
            <a:xfrm>
              <a:off x="6396355" y="2407920"/>
              <a:ext cx="5364480" cy="1749425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63500" algn="ctr" rotWithShape="0">
                <a:srgbClr val="FFD85C">
                  <a:alpha val="54901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3" name="직사각형 42"/>
            <p:cNvSpPr>
              <a:spLocks/>
            </p:cNvSpPr>
            <p:nvPr/>
          </p:nvSpPr>
          <p:spPr>
            <a:xfrm rot="5400000">
              <a:off x="9031605" y="234950"/>
              <a:ext cx="94615" cy="4440555"/>
            </a:xfrm>
            <a:prstGeom prst="rect">
              <a:avLst/>
            </a:prstGeom>
            <a:solidFill>
              <a:srgbClr val="FFD85C"/>
            </a:solidFill>
            <a:ln w="0"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9" name="TextBox 48"/>
            <p:cNvSpPr txBox="1">
              <a:spLocks/>
            </p:cNvSpPr>
            <p:nvPr/>
          </p:nvSpPr>
          <p:spPr>
            <a:xfrm>
              <a:off x="6177915" y="613410"/>
              <a:ext cx="2835910" cy="46228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ko-KR" altLang="en-US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모델 평가 결과</a:t>
              </a:r>
              <a:r>
                <a:rPr lang="en-US" altLang="ko-KR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, </a:t>
              </a:r>
              <a:r>
                <a:rPr lang="ko-KR" altLang="en-US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정확도가 </a:t>
              </a:r>
              <a:r>
                <a:rPr lang="en-US" altLang="ko-KR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00.00%</a:t>
              </a:r>
              <a:r>
                <a:rPr lang="ko-KR" altLang="en-US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로</a:t>
              </a:r>
              <a:br>
                <a:rPr lang="en-US" altLang="ko-KR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</a:br>
              <a:r>
                <a:rPr lang="ko-KR" altLang="en-US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정확도 향상을 위해 모델 추후 개선 필요</a:t>
              </a: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460" y="4326890"/>
            <a:ext cx="138430" cy="138430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9" name="_x278651016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62" name="텍스트 상자 1"/>
          <p:cNvSpPr txBox="1">
            <a:spLocks/>
          </p:cNvSpPr>
          <p:nvPr/>
        </p:nvSpPr>
        <p:spPr>
          <a:xfrm>
            <a:off x="6765925" y="2735580"/>
            <a:ext cx="4623435" cy="108839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20000"/>
              </a:lnSpc>
              <a:buFontTx/>
              <a:buNone/>
              <a:defRPr/>
            </a:pP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수집된 로그가 </a:t>
            </a:r>
            <a:r>
              <a:rPr lang="ko-KR" altLang="en-US" dirty="0" err="1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쌓여감에</a:t>
            </a: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 따라</a:t>
            </a:r>
          </a:p>
          <a:p>
            <a:pPr marL="0" indent="0" algn="ctr" latinLnBrk="0">
              <a:lnSpc>
                <a:spcPct val="120000"/>
              </a:lnSpc>
              <a:buFontTx/>
              <a:buNone/>
              <a:defRPr/>
            </a:pP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개인 맞춤형 음식, 광고 활용</a:t>
            </a:r>
          </a:p>
          <a:p>
            <a:pPr marL="0" indent="0" algn="ctr" latinLnBrk="0">
              <a:lnSpc>
                <a:spcPct val="120000"/>
              </a:lnSpc>
              <a:buFontTx/>
              <a:buNone/>
              <a:defRPr/>
            </a:pP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지역상권 분석등의 효과 기대</a:t>
            </a:r>
          </a:p>
        </p:txBody>
      </p:sp>
    </p:spTree>
    <p:extLst>
      <p:ext uri="{BB962C8B-B14F-4D97-AF65-F5344CB8AC3E}">
        <p14:creationId xmlns:p14="http://schemas.microsoft.com/office/powerpoint/2010/main" val="40977565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1-4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현재 서비스의 한계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26" name="_x278651016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7939E2B4-FE74-4E8D-A833-0682EF95AE4A}"/>
              </a:ext>
            </a:extLst>
          </p:cNvPr>
          <p:cNvGrpSpPr/>
          <p:nvPr/>
        </p:nvGrpSpPr>
        <p:grpSpPr>
          <a:xfrm>
            <a:off x="1163452" y="2508567"/>
            <a:ext cx="9095105" cy="673100"/>
            <a:chOff x="1336675" y="5462905"/>
            <a:chExt cx="9095105" cy="673100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75D96ADF-648B-4261-85ED-D585F87D6E39}"/>
                </a:ext>
              </a:extLst>
            </p:cNvPr>
            <p:cNvSpPr/>
            <p:nvPr/>
          </p:nvSpPr>
          <p:spPr>
            <a:xfrm>
              <a:off x="1529080" y="546290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0C22E057-969A-4DCA-9516-B9444DC7E049}"/>
                </a:ext>
              </a:extLst>
            </p:cNvPr>
            <p:cNvGrpSpPr/>
            <p:nvPr/>
          </p:nvGrpSpPr>
          <p:grpSpPr>
            <a:xfrm>
              <a:off x="1336675" y="5614035"/>
              <a:ext cx="408305" cy="351790"/>
              <a:chOff x="1336675" y="5614035"/>
              <a:chExt cx="408305" cy="351790"/>
            </a:xfrm>
          </p:grpSpPr>
          <p:sp>
            <p:nvSpPr>
              <p:cNvPr id="110" name="육각형 109">
                <a:extLst>
                  <a:ext uri="{FF2B5EF4-FFF2-40B4-BE49-F238E27FC236}">
                    <a16:creationId xmlns:a16="http://schemas.microsoft.com/office/drawing/2014/main" id="{4D4B375A-EBB1-42BF-B7BB-379177D7525C}"/>
                  </a:ext>
                </a:extLst>
              </p:cNvPr>
              <p:cNvSpPr/>
              <p:nvPr/>
            </p:nvSpPr>
            <p:spPr>
              <a:xfrm>
                <a:off x="1336675" y="561403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1" name="자유형: 도형 110">
                <a:extLst>
                  <a:ext uri="{FF2B5EF4-FFF2-40B4-BE49-F238E27FC236}">
                    <a16:creationId xmlns:a16="http://schemas.microsoft.com/office/drawing/2014/main" id="{653C7ECD-6906-486E-A591-58E6DE81A985}"/>
                  </a:ext>
                </a:extLst>
              </p:cNvPr>
              <p:cNvSpPr/>
              <p:nvPr/>
            </p:nvSpPr>
            <p:spPr>
              <a:xfrm rot="4666750">
                <a:off x="1362075" y="560895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37FF8E2B-15E7-4696-8275-922BDA039F52}"/>
                  </a:ext>
                </a:extLst>
              </p:cNvPr>
              <p:cNvSpPr txBox="1"/>
              <p:nvPr/>
            </p:nvSpPr>
            <p:spPr>
              <a:xfrm>
                <a:off x="1412875" y="5679440"/>
                <a:ext cx="25590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B4A244FD-E910-462A-A029-B1734021B6DA}"/>
              </a:ext>
            </a:extLst>
          </p:cNvPr>
          <p:cNvGrpSpPr/>
          <p:nvPr/>
        </p:nvGrpSpPr>
        <p:grpSpPr>
          <a:xfrm>
            <a:off x="1153038" y="3681139"/>
            <a:ext cx="9095105" cy="673100"/>
            <a:chOff x="1336675" y="5462905"/>
            <a:chExt cx="9095105" cy="673100"/>
          </a:xfrm>
        </p:grpSpPr>
        <p:sp>
          <p:nvSpPr>
            <p:cNvPr id="114" name="사각형: 둥근 모서리 113">
              <a:extLst>
                <a:ext uri="{FF2B5EF4-FFF2-40B4-BE49-F238E27FC236}">
                  <a16:creationId xmlns:a16="http://schemas.microsoft.com/office/drawing/2014/main" id="{B287C9B4-6894-4A0B-A5A4-ED8F2E2A31C6}"/>
                </a:ext>
              </a:extLst>
            </p:cNvPr>
            <p:cNvSpPr/>
            <p:nvPr/>
          </p:nvSpPr>
          <p:spPr>
            <a:xfrm>
              <a:off x="1529080" y="546290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8158F7E9-473D-4384-9351-0D34A27038E5}"/>
                </a:ext>
              </a:extLst>
            </p:cNvPr>
            <p:cNvGrpSpPr/>
            <p:nvPr/>
          </p:nvGrpSpPr>
          <p:grpSpPr>
            <a:xfrm>
              <a:off x="1336675" y="5614035"/>
              <a:ext cx="408305" cy="351790"/>
              <a:chOff x="1336675" y="5614035"/>
              <a:chExt cx="408305" cy="351790"/>
            </a:xfrm>
          </p:grpSpPr>
          <p:sp>
            <p:nvSpPr>
              <p:cNvPr id="116" name="육각형 115">
                <a:extLst>
                  <a:ext uri="{FF2B5EF4-FFF2-40B4-BE49-F238E27FC236}">
                    <a16:creationId xmlns:a16="http://schemas.microsoft.com/office/drawing/2014/main" id="{F650B211-8E1A-4EC9-97E2-2E47AF33581C}"/>
                  </a:ext>
                </a:extLst>
              </p:cNvPr>
              <p:cNvSpPr/>
              <p:nvPr/>
            </p:nvSpPr>
            <p:spPr>
              <a:xfrm>
                <a:off x="1336675" y="561403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7" name="자유형: 도형 116">
                <a:extLst>
                  <a:ext uri="{FF2B5EF4-FFF2-40B4-BE49-F238E27FC236}">
                    <a16:creationId xmlns:a16="http://schemas.microsoft.com/office/drawing/2014/main" id="{D2A78A29-9AE9-4EE1-97B4-451D304C8A9B}"/>
                  </a:ext>
                </a:extLst>
              </p:cNvPr>
              <p:cNvSpPr/>
              <p:nvPr/>
            </p:nvSpPr>
            <p:spPr>
              <a:xfrm rot="4666750">
                <a:off x="1362075" y="560895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BB80F65C-5EFF-4AF1-8230-D998C55AB21B}"/>
                  </a:ext>
                </a:extLst>
              </p:cNvPr>
              <p:cNvSpPr txBox="1"/>
              <p:nvPr/>
            </p:nvSpPr>
            <p:spPr>
              <a:xfrm>
                <a:off x="1412875" y="5679440"/>
                <a:ext cx="25590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757836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1-4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기존 서비스의 한계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26" name="_x278651016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04F0E963-3F94-4208-9026-E61640E98D5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02" y="1977443"/>
            <a:ext cx="8047619" cy="4866667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49953A2-487D-4B15-A7D8-97EFF3C397C4}"/>
              </a:ext>
            </a:extLst>
          </p:cNvPr>
          <p:cNvCxnSpPr/>
          <p:nvPr/>
        </p:nvCxnSpPr>
        <p:spPr>
          <a:xfrm flipV="1">
            <a:off x="4007768" y="3836034"/>
            <a:ext cx="1800200" cy="7207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C222AC2-FD61-4295-B858-5527150D46F7}"/>
              </a:ext>
            </a:extLst>
          </p:cNvPr>
          <p:cNvSpPr txBox="1"/>
          <p:nvPr/>
        </p:nvSpPr>
        <p:spPr>
          <a:xfrm>
            <a:off x="5905817" y="3455669"/>
            <a:ext cx="5162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카테고리 기반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C270B43-486F-4EAB-AB36-3DEA278DCED2}"/>
              </a:ext>
            </a:extLst>
          </p:cNvPr>
          <p:cNvCxnSpPr/>
          <p:nvPr/>
        </p:nvCxnSpPr>
        <p:spPr>
          <a:xfrm>
            <a:off x="4007768" y="5077128"/>
            <a:ext cx="194421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6276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목표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835" y="3020695"/>
            <a:ext cx="290830" cy="2827655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15" y="2888615"/>
            <a:ext cx="1738630" cy="954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</a:t>
            </a:r>
            <a:endParaRPr lang="en-US" altLang="ko-KR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수행 경과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425" y="3660775"/>
            <a:ext cx="9095105" cy="917099"/>
            <a:chOff x="2638425" y="3660775"/>
            <a:chExt cx="9095105" cy="917099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30830" y="366077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38425" y="3812540"/>
              <a:ext cx="408305" cy="351790"/>
              <a:chOff x="2638425" y="3812540"/>
              <a:chExt cx="408305" cy="351790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2638425" y="381254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2663825" y="380746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2714625" y="387794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49930" y="3839210"/>
              <a:ext cx="8176895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서비스 목표 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: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실시간 날씨 및 위치 데이터를 통합하여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가장 적절한 순간의 니즈를 충족하는 상황 인지형 추천을 제공함 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sz="14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차별점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</a:p>
            <a:p>
              <a:pPr>
                <a:defRPr/>
              </a:pPr>
              <a:endPara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425" y="4598035"/>
            <a:ext cx="9095105" cy="673100"/>
            <a:chOff x="2638425" y="4598035"/>
            <a:chExt cx="9095105" cy="673100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30830" y="459803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38425" y="4749165"/>
              <a:ext cx="408305" cy="351790"/>
              <a:chOff x="2638425" y="4749165"/>
              <a:chExt cx="408305" cy="351790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2638425" y="474916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2663825" y="474408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2714625" y="4814570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49930" y="4709160"/>
              <a:ext cx="8176895" cy="3886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과정에서의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피드백 내용과 그것을 적용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(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보완 등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)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 포함되도록 작성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425" y="2724150"/>
            <a:ext cx="9095105" cy="673100"/>
            <a:chOff x="2638425" y="2724150"/>
            <a:chExt cx="9095105" cy="673100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30830" y="2724150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49930" y="2787650"/>
              <a:ext cx="6955790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결과를 서술하는 과정에서는 활용된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기술 및 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등을 상세히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B6CBB9-7D5C-2C3E-1ABD-C655F98DD92E}"/>
                </a:ext>
              </a:extLst>
            </p:cNvPr>
            <p:cNvSpPr txBox="1"/>
            <p:nvPr/>
          </p:nvSpPr>
          <p:spPr>
            <a:xfrm>
              <a:off x="4735195" y="2999105"/>
              <a:ext cx="3295015" cy="3460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38425" y="2875915"/>
              <a:ext cx="408305" cy="387985"/>
              <a:chOff x="2638425" y="2875915"/>
              <a:chExt cx="408305" cy="387985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2638425" y="287591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2663825" y="287083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2714625" y="2941320"/>
                <a:ext cx="255905" cy="3225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8FF9A56-7FA6-CC9A-F116-4EEE4E55D731}"/>
                </a:ext>
              </a:extLst>
            </p:cNvPr>
            <p:cNvSpPr/>
            <p:nvPr/>
          </p:nvSpPr>
          <p:spPr>
            <a:xfrm>
              <a:off x="4233545" y="3108325"/>
              <a:ext cx="501650" cy="198755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예시</a:t>
              </a:r>
              <a:endParaRPr lang="ko-KR" altLang="en-US" sz="12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425" y="5534660"/>
            <a:ext cx="9095105" cy="673100"/>
            <a:chOff x="2638425" y="5534660"/>
            <a:chExt cx="9095105" cy="6731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30830" y="5534660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38425" y="5685790"/>
              <a:ext cx="408305" cy="351790"/>
              <a:chOff x="2638425" y="5685790"/>
              <a:chExt cx="408305" cy="351790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2638425" y="568579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2663825" y="568071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2714625" y="575119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49930" y="5601335"/>
              <a:ext cx="6955790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결과물을 잘 드러낼 수 있는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자료를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하여 작성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E8EA9C-7E9C-B73B-B961-169901066557}"/>
                </a:ext>
              </a:extLst>
            </p:cNvPr>
            <p:cNvSpPr txBox="1"/>
            <p:nvPr/>
          </p:nvSpPr>
          <p:spPr>
            <a:xfrm>
              <a:off x="4441825" y="5805805"/>
              <a:ext cx="7150735" cy="3460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19DCB6A-47C7-22E5-1FE9-986DF4AE099E}"/>
                </a:ext>
              </a:extLst>
            </p:cNvPr>
            <p:cNvSpPr/>
            <p:nvPr/>
          </p:nvSpPr>
          <p:spPr>
            <a:xfrm>
              <a:off x="3342640" y="5904230"/>
              <a:ext cx="1099185" cy="198755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첨부 자료 예시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26" name="_x278651016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9759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Pages>23</Pages>
  <Words>1136</Words>
  <Characters>0</Characters>
  <Application>Microsoft Office PowerPoint</Application>
  <DocSecurity>0</DocSecurity>
  <PresentationFormat>와이드스크린</PresentationFormat>
  <Lines>0</Lines>
  <Paragraphs>294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9" baseType="lpstr">
      <vt:lpstr>맑은 고딕</vt:lpstr>
      <vt:lpstr>세방고딕 Bold</vt:lpstr>
      <vt:lpstr>세방고딕 OTF Regular</vt:lpstr>
      <vt:lpstr>세방고딕 Regular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MYCOM</cp:lastModifiedBy>
  <cp:revision>28</cp:revision>
  <dcterms:modified xsi:type="dcterms:W3CDTF">2025-12-05T04:59:02Z</dcterms:modified>
  <cp:version>9.103.82.44099</cp:version>
</cp:coreProperties>
</file>